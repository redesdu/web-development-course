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344" r:id="rId3"/>
    <p:sldId id="345" r:id="rId4"/>
    <p:sldId id="346" r:id="rId5"/>
    <p:sldId id="347" r:id="rId6"/>
    <p:sldId id="257" r:id="rId7"/>
    <p:sldId id="258" r:id="rId8"/>
    <p:sldId id="348" r:id="rId9"/>
    <p:sldId id="349" r:id="rId10"/>
    <p:sldId id="352" r:id="rId11"/>
    <p:sldId id="260" r:id="rId12"/>
    <p:sldId id="263" r:id="rId13"/>
    <p:sldId id="264" r:id="rId14"/>
    <p:sldId id="261" r:id="rId15"/>
    <p:sldId id="265" r:id="rId16"/>
    <p:sldId id="266" r:id="rId17"/>
    <p:sldId id="267" r:id="rId18"/>
    <p:sldId id="350" r:id="rId19"/>
    <p:sldId id="351" r:id="rId20"/>
    <p:sldId id="269" r:id="rId21"/>
    <p:sldId id="353" r:id="rId22"/>
    <p:sldId id="354" r:id="rId23"/>
    <p:sldId id="355" r:id="rId24"/>
    <p:sldId id="359" r:id="rId25"/>
    <p:sldId id="356" r:id="rId26"/>
    <p:sldId id="360" r:id="rId27"/>
    <p:sldId id="361" r:id="rId28"/>
    <p:sldId id="362" r:id="rId29"/>
    <p:sldId id="363" r:id="rId30"/>
    <p:sldId id="358" r:id="rId31"/>
    <p:sldId id="357" r:id="rId32"/>
    <p:sldId id="367" r:id="rId33"/>
    <p:sldId id="364" r:id="rId34"/>
    <p:sldId id="365" r:id="rId35"/>
    <p:sldId id="368" r:id="rId36"/>
    <p:sldId id="366" r:id="rId37"/>
    <p:sldId id="369" r:id="rId38"/>
    <p:sldId id="370" r:id="rId39"/>
    <p:sldId id="371" r:id="rId40"/>
    <p:sldId id="372" r:id="rId41"/>
    <p:sldId id="373" r:id="rId42"/>
    <p:sldId id="374" r:id="rId43"/>
    <p:sldId id="375" r:id="rId44"/>
    <p:sldId id="376" r:id="rId45"/>
    <p:sldId id="377" r:id="rId46"/>
    <p:sldId id="378" r:id="rId47"/>
    <p:sldId id="379" r:id="rId48"/>
    <p:sldId id="380" r:id="rId49"/>
    <p:sldId id="381" r:id="rId50"/>
    <p:sldId id="382" r:id="rId51"/>
    <p:sldId id="383" r:id="rId52"/>
    <p:sldId id="384" r:id="rId53"/>
    <p:sldId id="385" r:id="rId54"/>
    <p:sldId id="386" r:id="rId55"/>
    <p:sldId id="387" r:id="rId56"/>
    <p:sldId id="388" r:id="rId57"/>
    <p:sldId id="389" r:id="rId58"/>
    <p:sldId id="390" r:id="rId59"/>
    <p:sldId id="391" r:id="rId60"/>
    <p:sldId id="392" r:id="rId61"/>
    <p:sldId id="393" r:id="rId62"/>
    <p:sldId id="394" r:id="rId63"/>
    <p:sldId id="395" r:id="rId64"/>
    <p:sldId id="396" r:id="rId65"/>
    <p:sldId id="397" r:id="rId66"/>
    <p:sldId id="398" r:id="rId67"/>
    <p:sldId id="399" r:id="rId68"/>
    <p:sldId id="400" r:id="rId6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848857-4DE8-4F85-8A92-2E613E2E75C2}" v="55" dt="2026-09-10T10:51:49.1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mot Ara Tuli" userId="af206405-ded7-4f57-85df-4d201fa06a02" providerId="ADAL" clId="{E3259367-A608-4094-A91A-7EC6D042BD96}"/>
    <pc:docChg chg="undo custSel addSld delSld modSld sldOrd">
      <pc:chgData name="Esmot Ara Tuli" userId="af206405-ded7-4f57-85df-4d201fa06a02" providerId="ADAL" clId="{E3259367-A608-4094-A91A-7EC6D042BD96}" dt="2026-09-10T10:51:57.641" v="4340" actId="1036"/>
      <pc:docMkLst>
        <pc:docMk/>
      </pc:docMkLst>
      <pc:sldChg chg="addSp delSp modSp new mod">
        <pc:chgData name="Esmot Ara Tuli" userId="af206405-ded7-4f57-85df-4d201fa06a02" providerId="ADAL" clId="{E3259367-A608-4094-A91A-7EC6D042BD96}" dt="2026-09-08T10:30:32.154" v="2605" actId="20577"/>
        <pc:sldMkLst>
          <pc:docMk/>
          <pc:sldMk cId="2829608775" sldId="256"/>
        </pc:sldMkLst>
        <pc:spChg chg="add del mod">
          <ac:chgData name="Esmot Ara Tuli" userId="af206405-ded7-4f57-85df-4d201fa06a02" providerId="ADAL" clId="{E3259367-A608-4094-A91A-7EC6D042BD96}" dt="2026-08-31T09:11:41.718" v="88" actId="478"/>
          <ac:spMkLst>
            <pc:docMk/>
            <pc:sldMk cId="2829608775" sldId="256"/>
            <ac:spMk id="2" creationId="{294A217A-99E1-5FA6-384D-03CF255FE577}"/>
          </ac:spMkLst>
        </pc:spChg>
        <pc:spChg chg="mod">
          <ac:chgData name="Esmot Ara Tuli" userId="af206405-ded7-4f57-85df-4d201fa06a02" providerId="ADAL" clId="{E3259367-A608-4094-A91A-7EC6D042BD96}" dt="2026-09-08T10:30:32.154" v="2605" actId="20577"/>
          <ac:spMkLst>
            <pc:docMk/>
            <pc:sldMk cId="2829608775" sldId="256"/>
            <ac:spMk id="3" creationId="{64730B14-FD3B-ACE6-11B2-165CEBBF136D}"/>
          </ac:spMkLst>
        </pc:spChg>
        <pc:spChg chg="add mod">
          <ac:chgData name="Esmot Ara Tuli" userId="af206405-ded7-4f57-85df-4d201fa06a02" providerId="ADAL" clId="{E3259367-A608-4094-A91A-7EC6D042BD96}" dt="2026-08-31T09:11:29.120" v="84" actId="113"/>
          <ac:spMkLst>
            <pc:docMk/>
            <pc:sldMk cId="2829608775" sldId="256"/>
            <ac:spMk id="4" creationId="{AFA54849-DACF-3D2C-7C32-4918B6E04CE7}"/>
          </ac:spMkLst>
        </pc:spChg>
        <pc:picChg chg="add">
          <ac:chgData name="Esmot Ara Tuli" userId="af206405-ded7-4f57-85df-4d201fa06a02" providerId="ADAL" clId="{E3259367-A608-4094-A91A-7EC6D042BD96}" dt="2026-08-31T09:11:47.142" v="91" actId="22"/>
          <ac:picMkLst>
            <pc:docMk/>
            <pc:sldMk cId="2829608775" sldId="256"/>
            <ac:picMk id="10" creationId="{7A6CA526-9C0D-CF85-C4B6-64CBB62ED4B7}"/>
          </ac:picMkLst>
        </pc:picChg>
      </pc:sldChg>
      <pc:sldChg chg="addSp delSp modSp new mod ord setBg addAnim delAnim">
        <pc:chgData name="Esmot Ara Tuli" userId="af206405-ded7-4f57-85df-4d201fa06a02" providerId="ADAL" clId="{E3259367-A608-4094-A91A-7EC6D042BD96}" dt="2026-09-08T11:35:13.147" v="2849"/>
        <pc:sldMkLst>
          <pc:docMk/>
          <pc:sldMk cId="1024473238" sldId="257"/>
        </pc:sldMkLst>
        <pc:spChg chg="mod">
          <ac:chgData name="Esmot Ara Tuli" userId="af206405-ded7-4f57-85df-4d201fa06a02" providerId="ADAL" clId="{E3259367-A608-4094-A91A-7EC6D042BD96}" dt="2026-09-08T10:31:17.649" v="2619" actId="20577"/>
          <ac:spMkLst>
            <pc:docMk/>
            <pc:sldMk cId="1024473238" sldId="257"/>
            <ac:spMk id="2" creationId="{039BBBF9-5C42-0AEB-2039-F7A0FB38C305}"/>
          </ac:spMkLst>
        </pc:spChg>
        <pc:spChg chg="add">
          <ac:chgData name="Esmot Ara Tuli" userId="af206405-ded7-4f57-85df-4d201fa06a02" providerId="ADAL" clId="{E3259367-A608-4094-A91A-7EC6D042BD96}" dt="2026-08-31T09:15:38.089" v="131" actId="26606"/>
          <ac:spMkLst>
            <pc:docMk/>
            <pc:sldMk cId="1024473238" sldId="257"/>
            <ac:spMk id="227" creationId="{FB5B0058-AF13-4859-B429-4EDDE2A26F7F}"/>
          </ac:spMkLst>
        </pc:spChg>
        <pc:spChg chg="add">
          <ac:chgData name="Esmot Ara Tuli" userId="af206405-ded7-4f57-85df-4d201fa06a02" providerId="ADAL" clId="{E3259367-A608-4094-A91A-7EC6D042BD96}" dt="2026-08-31T09:15:38.089" v="131" actId="26606"/>
          <ac:spMkLst>
            <pc:docMk/>
            <pc:sldMk cId="1024473238" sldId="257"/>
            <ac:spMk id="228" creationId="{81BD432D-FAB3-4B5D-BF27-4DA7C75B3238}"/>
          </ac:spMkLst>
        </pc:spChg>
        <pc:cxnChg chg="add">
          <ac:chgData name="Esmot Ara Tuli" userId="af206405-ded7-4f57-85df-4d201fa06a02" providerId="ADAL" clId="{E3259367-A608-4094-A91A-7EC6D042BD96}" dt="2026-08-31T09:15:38.089" v="131" actId="26606"/>
          <ac:cxnSpMkLst>
            <pc:docMk/>
            <pc:sldMk cId="1024473238" sldId="257"/>
            <ac:cxnSpMk id="229" creationId="{E6D6B450-4278-45B8-88C7-C061710E3C7E}"/>
          </ac:cxnSpMkLst>
        </pc:cxnChg>
        <pc:cxnChg chg="add">
          <ac:chgData name="Esmot Ara Tuli" userId="af206405-ded7-4f57-85df-4d201fa06a02" providerId="ADAL" clId="{E3259367-A608-4094-A91A-7EC6D042BD96}" dt="2026-08-31T09:15:38.089" v="131" actId="26606"/>
          <ac:cxnSpMkLst>
            <pc:docMk/>
            <pc:sldMk cId="1024473238" sldId="257"/>
            <ac:cxnSpMk id="230" creationId="{74234A4C-A256-4139-A5F4-27078F0D6796}"/>
          </ac:cxnSpMkLst>
        </pc:cxnChg>
      </pc:sldChg>
      <pc:sldChg chg="addSp delSp modSp new mod ord">
        <pc:chgData name="Esmot Ara Tuli" userId="af206405-ded7-4f57-85df-4d201fa06a02" providerId="ADAL" clId="{E3259367-A608-4094-A91A-7EC6D042BD96}" dt="2026-09-08T11:35:18.384" v="2851"/>
        <pc:sldMkLst>
          <pc:docMk/>
          <pc:sldMk cId="3714981966" sldId="258"/>
        </pc:sldMkLst>
        <pc:spChg chg="mod">
          <ac:chgData name="Esmot Ara Tuli" userId="af206405-ded7-4f57-85df-4d201fa06a02" providerId="ADAL" clId="{E3259367-A608-4094-A91A-7EC6D042BD96}" dt="2026-09-08T10:31:42.837" v="2631" actId="20577"/>
          <ac:spMkLst>
            <pc:docMk/>
            <pc:sldMk cId="3714981966" sldId="258"/>
            <ac:spMk id="2" creationId="{C4BE48BC-66A6-8A13-B5A5-F42277BBCD7A}"/>
          </ac:spMkLst>
        </pc:spChg>
        <pc:spChg chg="add mod">
          <ac:chgData name="Esmot Ara Tuli" userId="af206405-ded7-4f57-85df-4d201fa06a02" providerId="ADAL" clId="{E3259367-A608-4094-A91A-7EC6D042BD96}" dt="2026-09-08T10:32:31.348" v="2641" actId="27636"/>
          <ac:spMkLst>
            <pc:docMk/>
            <pc:sldMk cId="3714981966" sldId="258"/>
            <ac:spMk id="5" creationId="{1A0213F9-720D-FA51-0E1E-C7642BF7E386}"/>
          </ac:spMkLst>
        </pc:spChg>
        <pc:picChg chg="add mod">
          <ac:chgData name="Esmot Ara Tuli" userId="af206405-ded7-4f57-85df-4d201fa06a02" providerId="ADAL" clId="{E3259367-A608-4094-A91A-7EC6D042BD96}" dt="2026-09-08T10:39:14.699" v="2645" actId="1076"/>
          <ac:picMkLst>
            <pc:docMk/>
            <pc:sldMk cId="3714981966" sldId="258"/>
            <ac:picMk id="6" creationId="{3E0E56BB-1588-7B8E-9995-9999E0C77497}"/>
          </ac:picMkLst>
        </pc:picChg>
        <pc:picChg chg="add mod">
          <ac:chgData name="Esmot Ara Tuli" userId="af206405-ded7-4f57-85df-4d201fa06a02" providerId="ADAL" clId="{E3259367-A608-4094-A91A-7EC6D042BD96}" dt="2026-09-08T10:58:06.034" v="2648" actId="1076"/>
          <ac:picMkLst>
            <pc:docMk/>
            <pc:sldMk cId="3714981966" sldId="258"/>
            <ac:picMk id="8" creationId="{0438B536-9BAD-327D-2E8D-D4FC19FBE3C0}"/>
          </ac:picMkLst>
        </pc:picChg>
      </pc:sldChg>
      <pc:sldChg chg="addSp modSp add mod ord">
        <pc:chgData name="Esmot Ara Tuli" userId="af206405-ded7-4f57-85df-4d201fa06a02" providerId="ADAL" clId="{E3259367-A608-4094-A91A-7EC6D042BD96}" dt="2026-09-08T11:01:34.008" v="2659" actId="20577"/>
        <pc:sldMkLst>
          <pc:docMk/>
          <pc:sldMk cId="2747853416" sldId="260"/>
        </pc:sldMkLst>
        <pc:spChg chg="mod">
          <ac:chgData name="Esmot Ara Tuli" userId="af206405-ded7-4f57-85df-4d201fa06a02" providerId="ADAL" clId="{E3259367-A608-4094-A91A-7EC6D042BD96}" dt="2026-09-08T11:01:34.008" v="2659" actId="20577"/>
          <ac:spMkLst>
            <pc:docMk/>
            <pc:sldMk cId="2747853416" sldId="260"/>
            <ac:spMk id="2" creationId="{F9845F05-FC37-8849-8DE5-3E908FCC4A01}"/>
          </ac:spMkLst>
        </pc:spChg>
        <pc:picChg chg="add mod">
          <ac:chgData name="Esmot Ara Tuli" userId="af206405-ded7-4f57-85df-4d201fa06a02" providerId="ADAL" clId="{E3259367-A608-4094-A91A-7EC6D042BD96}" dt="2026-09-08T11:01:28.593" v="2655" actId="1076"/>
          <ac:picMkLst>
            <pc:docMk/>
            <pc:sldMk cId="2747853416" sldId="260"/>
            <ac:picMk id="3" creationId="{A7A234AA-99D9-EFD6-AC96-A6F9991449AA}"/>
          </ac:picMkLst>
        </pc:picChg>
      </pc:sldChg>
      <pc:sldChg chg="addSp delSp modSp add mod ord">
        <pc:chgData name="Esmot Ara Tuli" userId="af206405-ded7-4f57-85df-4d201fa06a02" providerId="ADAL" clId="{E3259367-A608-4094-A91A-7EC6D042BD96}" dt="2026-09-08T11:14:46.450" v="2705"/>
        <pc:sldMkLst>
          <pc:docMk/>
          <pc:sldMk cId="3051537815" sldId="261"/>
        </pc:sldMkLst>
        <pc:spChg chg="mod">
          <ac:chgData name="Esmot Ara Tuli" userId="af206405-ded7-4f57-85df-4d201fa06a02" providerId="ADAL" clId="{E3259367-A608-4094-A91A-7EC6D042BD96}" dt="2026-09-08T11:04:21.850" v="2663" actId="20577"/>
          <ac:spMkLst>
            <pc:docMk/>
            <pc:sldMk cId="3051537815" sldId="261"/>
            <ac:spMk id="2" creationId="{1CF6456A-3025-014D-D52A-AD20B2ED42E8}"/>
          </ac:spMkLst>
        </pc:spChg>
        <pc:spChg chg="add mod">
          <ac:chgData name="Esmot Ara Tuli" userId="af206405-ded7-4f57-85df-4d201fa06a02" providerId="ADAL" clId="{E3259367-A608-4094-A91A-7EC6D042BD96}" dt="2026-09-08T11:04:29.421" v="2666" actId="20577"/>
          <ac:spMkLst>
            <pc:docMk/>
            <pc:sldMk cId="3051537815" sldId="261"/>
            <ac:spMk id="5" creationId="{167E216D-0128-D404-C0F1-95FC0F9D88B9}"/>
          </ac:spMkLst>
        </pc:spChg>
        <pc:picChg chg="add mod">
          <ac:chgData name="Esmot Ara Tuli" userId="af206405-ded7-4f57-85df-4d201fa06a02" providerId="ADAL" clId="{E3259367-A608-4094-A91A-7EC6D042BD96}" dt="2026-09-08T11:05:34.878" v="2672" actId="1076"/>
          <ac:picMkLst>
            <pc:docMk/>
            <pc:sldMk cId="3051537815" sldId="261"/>
            <ac:picMk id="9" creationId="{54CC6C87-FF2A-BF79-649D-2525BE8BA0C2}"/>
          </ac:picMkLst>
        </pc:picChg>
      </pc:sldChg>
      <pc:sldChg chg="addSp delSp modSp add mod">
        <pc:chgData name="Esmot Ara Tuli" userId="af206405-ded7-4f57-85df-4d201fa06a02" providerId="ADAL" clId="{E3259367-A608-4094-A91A-7EC6D042BD96}" dt="2026-09-08T11:06:39.883" v="2686" actId="1076"/>
        <pc:sldMkLst>
          <pc:docMk/>
          <pc:sldMk cId="453572230" sldId="263"/>
        </pc:sldMkLst>
        <pc:spChg chg="mod">
          <ac:chgData name="Esmot Ara Tuli" userId="af206405-ded7-4f57-85df-4d201fa06a02" providerId="ADAL" clId="{E3259367-A608-4094-A91A-7EC6D042BD96}" dt="2026-09-08T11:06:31.923" v="2685" actId="20577"/>
          <ac:spMkLst>
            <pc:docMk/>
            <pc:sldMk cId="453572230" sldId="263"/>
            <ac:spMk id="2" creationId="{81137282-6814-05BE-4672-5B732BEC140B}"/>
          </ac:spMkLst>
        </pc:spChg>
        <pc:spChg chg="add mod">
          <ac:chgData name="Esmot Ara Tuli" userId="af206405-ded7-4f57-85df-4d201fa06a02" providerId="ADAL" clId="{E3259367-A608-4094-A91A-7EC6D042BD96}" dt="2026-09-08T11:06:27.209" v="2681" actId="20577"/>
          <ac:spMkLst>
            <pc:docMk/>
            <pc:sldMk cId="453572230" sldId="263"/>
            <ac:spMk id="3" creationId="{1311F5C2-1F14-3EA0-7882-235E1AA6FA72}"/>
          </ac:spMkLst>
        </pc:spChg>
        <pc:spChg chg="add mod">
          <ac:chgData name="Esmot Ara Tuli" userId="af206405-ded7-4f57-85df-4d201fa06a02" providerId="ADAL" clId="{E3259367-A608-4094-A91A-7EC6D042BD96}" dt="2026-09-08T11:06:13.167" v="2675" actId="20577"/>
          <ac:spMkLst>
            <pc:docMk/>
            <pc:sldMk cId="453572230" sldId="263"/>
            <ac:spMk id="4" creationId="{331F5197-A5B2-624F-E55B-1D17700516E9}"/>
          </ac:spMkLst>
        </pc:spChg>
        <pc:graphicFrameChg chg="add mod">
          <ac:chgData name="Esmot Ara Tuli" userId="af206405-ded7-4f57-85df-4d201fa06a02" providerId="ADAL" clId="{E3259367-A608-4094-A91A-7EC6D042BD96}" dt="2026-09-08T11:06:39.883" v="2686" actId="1076"/>
          <ac:graphicFrameMkLst>
            <pc:docMk/>
            <pc:sldMk cId="453572230" sldId="263"/>
            <ac:graphicFrameMk id="5" creationId="{7124CC91-9D0E-975F-80C9-019BB5FA8D24}"/>
          </ac:graphicFrameMkLst>
        </pc:graphicFrameChg>
      </pc:sldChg>
      <pc:sldChg chg="addSp delSp modSp add mod">
        <pc:chgData name="Esmot Ara Tuli" userId="af206405-ded7-4f57-85df-4d201fa06a02" providerId="ADAL" clId="{E3259367-A608-4094-A91A-7EC6D042BD96}" dt="2026-09-08T11:51:42.619" v="3055" actId="1076"/>
        <pc:sldMkLst>
          <pc:docMk/>
          <pc:sldMk cId="3886199378" sldId="264"/>
        </pc:sldMkLst>
        <pc:spChg chg="mod">
          <ac:chgData name="Esmot Ara Tuli" userId="af206405-ded7-4f57-85df-4d201fa06a02" providerId="ADAL" clId="{E3259367-A608-4094-A91A-7EC6D042BD96}" dt="2026-09-08T11:51:41.648" v="3054" actId="1076"/>
          <ac:spMkLst>
            <pc:docMk/>
            <pc:sldMk cId="3886199378" sldId="264"/>
            <ac:spMk id="2" creationId="{99E1653B-D35C-29B3-7EC5-B50BAC133124}"/>
          </ac:spMkLst>
        </pc:spChg>
        <pc:spChg chg="add mod">
          <ac:chgData name="Esmot Ara Tuli" userId="af206405-ded7-4f57-85df-4d201fa06a02" providerId="ADAL" clId="{E3259367-A608-4094-A91A-7EC6D042BD96}" dt="2026-09-08T11:51:42.619" v="3055" actId="1076"/>
          <ac:spMkLst>
            <pc:docMk/>
            <pc:sldMk cId="3886199378" sldId="264"/>
            <ac:spMk id="5" creationId="{2A3ADB59-AD4C-7FB1-9A68-2D6F25FA0CC3}"/>
          </ac:spMkLst>
        </pc:spChg>
        <pc:spChg chg="add mod">
          <ac:chgData name="Esmot Ara Tuli" userId="af206405-ded7-4f57-85df-4d201fa06a02" providerId="ADAL" clId="{E3259367-A608-4094-A91A-7EC6D042BD96}" dt="2026-09-08T11:51:37.541" v="3053" actId="1076"/>
          <ac:spMkLst>
            <pc:docMk/>
            <pc:sldMk cId="3886199378" sldId="264"/>
            <ac:spMk id="7" creationId="{1C680DAF-1AE1-48BA-3E16-D2A786EB3FF5}"/>
          </ac:spMkLst>
        </pc:spChg>
        <pc:spChg chg="add mod">
          <ac:chgData name="Esmot Ara Tuli" userId="af206405-ded7-4f57-85df-4d201fa06a02" providerId="ADAL" clId="{E3259367-A608-4094-A91A-7EC6D042BD96}" dt="2026-09-08T11:49:26.980" v="3001" actId="1036"/>
          <ac:spMkLst>
            <pc:docMk/>
            <pc:sldMk cId="3886199378" sldId="264"/>
            <ac:spMk id="9" creationId="{91C305E7-0344-2AD8-A808-666519501DA6}"/>
          </ac:spMkLst>
        </pc:spChg>
        <pc:spChg chg="add mod">
          <ac:chgData name="Esmot Ara Tuli" userId="af206405-ded7-4f57-85df-4d201fa06a02" providerId="ADAL" clId="{E3259367-A608-4094-A91A-7EC6D042BD96}" dt="2026-09-08T11:49:22.106" v="2988" actId="1036"/>
          <ac:spMkLst>
            <pc:docMk/>
            <pc:sldMk cId="3886199378" sldId="264"/>
            <ac:spMk id="11" creationId="{75DA0115-3BBA-F1C7-A982-C491BF511FC8}"/>
          </ac:spMkLst>
        </pc:spChg>
        <pc:spChg chg="add mod">
          <ac:chgData name="Esmot Ara Tuli" userId="af206405-ded7-4f57-85df-4d201fa06a02" providerId="ADAL" clId="{E3259367-A608-4094-A91A-7EC6D042BD96}" dt="2026-09-08T11:49:22.106" v="2988" actId="1036"/>
          <ac:spMkLst>
            <pc:docMk/>
            <pc:sldMk cId="3886199378" sldId="264"/>
            <ac:spMk id="13" creationId="{41C94616-5CFA-14F3-D83B-17C59BA20FFE}"/>
          </ac:spMkLst>
        </pc:spChg>
        <pc:spChg chg="add mod">
          <ac:chgData name="Esmot Ara Tuli" userId="af206405-ded7-4f57-85df-4d201fa06a02" providerId="ADAL" clId="{E3259367-A608-4094-A91A-7EC6D042BD96}" dt="2026-09-08T11:49:22.106" v="2988" actId="1036"/>
          <ac:spMkLst>
            <pc:docMk/>
            <pc:sldMk cId="3886199378" sldId="264"/>
            <ac:spMk id="15" creationId="{FA574481-93C1-0DA0-578A-29FB94560F17}"/>
          </ac:spMkLst>
        </pc:spChg>
        <pc:spChg chg="add mod">
          <ac:chgData name="Esmot Ara Tuli" userId="af206405-ded7-4f57-85df-4d201fa06a02" providerId="ADAL" clId="{E3259367-A608-4094-A91A-7EC6D042BD96}" dt="2026-09-08T11:49:48.127" v="3040" actId="1035"/>
          <ac:spMkLst>
            <pc:docMk/>
            <pc:sldMk cId="3886199378" sldId="264"/>
            <ac:spMk id="31" creationId="{5776FA10-A668-2F1A-96E6-70281DCF0D44}"/>
          </ac:spMkLst>
        </pc:spChg>
        <pc:spChg chg="add mod">
          <ac:chgData name="Esmot Ara Tuli" userId="af206405-ded7-4f57-85df-4d201fa06a02" providerId="ADAL" clId="{E3259367-A608-4094-A91A-7EC6D042BD96}" dt="2026-09-08T11:49:48.127" v="3040" actId="1035"/>
          <ac:spMkLst>
            <pc:docMk/>
            <pc:sldMk cId="3886199378" sldId="264"/>
            <ac:spMk id="32" creationId="{13035658-5452-7A68-87C6-3C719B70663C}"/>
          </ac:spMkLst>
        </pc:spChg>
        <pc:spChg chg="add mod">
          <ac:chgData name="Esmot Ara Tuli" userId="af206405-ded7-4f57-85df-4d201fa06a02" providerId="ADAL" clId="{E3259367-A608-4094-A91A-7EC6D042BD96}" dt="2026-09-08T11:49:48.127" v="3040" actId="1035"/>
          <ac:spMkLst>
            <pc:docMk/>
            <pc:sldMk cId="3886199378" sldId="264"/>
            <ac:spMk id="33" creationId="{E525F273-A9F5-4964-0995-CF23D3AEBCAA}"/>
          </ac:spMkLst>
        </pc:spChg>
        <pc:spChg chg="add mod">
          <ac:chgData name="Esmot Ara Tuli" userId="af206405-ded7-4f57-85df-4d201fa06a02" providerId="ADAL" clId="{E3259367-A608-4094-A91A-7EC6D042BD96}" dt="2026-09-08T11:49:48.127" v="3040" actId="1035"/>
          <ac:spMkLst>
            <pc:docMk/>
            <pc:sldMk cId="3886199378" sldId="264"/>
            <ac:spMk id="34" creationId="{6C0FA3A8-B6E7-4781-55F2-CCD49800D94F}"/>
          </ac:spMkLst>
        </pc:spChg>
        <pc:spChg chg="mod">
          <ac:chgData name="Esmot Ara Tuli" userId="af206405-ded7-4f57-85df-4d201fa06a02" providerId="ADAL" clId="{E3259367-A608-4094-A91A-7EC6D042BD96}" dt="2026-09-08T11:49:48.127" v="3040" actId="1035"/>
          <ac:spMkLst>
            <pc:docMk/>
            <pc:sldMk cId="3886199378" sldId="264"/>
            <ac:spMk id="36" creationId="{782FECFA-3E1B-C271-BBE8-B0A33964BF17}"/>
          </ac:spMkLst>
        </pc:spChg>
        <pc:spChg chg="add mod">
          <ac:chgData name="Esmot Ara Tuli" userId="af206405-ded7-4f57-85df-4d201fa06a02" providerId="ADAL" clId="{E3259367-A608-4094-A91A-7EC6D042BD96}" dt="2026-09-08T11:49:48.127" v="3040" actId="1035"/>
          <ac:spMkLst>
            <pc:docMk/>
            <pc:sldMk cId="3886199378" sldId="264"/>
            <ac:spMk id="38" creationId="{3332A73E-4873-739B-93D4-D1C3B800BB46}"/>
          </ac:spMkLst>
        </pc:spChg>
        <pc:spChg chg="mod">
          <ac:chgData name="Esmot Ara Tuli" userId="af206405-ded7-4f57-85df-4d201fa06a02" providerId="ADAL" clId="{E3259367-A608-4094-A91A-7EC6D042BD96}" dt="2026-09-08T11:49:45.116" v="3003"/>
          <ac:spMkLst>
            <pc:docMk/>
            <pc:sldMk cId="3886199378" sldId="264"/>
            <ac:spMk id="40" creationId="{3B726E1F-7393-6E48-CBED-296D3E7EB10F}"/>
          </ac:spMkLst>
        </pc:spChg>
        <pc:spChg chg="mod">
          <ac:chgData name="Esmot Ara Tuli" userId="af206405-ded7-4f57-85df-4d201fa06a02" providerId="ADAL" clId="{E3259367-A608-4094-A91A-7EC6D042BD96}" dt="2026-09-08T11:49:45.116" v="3003"/>
          <ac:spMkLst>
            <pc:docMk/>
            <pc:sldMk cId="3886199378" sldId="264"/>
            <ac:spMk id="41" creationId="{087BA6CA-3181-77CE-380B-E364F4FC84EE}"/>
          </ac:spMkLst>
        </pc:spChg>
        <pc:spChg chg="mod">
          <ac:chgData name="Esmot Ara Tuli" userId="af206405-ded7-4f57-85df-4d201fa06a02" providerId="ADAL" clId="{E3259367-A608-4094-A91A-7EC6D042BD96}" dt="2026-09-08T11:51:00.591" v="3047" actId="255"/>
          <ac:spMkLst>
            <pc:docMk/>
            <pc:sldMk cId="3886199378" sldId="264"/>
            <ac:spMk id="42" creationId="{FA2F2DE8-530A-1A51-750A-8734D6B3071E}"/>
          </ac:spMkLst>
        </pc:spChg>
        <pc:spChg chg="add mod">
          <ac:chgData name="Esmot Ara Tuli" userId="af206405-ded7-4f57-85df-4d201fa06a02" providerId="ADAL" clId="{E3259367-A608-4094-A91A-7EC6D042BD96}" dt="2026-09-08T11:51:16.031" v="3049" actId="255"/>
          <ac:spMkLst>
            <pc:docMk/>
            <pc:sldMk cId="3886199378" sldId="264"/>
            <ac:spMk id="43" creationId="{79E8F35B-A0F9-CDFC-5BD8-8168DE512BB6}"/>
          </ac:spMkLst>
        </pc:spChg>
        <pc:spChg chg="add mod">
          <ac:chgData name="Esmot Ara Tuli" userId="af206405-ded7-4f57-85df-4d201fa06a02" providerId="ADAL" clId="{E3259367-A608-4094-A91A-7EC6D042BD96}" dt="2026-09-08T11:51:16.031" v="3049" actId="255"/>
          <ac:spMkLst>
            <pc:docMk/>
            <pc:sldMk cId="3886199378" sldId="264"/>
            <ac:spMk id="44" creationId="{9C57ED45-0E6F-CA2C-12E1-1B398D6BFCA0}"/>
          </ac:spMkLst>
        </pc:spChg>
        <pc:spChg chg="add mod">
          <ac:chgData name="Esmot Ara Tuli" userId="af206405-ded7-4f57-85df-4d201fa06a02" providerId="ADAL" clId="{E3259367-A608-4094-A91A-7EC6D042BD96}" dt="2026-09-08T11:51:16.031" v="3049" actId="255"/>
          <ac:spMkLst>
            <pc:docMk/>
            <pc:sldMk cId="3886199378" sldId="264"/>
            <ac:spMk id="45" creationId="{1BD9BB9C-8D2D-D83D-71F9-44A4E771BD49}"/>
          </ac:spMkLst>
        </pc:spChg>
      </pc:sldChg>
      <pc:sldChg chg="addSp delSp modSp add mod">
        <pc:chgData name="Esmot Ara Tuli" userId="af206405-ded7-4f57-85df-4d201fa06a02" providerId="ADAL" clId="{E3259367-A608-4094-A91A-7EC6D042BD96}" dt="2026-09-08T11:52:18.399" v="3112" actId="1036"/>
        <pc:sldMkLst>
          <pc:docMk/>
          <pc:sldMk cId="349917211" sldId="265"/>
        </pc:sldMkLst>
        <pc:spChg chg="mod">
          <ac:chgData name="Esmot Ara Tuli" userId="af206405-ded7-4f57-85df-4d201fa06a02" providerId="ADAL" clId="{E3259367-A608-4094-A91A-7EC6D042BD96}" dt="2026-09-08T11:16:11.461" v="2709" actId="20577"/>
          <ac:spMkLst>
            <pc:docMk/>
            <pc:sldMk cId="349917211" sldId="265"/>
            <ac:spMk id="2" creationId="{2447CC77-D474-B6ED-3738-7DB5693FFF9E}"/>
          </ac:spMkLst>
        </pc:spChg>
        <pc:spChg chg="add mod">
          <ac:chgData name="Esmot Ara Tuli" userId="af206405-ded7-4f57-85df-4d201fa06a02" providerId="ADAL" clId="{E3259367-A608-4094-A91A-7EC6D042BD96}" dt="2026-09-08T11:16:46.382" v="2718" actId="20577"/>
          <ac:spMkLst>
            <pc:docMk/>
            <pc:sldMk cId="349917211" sldId="265"/>
            <ac:spMk id="4" creationId="{5F62690F-6D1F-AD43-522A-87BC4364EE69}"/>
          </ac:spMkLst>
        </pc:spChg>
        <pc:spChg chg="add mod">
          <ac:chgData name="Esmot Ara Tuli" userId="af206405-ded7-4f57-85df-4d201fa06a02" providerId="ADAL" clId="{E3259367-A608-4094-A91A-7EC6D042BD96}" dt="2026-09-08T11:16:39.825" v="2715" actId="255"/>
          <ac:spMkLst>
            <pc:docMk/>
            <pc:sldMk cId="349917211" sldId="265"/>
            <ac:spMk id="9" creationId="{755BCCF3-6608-F6FF-9BCB-FD3550E0C9A0}"/>
          </ac:spMkLst>
        </pc:spChg>
        <pc:spChg chg="add mod">
          <ac:chgData name="Esmot Ara Tuli" userId="af206405-ded7-4f57-85df-4d201fa06a02" providerId="ADAL" clId="{E3259367-A608-4094-A91A-7EC6D042BD96}" dt="2026-09-08T11:17:49.073" v="2723" actId="1076"/>
          <ac:spMkLst>
            <pc:docMk/>
            <pc:sldMk cId="349917211" sldId="265"/>
            <ac:spMk id="10" creationId="{2D226555-A3F3-AE06-C176-FD5A63F789C2}"/>
          </ac:spMkLst>
        </pc:spChg>
        <pc:spChg chg="mod">
          <ac:chgData name="Esmot Ara Tuli" userId="af206405-ded7-4f57-85df-4d201fa06a02" providerId="ADAL" clId="{E3259367-A608-4094-A91A-7EC6D042BD96}" dt="2026-09-08T11:52:18.399" v="3112" actId="1036"/>
          <ac:spMkLst>
            <pc:docMk/>
            <pc:sldMk cId="349917211" sldId="265"/>
            <ac:spMk id="12" creationId="{21D365A2-C603-A0EE-251E-8F252D600586}"/>
          </ac:spMkLst>
        </pc:spChg>
        <pc:spChg chg="add">
          <ac:chgData name="Esmot Ara Tuli" userId="af206405-ded7-4f57-85df-4d201fa06a02" providerId="ADAL" clId="{E3259367-A608-4094-A91A-7EC6D042BD96}" dt="2026-09-08T11:52:10.033" v="3058" actId="22"/>
          <ac:spMkLst>
            <pc:docMk/>
            <pc:sldMk cId="349917211" sldId="265"/>
            <ac:spMk id="14" creationId="{AC8E7CD3-72AF-BFD5-7E23-4161FC59EAE1}"/>
          </ac:spMkLst>
        </pc:spChg>
        <pc:spChg chg="add mod">
          <ac:chgData name="Esmot Ara Tuli" userId="af206405-ded7-4f57-85df-4d201fa06a02" providerId="ADAL" clId="{E3259367-A608-4094-A91A-7EC6D042BD96}" dt="2026-09-08T11:52:18.399" v="3112" actId="1036"/>
          <ac:spMkLst>
            <pc:docMk/>
            <pc:sldMk cId="349917211" sldId="265"/>
            <ac:spMk id="20" creationId="{01B9192B-CDF8-29D4-CEF4-30CA52D7002C}"/>
          </ac:spMkLst>
        </pc:spChg>
        <pc:spChg chg="add mod">
          <ac:chgData name="Esmot Ara Tuli" userId="af206405-ded7-4f57-85df-4d201fa06a02" providerId="ADAL" clId="{E3259367-A608-4094-A91A-7EC6D042BD96}" dt="2026-09-08T11:52:18.399" v="3112" actId="1036"/>
          <ac:spMkLst>
            <pc:docMk/>
            <pc:sldMk cId="349917211" sldId="265"/>
            <ac:spMk id="22" creationId="{3D688291-5228-8D68-75B6-FC8610C5179D}"/>
          </ac:spMkLst>
        </pc:spChg>
        <pc:spChg chg="add">
          <ac:chgData name="Esmot Ara Tuli" userId="af206405-ded7-4f57-85df-4d201fa06a02" providerId="ADAL" clId="{E3259367-A608-4094-A91A-7EC6D042BD96}" dt="2026-09-08T11:52:10.033" v="3058" actId="22"/>
          <ac:spMkLst>
            <pc:docMk/>
            <pc:sldMk cId="349917211" sldId="265"/>
            <ac:spMk id="28" creationId="{A48DB10B-4724-71E4-2A81-C4BFAF5BF4C9}"/>
          </ac:spMkLst>
        </pc:spChg>
        <pc:spChg chg="add">
          <ac:chgData name="Esmot Ara Tuli" userId="af206405-ded7-4f57-85df-4d201fa06a02" providerId="ADAL" clId="{E3259367-A608-4094-A91A-7EC6D042BD96}" dt="2026-09-08T11:52:10.033" v="3058" actId="22"/>
          <ac:spMkLst>
            <pc:docMk/>
            <pc:sldMk cId="349917211" sldId="265"/>
            <ac:spMk id="30" creationId="{B6780437-0576-DEE3-9D06-27D583B441D7}"/>
          </ac:spMkLst>
        </pc:spChg>
        <pc:spChg chg="mod">
          <ac:chgData name="Esmot Ara Tuli" userId="af206405-ded7-4f57-85df-4d201fa06a02" providerId="ADAL" clId="{E3259367-A608-4094-A91A-7EC6D042BD96}" dt="2026-09-08T11:52:18.399" v="3112" actId="1036"/>
          <ac:spMkLst>
            <pc:docMk/>
            <pc:sldMk cId="349917211" sldId="265"/>
            <ac:spMk id="32" creationId="{AC9420F2-530A-A1F5-7208-8CC742D2F5D5}"/>
          </ac:spMkLst>
        </pc:spChg>
        <pc:spChg chg="add mod">
          <ac:chgData name="Esmot Ara Tuli" userId="af206405-ded7-4f57-85df-4d201fa06a02" providerId="ADAL" clId="{E3259367-A608-4094-A91A-7EC6D042BD96}" dt="2026-09-08T11:52:18.399" v="3112" actId="1036"/>
          <ac:spMkLst>
            <pc:docMk/>
            <pc:sldMk cId="349917211" sldId="265"/>
            <ac:spMk id="36" creationId="{253B1452-EE09-BC46-C821-7E30B254CC14}"/>
          </ac:spMkLst>
        </pc:spChg>
        <pc:spChg chg="add">
          <ac:chgData name="Esmot Ara Tuli" userId="af206405-ded7-4f57-85df-4d201fa06a02" providerId="ADAL" clId="{E3259367-A608-4094-A91A-7EC6D042BD96}" dt="2026-09-08T11:52:10.033" v="3058" actId="22"/>
          <ac:spMkLst>
            <pc:docMk/>
            <pc:sldMk cId="349917211" sldId="265"/>
            <ac:spMk id="38" creationId="{211C0A31-CF50-3B66-00FB-9A2E80E0660E}"/>
          </ac:spMkLst>
        </pc:spChg>
        <pc:spChg chg="add">
          <ac:chgData name="Esmot Ara Tuli" userId="af206405-ded7-4f57-85df-4d201fa06a02" providerId="ADAL" clId="{E3259367-A608-4094-A91A-7EC6D042BD96}" dt="2026-09-08T11:52:10.033" v="3058" actId="22"/>
          <ac:spMkLst>
            <pc:docMk/>
            <pc:sldMk cId="349917211" sldId="265"/>
            <ac:spMk id="40" creationId="{F6364D6D-D1E0-86BA-98A1-3573AD398793}"/>
          </ac:spMkLst>
        </pc:spChg>
        <pc:spChg chg="mod">
          <ac:chgData name="Esmot Ara Tuli" userId="af206405-ded7-4f57-85df-4d201fa06a02" providerId="ADAL" clId="{E3259367-A608-4094-A91A-7EC6D042BD96}" dt="2026-09-08T11:52:18.399" v="3112" actId="1036"/>
          <ac:spMkLst>
            <pc:docMk/>
            <pc:sldMk cId="349917211" sldId="265"/>
            <ac:spMk id="42" creationId="{A4650581-7501-E62E-F4E2-61ABD0B548A2}"/>
          </ac:spMkLst>
        </pc:spChg>
        <pc:spChg chg="mod">
          <ac:chgData name="Esmot Ara Tuli" userId="af206405-ded7-4f57-85df-4d201fa06a02" providerId="ADAL" clId="{E3259367-A608-4094-A91A-7EC6D042BD96}" dt="2026-09-08T11:52:18.399" v="3112" actId="1036"/>
          <ac:spMkLst>
            <pc:docMk/>
            <pc:sldMk cId="349917211" sldId="265"/>
            <ac:spMk id="46" creationId="{4D14897E-133F-5A05-979F-1601FB4901E2}"/>
          </ac:spMkLst>
        </pc:spChg>
        <pc:spChg chg="add">
          <ac:chgData name="Esmot Ara Tuli" userId="af206405-ded7-4f57-85df-4d201fa06a02" providerId="ADAL" clId="{E3259367-A608-4094-A91A-7EC6D042BD96}" dt="2026-09-08T11:52:10.033" v="3058" actId="22"/>
          <ac:spMkLst>
            <pc:docMk/>
            <pc:sldMk cId="349917211" sldId="265"/>
            <ac:spMk id="50" creationId="{DF98F786-2416-259A-1D75-8F77B1572900}"/>
          </ac:spMkLst>
        </pc:spChg>
        <pc:spChg chg="mod">
          <ac:chgData name="Esmot Ara Tuli" userId="af206405-ded7-4f57-85df-4d201fa06a02" providerId="ADAL" clId="{E3259367-A608-4094-A91A-7EC6D042BD96}" dt="2026-09-08T11:52:18.399" v="3112" actId="1036"/>
          <ac:spMkLst>
            <pc:docMk/>
            <pc:sldMk cId="349917211" sldId="265"/>
            <ac:spMk id="52" creationId="{F6B6FB59-8A72-EA9D-C92E-F3520F2EB824}"/>
          </ac:spMkLst>
        </pc:spChg>
        <pc:spChg chg="add mod">
          <ac:chgData name="Esmot Ara Tuli" userId="af206405-ded7-4f57-85df-4d201fa06a02" providerId="ADAL" clId="{E3259367-A608-4094-A91A-7EC6D042BD96}" dt="2026-09-08T11:52:18.399" v="3112" actId="1036"/>
          <ac:spMkLst>
            <pc:docMk/>
            <pc:sldMk cId="349917211" sldId="265"/>
            <ac:spMk id="54" creationId="{DE1263C6-CAC4-C400-E091-37ADF020E156}"/>
          </ac:spMkLst>
        </pc:spChg>
        <pc:spChg chg="mod">
          <ac:chgData name="Esmot Ara Tuli" userId="af206405-ded7-4f57-85df-4d201fa06a02" providerId="ADAL" clId="{E3259367-A608-4094-A91A-7EC6D042BD96}" dt="2026-09-08T11:52:18.399" v="3112" actId="1036"/>
          <ac:spMkLst>
            <pc:docMk/>
            <pc:sldMk cId="349917211" sldId="265"/>
            <ac:spMk id="56" creationId="{57FB3317-FFF8-62C8-3DA2-1855BA7651C0}"/>
          </ac:spMkLst>
        </pc:spChg>
      </pc:sldChg>
      <pc:sldChg chg="addSp delSp modSp add mod">
        <pc:chgData name="Esmot Ara Tuli" userId="af206405-ded7-4f57-85df-4d201fa06a02" providerId="ADAL" clId="{E3259367-A608-4094-A91A-7EC6D042BD96}" dt="2026-09-08T11:18:43.640" v="2789" actId="14100"/>
        <pc:sldMkLst>
          <pc:docMk/>
          <pc:sldMk cId="164132788" sldId="266"/>
        </pc:sldMkLst>
        <pc:spChg chg="mod">
          <ac:chgData name="Esmot Ara Tuli" userId="af206405-ded7-4f57-85df-4d201fa06a02" providerId="ADAL" clId="{E3259367-A608-4094-A91A-7EC6D042BD96}" dt="2026-09-08T11:18:08.873" v="2727"/>
          <ac:spMkLst>
            <pc:docMk/>
            <pc:sldMk cId="164132788" sldId="266"/>
            <ac:spMk id="2" creationId="{BBA68431-8834-E2CC-C8ED-063A5ED4BF47}"/>
          </ac:spMkLst>
        </pc:spChg>
        <pc:spChg chg="add mod">
          <ac:chgData name="Esmot Ara Tuli" userId="af206405-ded7-4f57-85df-4d201fa06a02" providerId="ADAL" clId="{E3259367-A608-4094-A91A-7EC6D042BD96}" dt="2026-09-08T11:18:43.640" v="2789" actId="14100"/>
          <ac:spMkLst>
            <pc:docMk/>
            <pc:sldMk cId="164132788" sldId="266"/>
            <ac:spMk id="5" creationId="{CE1F6384-5673-7220-3077-3AE6CA931A4C}"/>
          </ac:spMkLst>
        </pc:spChg>
        <pc:spChg chg="add mod">
          <ac:chgData name="Esmot Ara Tuli" userId="af206405-ded7-4f57-85df-4d201fa06a02" providerId="ADAL" clId="{E3259367-A608-4094-A91A-7EC6D042BD96}" dt="2026-09-08T11:18:43.640" v="2789" actId="14100"/>
          <ac:spMkLst>
            <pc:docMk/>
            <pc:sldMk cId="164132788" sldId="266"/>
            <ac:spMk id="9" creationId="{CFAB3D41-C146-78E3-7AEE-BBDFC1422855}"/>
          </ac:spMkLst>
        </pc:spChg>
        <pc:spChg chg="add mod">
          <ac:chgData name="Esmot Ara Tuli" userId="af206405-ded7-4f57-85df-4d201fa06a02" providerId="ADAL" clId="{E3259367-A608-4094-A91A-7EC6D042BD96}" dt="2026-09-08T11:18:43.640" v="2789" actId="14100"/>
          <ac:spMkLst>
            <pc:docMk/>
            <pc:sldMk cId="164132788" sldId="266"/>
            <ac:spMk id="13" creationId="{047D65C6-0B54-276F-5D25-56076D0FD7F5}"/>
          </ac:spMkLst>
        </pc:spChg>
        <pc:spChg chg="add mod">
          <ac:chgData name="Esmot Ara Tuli" userId="af206405-ded7-4f57-85df-4d201fa06a02" providerId="ADAL" clId="{E3259367-A608-4094-A91A-7EC6D042BD96}" dt="2026-09-08T11:18:43.640" v="2789" actId="14100"/>
          <ac:spMkLst>
            <pc:docMk/>
            <pc:sldMk cId="164132788" sldId="266"/>
            <ac:spMk id="15" creationId="{88666902-DBBE-AA51-4B0F-583C9311BE13}"/>
          </ac:spMkLst>
        </pc:spChg>
      </pc:sldChg>
      <pc:sldChg chg="addSp delSp modSp add mod">
        <pc:chgData name="Esmot Ara Tuli" userId="af206405-ded7-4f57-85df-4d201fa06a02" providerId="ADAL" clId="{E3259367-A608-4094-A91A-7EC6D042BD96}" dt="2026-09-08T11:53:21.675" v="3118"/>
        <pc:sldMkLst>
          <pc:docMk/>
          <pc:sldMk cId="1870096260" sldId="267"/>
        </pc:sldMkLst>
        <pc:spChg chg="mod">
          <ac:chgData name="Esmot Ara Tuli" userId="af206405-ded7-4f57-85df-4d201fa06a02" providerId="ADAL" clId="{E3259367-A608-4094-A91A-7EC6D042BD96}" dt="2026-09-08T11:53:02.635" v="3114"/>
          <ac:spMkLst>
            <pc:docMk/>
            <pc:sldMk cId="1870096260" sldId="267"/>
            <ac:spMk id="2" creationId="{07976DA6-D858-5BC4-0F0B-7E3EFD24603F}"/>
          </ac:spMkLst>
        </pc:spChg>
        <pc:spChg chg="add mod">
          <ac:chgData name="Esmot Ara Tuli" userId="af206405-ded7-4f57-85df-4d201fa06a02" providerId="ADAL" clId="{E3259367-A608-4094-A91A-7EC6D042BD96}" dt="2026-09-08T11:53:21.675" v="3118"/>
          <ac:spMkLst>
            <pc:docMk/>
            <pc:sldMk cId="1870096260" sldId="267"/>
            <ac:spMk id="3" creationId="{061321AE-403D-B716-E8BD-95DF38CEDEB8}"/>
          </ac:spMkLst>
        </pc:spChg>
        <pc:spChg chg="mod">
          <ac:chgData name="Esmot Ara Tuli" userId="af206405-ded7-4f57-85df-4d201fa06a02" providerId="ADAL" clId="{E3259367-A608-4094-A91A-7EC6D042BD96}" dt="2026-09-08T11:53:15.767" v="3117"/>
          <ac:spMkLst>
            <pc:docMk/>
            <pc:sldMk cId="1870096260" sldId="267"/>
            <ac:spMk id="7" creationId="{A1E01DC3-39F1-7981-80DA-637B71A73F8D}"/>
          </ac:spMkLst>
        </pc:spChg>
      </pc:sldChg>
      <pc:sldChg chg="addSp delSp modSp add mod ord">
        <pc:chgData name="Esmot Ara Tuli" userId="af206405-ded7-4f57-85df-4d201fa06a02" providerId="ADAL" clId="{E3259367-A608-4094-A91A-7EC6D042BD96}" dt="2026-09-08T13:58:40.199" v="3209" actId="1076"/>
        <pc:sldMkLst>
          <pc:docMk/>
          <pc:sldMk cId="1705747891" sldId="269"/>
        </pc:sldMkLst>
        <pc:spChg chg="mod">
          <ac:chgData name="Esmot Ara Tuli" userId="af206405-ded7-4f57-85df-4d201fa06a02" providerId="ADAL" clId="{E3259367-A608-4094-A91A-7EC6D042BD96}" dt="2026-09-08T11:56:35.206" v="3203" actId="20577"/>
          <ac:spMkLst>
            <pc:docMk/>
            <pc:sldMk cId="1705747891" sldId="269"/>
            <ac:spMk id="2" creationId="{7476C4F3-E7C2-FBA1-E472-5E4C43569BF7}"/>
          </ac:spMkLst>
        </pc:spChg>
        <pc:spChg chg="add mod">
          <ac:chgData name="Esmot Ara Tuli" userId="af206405-ded7-4f57-85df-4d201fa06a02" providerId="ADAL" clId="{E3259367-A608-4094-A91A-7EC6D042BD96}" dt="2026-09-08T11:57:02.653" v="3207" actId="1076"/>
          <ac:spMkLst>
            <pc:docMk/>
            <pc:sldMk cId="1705747891" sldId="269"/>
            <ac:spMk id="28" creationId="{087479E4-26A9-CC3B-407B-08F2D4193598}"/>
          </ac:spMkLst>
        </pc:spChg>
        <pc:picChg chg="add mod">
          <ac:chgData name="Esmot Ara Tuli" userId="af206405-ded7-4f57-85df-4d201fa06a02" providerId="ADAL" clId="{E3259367-A608-4094-A91A-7EC6D042BD96}" dt="2026-09-08T13:58:40.199" v="3209" actId="1076"/>
          <ac:picMkLst>
            <pc:docMk/>
            <pc:sldMk cId="1705747891" sldId="269"/>
            <ac:picMk id="30" creationId="{7EF238FA-7443-2341-1919-47D9AC9AD5AB}"/>
          </ac:picMkLst>
        </pc:picChg>
      </pc:sldChg>
      <pc:sldChg chg="modSp add del mod">
        <pc:chgData name="Esmot Ara Tuli" userId="af206405-ded7-4f57-85df-4d201fa06a02" providerId="ADAL" clId="{E3259367-A608-4094-A91A-7EC6D042BD96}" dt="2026-09-10T08:06:22.746" v="3240" actId="47"/>
        <pc:sldMkLst>
          <pc:docMk/>
          <pc:sldMk cId="3558506851" sldId="270"/>
        </pc:sldMkLst>
      </pc:sldChg>
      <pc:sldChg chg="modSp add del mod ord">
        <pc:chgData name="Esmot Ara Tuli" userId="af206405-ded7-4f57-85df-4d201fa06a02" providerId="ADAL" clId="{E3259367-A608-4094-A91A-7EC6D042BD96}" dt="2026-09-10T08:06:20.169" v="3238" actId="47"/>
        <pc:sldMkLst>
          <pc:docMk/>
          <pc:sldMk cId="2260015032" sldId="271"/>
        </pc:sldMkLst>
      </pc:sldChg>
      <pc:sldChg chg="modSp add del mod">
        <pc:chgData name="Esmot Ara Tuli" userId="af206405-ded7-4f57-85df-4d201fa06a02" providerId="ADAL" clId="{E3259367-A608-4094-A91A-7EC6D042BD96}" dt="2026-09-10T08:06:21.276" v="3239" actId="47"/>
        <pc:sldMkLst>
          <pc:docMk/>
          <pc:sldMk cId="494357840" sldId="272"/>
        </pc:sldMkLst>
      </pc:sldChg>
      <pc:sldChg chg="modSp add del mod">
        <pc:chgData name="Esmot Ara Tuli" userId="af206405-ded7-4f57-85df-4d201fa06a02" providerId="ADAL" clId="{E3259367-A608-4094-A91A-7EC6D042BD96}" dt="2026-09-10T08:06:18.956" v="3237" actId="47"/>
        <pc:sldMkLst>
          <pc:docMk/>
          <pc:sldMk cId="1752330351" sldId="273"/>
        </pc:sldMkLst>
      </pc:sldChg>
      <pc:sldChg chg="modSp add del mod ord">
        <pc:chgData name="Esmot Ara Tuli" userId="af206405-ded7-4f57-85df-4d201fa06a02" providerId="ADAL" clId="{E3259367-A608-4094-A91A-7EC6D042BD96}" dt="2026-09-10T08:06:24.316" v="3241" actId="47"/>
        <pc:sldMkLst>
          <pc:docMk/>
          <pc:sldMk cId="1519345401" sldId="274"/>
        </pc:sldMkLst>
      </pc:sldChg>
      <pc:sldChg chg="modSp add del mod ord">
        <pc:chgData name="Esmot Ara Tuli" userId="af206405-ded7-4f57-85df-4d201fa06a02" providerId="ADAL" clId="{E3259367-A608-4094-A91A-7EC6D042BD96}" dt="2026-09-10T08:08:55.683" v="3308" actId="47"/>
        <pc:sldMkLst>
          <pc:docMk/>
          <pc:sldMk cId="3582829045" sldId="275"/>
        </pc:sldMkLst>
      </pc:sldChg>
      <pc:sldChg chg="modSp add del mod">
        <pc:chgData name="Esmot Ara Tuli" userId="af206405-ded7-4f57-85df-4d201fa06a02" providerId="ADAL" clId="{E3259367-A608-4094-A91A-7EC6D042BD96}" dt="2026-09-10T08:08:54.116" v="3307" actId="47"/>
        <pc:sldMkLst>
          <pc:docMk/>
          <pc:sldMk cId="2341250303" sldId="276"/>
        </pc:sldMkLst>
      </pc:sldChg>
      <pc:sldChg chg="modSp add del mod">
        <pc:chgData name="Esmot Ara Tuli" userId="af206405-ded7-4f57-85df-4d201fa06a02" providerId="ADAL" clId="{E3259367-A608-4094-A91A-7EC6D042BD96}" dt="2026-09-10T08:08:52.996" v="3306" actId="47"/>
        <pc:sldMkLst>
          <pc:docMk/>
          <pc:sldMk cId="3836416361" sldId="277"/>
        </pc:sldMkLst>
      </pc:sldChg>
      <pc:sldChg chg="modSp add del mod">
        <pc:chgData name="Esmot Ara Tuli" userId="af206405-ded7-4f57-85df-4d201fa06a02" providerId="ADAL" clId="{E3259367-A608-4094-A91A-7EC6D042BD96}" dt="2026-09-10T08:08:51.866" v="3305" actId="47"/>
        <pc:sldMkLst>
          <pc:docMk/>
          <pc:sldMk cId="1471552513" sldId="278"/>
        </pc:sldMkLst>
      </pc:sldChg>
      <pc:sldChg chg="modSp add del mod">
        <pc:chgData name="Esmot Ara Tuli" userId="af206405-ded7-4f57-85df-4d201fa06a02" providerId="ADAL" clId="{E3259367-A608-4094-A91A-7EC6D042BD96}" dt="2026-09-10T08:08:50.401" v="3303" actId="47"/>
        <pc:sldMkLst>
          <pc:docMk/>
          <pc:sldMk cId="1270112617" sldId="279"/>
        </pc:sldMkLst>
      </pc:sldChg>
      <pc:sldChg chg="modSp add del mod">
        <pc:chgData name="Esmot Ara Tuli" userId="af206405-ded7-4f57-85df-4d201fa06a02" providerId="ADAL" clId="{E3259367-A608-4094-A91A-7EC6D042BD96}" dt="2026-09-10T08:08:51.127" v="3304" actId="47"/>
        <pc:sldMkLst>
          <pc:docMk/>
          <pc:sldMk cId="3023208138" sldId="280"/>
        </pc:sldMkLst>
      </pc:sldChg>
      <pc:sldChg chg="modSp add del mod">
        <pc:chgData name="Esmot Ara Tuli" userId="af206405-ded7-4f57-85df-4d201fa06a02" providerId="ADAL" clId="{E3259367-A608-4094-A91A-7EC6D042BD96}" dt="2026-09-10T08:08:49.291" v="3302" actId="47"/>
        <pc:sldMkLst>
          <pc:docMk/>
          <pc:sldMk cId="3847084072" sldId="281"/>
        </pc:sldMkLst>
      </pc:sldChg>
      <pc:sldChg chg="modSp add del mod">
        <pc:chgData name="Esmot Ara Tuli" userId="af206405-ded7-4f57-85df-4d201fa06a02" providerId="ADAL" clId="{E3259367-A608-4094-A91A-7EC6D042BD96}" dt="2026-09-10T08:08:48.815" v="3301" actId="47"/>
        <pc:sldMkLst>
          <pc:docMk/>
          <pc:sldMk cId="221834363" sldId="282"/>
        </pc:sldMkLst>
      </pc:sldChg>
      <pc:sldChg chg="modSp add del mod">
        <pc:chgData name="Esmot Ara Tuli" userId="af206405-ded7-4f57-85df-4d201fa06a02" providerId="ADAL" clId="{E3259367-A608-4094-A91A-7EC6D042BD96}" dt="2026-09-10T08:08:48.231" v="3300" actId="47"/>
        <pc:sldMkLst>
          <pc:docMk/>
          <pc:sldMk cId="816491396" sldId="283"/>
        </pc:sldMkLst>
      </pc:sldChg>
      <pc:sldChg chg="addSp delSp modSp add del mod">
        <pc:chgData name="Esmot Ara Tuli" userId="af206405-ded7-4f57-85df-4d201fa06a02" providerId="ADAL" clId="{E3259367-A608-4094-A91A-7EC6D042BD96}" dt="2026-09-10T08:08:47.686" v="3299" actId="47"/>
        <pc:sldMkLst>
          <pc:docMk/>
          <pc:sldMk cId="1990501887" sldId="284"/>
        </pc:sldMkLst>
      </pc:sldChg>
      <pc:sldChg chg="addSp delSp modSp add del mod">
        <pc:chgData name="Esmot Ara Tuli" userId="af206405-ded7-4f57-85df-4d201fa06a02" providerId="ADAL" clId="{E3259367-A608-4094-A91A-7EC6D042BD96}" dt="2026-09-10T08:08:47.286" v="3298" actId="47"/>
        <pc:sldMkLst>
          <pc:docMk/>
          <pc:sldMk cId="952178080" sldId="285"/>
        </pc:sldMkLst>
      </pc:sldChg>
      <pc:sldChg chg="addSp delSp modSp add del mod">
        <pc:chgData name="Esmot Ara Tuli" userId="af206405-ded7-4f57-85df-4d201fa06a02" providerId="ADAL" clId="{E3259367-A608-4094-A91A-7EC6D042BD96}" dt="2026-09-10T08:08:46.615" v="3297" actId="47"/>
        <pc:sldMkLst>
          <pc:docMk/>
          <pc:sldMk cId="320660299" sldId="286"/>
        </pc:sldMkLst>
      </pc:sldChg>
      <pc:sldChg chg="addSp delSp modSp add del mod">
        <pc:chgData name="Esmot Ara Tuli" userId="af206405-ded7-4f57-85df-4d201fa06a02" providerId="ADAL" clId="{E3259367-A608-4094-A91A-7EC6D042BD96}" dt="2026-09-10T08:08:45.035" v="3295" actId="47"/>
        <pc:sldMkLst>
          <pc:docMk/>
          <pc:sldMk cId="303740608" sldId="287"/>
        </pc:sldMkLst>
      </pc:sldChg>
      <pc:sldChg chg="modSp add del mod ord">
        <pc:chgData name="Esmot Ara Tuli" userId="af206405-ded7-4f57-85df-4d201fa06a02" providerId="ADAL" clId="{E3259367-A608-4094-A91A-7EC6D042BD96}" dt="2026-09-10T08:08:45.811" v="3296" actId="47"/>
        <pc:sldMkLst>
          <pc:docMk/>
          <pc:sldMk cId="3920850498" sldId="288"/>
        </pc:sldMkLst>
      </pc:sldChg>
      <pc:sldChg chg="modSp add del mod ord">
        <pc:chgData name="Esmot Ara Tuli" userId="af206405-ded7-4f57-85df-4d201fa06a02" providerId="ADAL" clId="{E3259367-A608-4094-A91A-7EC6D042BD96}" dt="2026-09-10T08:08:44.657" v="3294" actId="47"/>
        <pc:sldMkLst>
          <pc:docMk/>
          <pc:sldMk cId="3385243376" sldId="289"/>
        </pc:sldMkLst>
      </pc:sldChg>
      <pc:sldChg chg="modSp add del mod ord">
        <pc:chgData name="Esmot Ara Tuli" userId="af206405-ded7-4f57-85df-4d201fa06a02" providerId="ADAL" clId="{E3259367-A608-4094-A91A-7EC6D042BD96}" dt="2026-09-10T08:07:35.491" v="3293" actId="47"/>
        <pc:sldMkLst>
          <pc:docMk/>
          <pc:sldMk cId="1294235822" sldId="290"/>
        </pc:sldMkLst>
      </pc:sldChg>
      <pc:sldChg chg="modSp add del mod">
        <pc:chgData name="Esmot Ara Tuli" userId="af206405-ded7-4f57-85df-4d201fa06a02" providerId="ADAL" clId="{E3259367-A608-4094-A91A-7EC6D042BD96}" dt="2026-09-10T08:07:35.181" v="3292" actId="47"/>
        <pc:sldMkLst>
          <pc:docMk/>
          <pc:sldMk cId="3399222319" sldId="291"/>
        </pc:sldMkLst>
      </pc:sldChg>
      <pc:sldChg chg="addSp modSp add del mod">
        <pc:chgData name="Esmot Ara Tuli" userId="af206405-ded7-4f57-85df-4d201fa06a02" providerId="ADAL" clId="{E3259367-A608-4094-A91A-7EC6D042BD96}" dt="2026-09-10T08:07:34.831" v="3291" actId="47"/>
        <pc:sldMkLst>
          <pc:docMk/>
          <pc:sldMk cId="122026030" sldId="292"/>
        </pc:sldMkLst>
      </pc:sldChg>
      <pc:sldChg chg="delSp modSp add del mod">
        <pc:chgData name="Esmot Ara Tuli" userId="af206405-ded7-4f57-85df-4d201fa06a02" providerId="ADAL" clId="{E3259367-A608-4094-A91A-7EC6D042BD96}" dt="2026-09-10T08:07:34.451" v="3290" actId="47"/>
        <pc:sldMkLst>
          <pc:docMk/>
          <pc:sldMk cId="2806820617" sldId="293"/>
        </pc:sldMkLst>
      </pc:sldChg>
      <pc:sldChg chg="modSp add del mod">
        <pc:chgData name="Esmot Ara Tuli" userId="af206405-ded7-4f57-85df-4d201fa06a02" providerId="ADAL" clId="{E3259367-A608-4094-A91A-7EC6D042BD96}" dt="2026-09-10T08:07:34.101" v="3289" actId="47"/>
        <pc:sldMkLst>
          <pc:docMk/>
          <pc:sldMk cId="1768678734" sldId="294"/>
        </pc:sldMkLst>
      </pc:sldChg>
      <pc:sldChg chg="addSp delSp modSp add del mod">
        <pc:chgData name="Esmot Ara Tuli" userId="af206405-ded7-4f57-85df-4d201fa06a02" providerId="ADAL" clId="{E3259367-A608-4094-A91A-7EC6D042BD96}" dt="2026-09-10T08:07:33.131" v="3287" actId="47"/>
        <pc:sldMkLst>
          <pc:docMk/>
          <pc:sldMk cId="3371452870" sldId="295"/>
        </pc:sldMkLst>
      </pc:sldChg>
      <pc:sldChg chg="modSp add del mod ord">
        <pc:chgData name="Esmot Ara Tuli" userId="af206405-ded7-4f57-85df-4d201fa06a02" providerId="ADAL" clId="{E3259367-A608-4094-A91A-7EC6D042BD96}" dt="2026-09-10T08:07:33.521" v="3288" actId="47"/>
        <pc:sldMkLst>
          <pc:docMk/>
          <pc:sldMk cId="629794757" sldId="296"/>
        </pc:sldMkLst>
      </pc:sldChg>
      <pc:sldChg chg="addSp delSp modSp add del mod">
        <pc:chgData name="Esmot Ara Tuli" userId="af206405-ded7-4f57-85df-4d201fa06a02" providerId="ADAL" clId="{E3259367-A608-4094-A91A-7EC6D042BD96}" dt="2026-09-10T08:07:32.751" v="3286" actId="47"/>
        <pc:sldMkLst>
          <pc:docMk/>
          <pc:sldMk cId="466952473" sldId="297"/>
        </pc:sldMkLst>
      </pc:sldChg>
      <pc:sldChg chg="addSp delSp modSp add del mod">
        <pc:chgData name="Esmot Ara Tuli" userId="af206405-ded7-4f57-85df-4d201fa06a02" providerId="ADAL" clId="{E3259367-A608-4094-A91A-7EC6D042BD96}" dt="2026-09-10T08:07:32.371" v="3285" actId="47"/>
        <pc:sldMkLst>
          <pc:docMk/>
          <pc:sldMk cId="1181186960" sldId="298"/>
        </pc:sldMkLst>
      </pc:sldChg>
      <pc:sldChg chg="addSp delSp modSp add del mod">
        <pc:chgData name="Esmot Ara Tuli" userId="af206405-ded7-4f57-85df-4d201fa06a02" providerId="ADAL" clId="{E3259367-A608-4094-A91A-7EC6D042BD96}" dt="2026-09-10T08:07:32.046" v="3284" actId="47"/>
        <pc:sldMkLst>
          <pc:docMk/>
          <pc:sldMk cId="2157385240" sldId="299"/>
        </pc:sldMkLst>
      </pc:sldChg>
      <pc:sldChg chg="addSp delSp modSp add del mod">
        <pc:chgData name="Esmot Ara Tuli" userId="af206405-ded7-4f57-85df-4d201fa06a02" providerId="ADAL" clId="{E3259367-A608-4094-A91A-7EC6D042BD96}" dt="2026-09-10T08:07:31.666" v="3283" actId="47"/>
        <pc:sldMkLst>
          <pc:docMk/>
          <pc:sldMk cId="3697334097" sldId="300"/>
        </pc:sldMkLst>
      </pc:sldChg>
      <pc:sldChg chg="addSp delSp modSp add del mod">
        <pc:chgData name="Esmot Ara Tuli" userId="af206405-ded7-4f57-85df-4d201fa06a02" providerId="ADAL" clId="{E3259367-A608-4094-A91A-7EC6D042BD96}" dt="2026-09-10T08:07:31.301" v="3282" actId="47"/>
        <pc:sldMkLst>
          <pc:docMk/>
          <pc:sldMk cId="3515796175" sldId="301"/>
        </pc:sldMkLst>
      </pc:sldChg>
      <pc:sldChg chg="addSp delSp modSp add del mod">
        <pc:chgData name="Esmot Ara Tuli" userId="af206405-ded7-4f57-85df-4d201fa06a02" providerId="ADAL" clId="{E3259367-A608-4094-A91A-7EC6D042BD96}" dt="2026-09-10T08:07:31.021" v="3281" actId="47"/>
        <pc:sldMkLst>
          <pc:docMk/>
          <pc:sldMk cId="1575005477" sldId="302"/>
        </pc:sldMkLst>
      </pc:sldChg>
      <pc:sldChg chg="addSp modSp add del mod modAnim">
        <pc:chgData name="Esmot Ara Tuli" userId="af206405-ded7-4f57-85df-4d201fa06a02" providerId="ADAL" clId="{E3259367-A608-4094-A91A-7EC6D042BD96}" dt="2026-09-10T08:07:30.640" v="3280" actId="47"/>
        <pc:sldMkLst>
          <pc:docMk/>
          <pc:sldMk cId="1638275671" sldId="303"/>
        </pc:sldMkLst>
      </pc:sldChg>
      <pc:sldChg chg="addSp delSp modSp add del mod delAnim">
        <pc:chgData name="Esmot Ara Tuli" userId="af206405-ded7-4f57-85df-4d201fa06a02" providerId="ADAL" clId="{E3259367-A608-4094-A91A-7EC6D042BD96}" dt="2026-09-10T08:06:56.398" v="3278" actId="47"/>
        <pc:sldMkLst>
          <pc:docMk/>
          <pc:sldMk cId="925634215" sldId="304"/>
        </pc:sldMkLst>
      </pc:sldChg>
      <pc:sldChg chg="modSp add del mod ord">
        <pc:chgData name="Esmot Ara Tuli" userId="af206405-ded7-4f57-85df-4d201fa06a02" providerId="ADAL" clId="{E3259367-A608-4094-A91A-7EC6D042BD96}" dt="2026-09-10T08:07:11.525" v="3279" actId="47"/>
        <pc:sldMkLst>
          <pc:docMk/>
          <pc:sldMk cId="581957032" sldId="305"/>
        </pc:sldMkLst>
      </pc:sldChg>
      <pc:sldChg chg="addSp delSp modSp add del mod ord">
        <pc:chgData name="Esmot Ara Tuli" userId="af206405-ded7-4f57-85df-4d201fa06a02" providerId="ADAL" clId="{E3259367-A608-4094-A91A-7EC6D042BD96}" dt="2026-09-10T08:06:42.311" v="3277" actId="47"/>
        <pc:sldMkLst>
          <pc:docMk/>
          <pc:sldMk cId="708505684" sldId="306"/>
        </pc:sldMkLst>
      </pc:sldChg>
      <pc:sldChg chg="addSp delSp modSp add del mod ord">
        <pc:chgData name="Esmot Ara Tuli" userId="af206405-ded7-4f57-85df-4d201fa06a02" providerId="ADAL" clId="{E3259367-A608-4094-A91A-7EC6D042BD96}" dt="2026-09-10T08:06:41.897" v="3276" actId="47"/>
        <pc:sldMkLst>
          <pc:docMk/>
          <pc:sldMk cId="197029551" sldId="308"/>
        </pc:sldMkLst>
      </pc:sldChg>
      <pc:sldChg chg="addSp delSp modSp add del mod">
        <pc:chgData name="Esmot Ara Tuli" userId="af206405-ded7-4f57-85df-4d201fa06a02" providerId="ADAL" clId="{E3259367-A608-4094-A91A-7EC6D042BD96}" dt="2026-09-10T08:06:41.605" v="3275" actId="47"/>
        <pc:sldMkLst>
          <pc:docMk/>
          <pc:sldMk cId="911358616" sldId="309"/>
        </pc:sldMkLst>
      </pc:sldChg>
      <pc:sldChg chg="addSp delSp modSp add del mod">
        <pc:chgData name="Esmot Ara Tuli" userId="af206405-ded7-4f57-85df-4d201fa06a02" providerId="ADAL" clId="{E3259367-A608-4094-A91A-7EC6D042BD96}" dt="2026-09-10T08:06:41.313" v="3274" actId="47"/>
        <pc:sldMkLst>
          <pc:docMk/>
          <pc:sldMk cId="1235295865" sldId="310"/>
        </pc:sldMkLst>
      </pc:sldChg>
      <pc:sldChg chg="addSp delSp modSp add del mod">
        <pc:chgData name="Esmot Ara Tuli" userId="af206405-ded7-4f57-85df-4d201fa06a02" providerId="ADAL" clId="{E3259367-A608-4094-A91A-7EC6D042BD96}" dt="2026-09-10T08:06:38.731" v="3273" actId="47"/>
        <pc:sldMkLst>
          <pc:docMk/>
          <pc:sldMk cId="572787634" sldId="311"/>
        </pc:sldMkLst>
      </pc:sldChg>
      <pc:sldChg chg="addSp delSp modSp add del mod">
        <pc:chgData name="Esmot Ara Tuli" userId="af206405-ded7-4f57-85df-4d201fa06a02" providerId="ADAL" clId="{E3259367-A608-4094-A91A-7EC6D042BD96}" dt="2026-09-10T08:06:38.317" v="3272" actId="47"/>
        <pc:sldMkLst>
          <pc:docMk/>
          <pc:sldMk cId="274705246" sldId="312"/>
        </pc:sldMkLst>
      </pc:sldChg>
      <pc:sldChg chg="addSp modSp add del mod">
        <pc:chgData name="Esmot Ara Tuli" userId="af206405-ded7-4f57-85df-4d201fa06a02" providerId="ADAL" clId="{E3259367-A608-4094-A91A-7EC6D042BD96}" dt="2026-09-10T08:06:37.667" v="3271" actId="47"/>
        <pc:sldMkLst>
          <pc:docMk/>
          <pc:sldMk cId="3833138404" sldId="313"/>
        </pc:sldMkLst>
      </pc:sldChg>
      <pc:sldChg chg="addSp modSp add del mod">
        <pc:chgData name="Esmot Ara Tuli" userId="af206405-ded7-4f57-85df-4d201fa06a02" providerId="ADAL" clId="{E3259367-A608-4094-A91A-7EC6D042BD96}" dt="2026-09-10T08:06:37.397" v="3270" actId="47"/>
        <pc:sldMkLst>
          <pc:docMk/>
          <pc:sldMk cId="718620720" sldId="314"/>
        </pc:sldMkLst>
      </pc:sldChg>
      <pc:sldChg chg="addSp delSp modSp add del mod">
        <pc:chgData name="Esmot Ara Tuli" userId="af206405-ded7-4f57-85df-4d201fa06a02" providerId="ADAL" clId="{E3259367-A608-4094-A91A-7EC6D042BD96}" dt="2026-09-10T08:06:37.098" v="3269" actId="47"/>
        <pc:sldMkLst>
          <pc:docMk/>
          <pc:sldMk cId="249098453" sldId="315"/>
        </pc:sldMkLst>
      </pc:sldChg>
      <pc:sldChg chg="addSp modSp add del mod">
        <pc:chgData name="Esmot Ara Tuli" userId="af206405-ded7-4f57-85df-4d201fa06a02" providerId="ADAL" clId="{E3259367-A608-4094-A91A-7EC6D042BD96}" dt="2026-09-10T08:06:36.747" v="3268" actId="47"/>
        <pc:sldMkLst>
          <pc:docMk/>
          <pc:sldMk cId="2506610104" sldId="316"/>
        </pc:sldMkLst>
      </pc:sldChg>
      <pc:sldChg chg="addSp delSp modSp add del mod">
        <pc:chgData name="Esmot Ara Tuli" userId="af206405-ded7-4f57-85df-4d201fa06a02" providerId="ADAL" clId="{E3259367-A608-4094-A91A-7EC6D042BD96}" dt="2026-09-10T08:06:36.367" v="3267" actId="47"/>
        <pc:sldMkLst>
          <pc:docMk/>
          <pc:sldMk cId="1894595977" sldId="317"/>
        </pc:sldMkLst>
      </pc:sldChg>
      <pc:sldChg chg="add del">
        <pc:chgData name="Esmot Ara Tuli" userId="af206405-ded7-4f57-85df-4d201fa06a02" providerId="ADAL" clId="{E3259367-A608-4094-A91A-7EC6D042BD96}" dt="2026-09-10T08:06:36.137" v="3266" actId="47"/>
        <pc:sldMkLst>
          <pc:docMk/>
          <pc:sldMk cId="39306309" sldId="318"/>
        </pc:sldMkLst>
      </pc:sldChg>
      <pc:sldChg chg="addSp delSp modSp add del mod">
        <pc:chgData name="Esmot Ara Tuli" userId="af206405-ded7-4f57-85df-4d201fa06a02" providerId="ADAL" clId="{E3259367-A608-4094-A91A-7EC6D042BD96}" dt="2026-09-10T08:06:35.917" v="3265" actId="47"/>
        <pc:sldMkLst>
          <pc:docMk/>
          <pc:sldMk cId="873744127" sldId="319"/>
        </pc:sldMkLst>
      </pc:sldChg>
      <pc:sldChg chg="addSp delSp modSp add del mod">
        <pc:chgData name="Esmot Ara Tuli" userId="af206405-ded7-4f57-85df-4d201fa06a02" providerId="ADAL" clId="{E3259367-A608-4094-A91A-7EC6D042BD96}" dt="2026-09-10T08:06:35.667" v="3264" actId="47"/>
        <pc:sldMkLst>
          <pc:docMk/>
          <pc:sldMk cId="3624015820" sldId="320"/>
        </pc:sldMkLst>
      </pc:sldChg>
      <pc:sldChg chg="addSp delSp modSp add del mod">
        <pc:chgData name="Esmot Ara Tuli" userId="af206405-ded7-4f57-85df-4d201fa06a02" providerId="ADAL" clId="{E3259367-A608-4094-A91A-7EC6D042BD96}" dt="2026-09-10T08:06:35.442" v="3263" actId="47"/>
        <pc:sldMkLst>
          <pc:docMk/>
          <pc:sldMk cId="2498934520" sldId="321"/>
        </pc:sldMkLst>
      </pc:sldChg>
      <pc:sldChg chg="addSp delSp add del mod">
        <pc:chgData name="Esmot Ara Tuli" userId="af206405-ded7-4f57-85df-4d201fa06a02" providerId="ADAL" clId="{E3259367-A608-4094-A91A-7EC6D042BD96}" dt="2026-09-10T08:06:35.187" v="3262" actId="47"/>
        <pc:sldMkLst>
          <pc:docMk/>
          <pc:sldMk cId="4280303757" sldId="322"/>
        </pc:sldMkLst>
      </pc:sldChg>
      <pc:sldChg chg="addSp delSp modSp add del mod">
        <pc:chgData name="Esmot Ara Tuli" userId="af206405-ded7-4f57-85df-4d201fa06a02" providerId="ADAL" clId="{E3259367-A608-4094-A91A-7EC6D042BD96}" dt="2026-09-10T08:06:34.927" v="3261" actId="47"/>
        <pc:sldMkLst>
          <pc:docMk/>
          <pc:sldMk cId="3154405850" sldId="323"/>
        </pc:sldMkLst>
      </pc:sldChg>
      <pc:sldChg chg="addSp delSp modSp add del mod">
        <pc:chgData name="Esmot Ara Tuli" userId="af206405-ded7-4f57-85df-4d201fa06a02" providerId="ADAL" clId="{E3259367-A608-4094-A91A-7EC6D042BD96}" dt="2026-09-10T08:06:34.437" v="3259" actId="47"/>
        <pc:sldMkLst>
          <pc:docMk/>
          <pc:sldMk cId="2260883758" sldId="324"/>
        </pc:sldMkLst>
      </pc:sldChg>
      <pc:sldChg chg="delSp modSp add del mod ord">
        <pc:chgData name="Esmot Ara Tuli" userId="af206405-ded7-4f57-85df-4d201fa06a02" providerId="ADAL" clId="{E3259367-A608-4094-A91A-7EC6D042BD96}" dt="2026-09-10T08:06:34.689" v="3260" actId="47"/>
        <pc:sldMkLst>
          <pc:docMk/>
          <pc:sldMk cId="1365192087" sldId="325"/>
        </pc:sldMkLst>
      </pc:sldChg>
      <pc:sldChg chg="addSp delSp modSp add del mod">
        <pc:chgData name="Esmot Ara Tuli" userId="af206405-ded7-4f57-85df-4d201fa06a02" providerId="ADAL" clId="{E3259367-A608-4094-A91A-7EC6D042BD96}" dt="2026-09-10T08:06:33.589" v="3258" actId="47"/>
        <pc:sldMkLst>
          <pc:docMk/>
          <pc:sldMk cId="2251492707" sldId="326"/>
        </pc:sldMkLst>
      </pc:sldChg>
      <pc:sldChg chg="addSp delSp modSp add del mod">
        <pc:chgData name="Esmot Ara Tuli" userId="af206405-ded7-4f57-85df-4d201fa06a02" providerId="ADAL" clId="{E3259367-A608-4094-A91A-7EC6D042BD96}" dt="2026-09-10T08:06:33.229" v="3257" actId="47"/>
        <pc:sldMkLst>
          <pc:docMk/>
          <pc:sldMk cId="1183359540" sldId="327"/>
        </pc:sldMkLst>
      </pc:sldChg>
      <pc:sldChg chg="addSp modSp add del mod">
        <pc:chgData name="Esmot Ara Tuli" userId="af206405-ded7-4f57-85df-4d201fa06a02" providerId="ADAL" clId="{E3259367-A608-4094-A91A-7EC6D042BD96}" dt="2026-09-10T08:06:32.957" v="3256" actId="47"/>
        <pc:sldMkLst>
          <pc:docMk/>
          <pc:sldMk cId="2354410240" sldId="328"/>
        </pc:sldMkLst>
      </pc:sldChg>
      <pc:sldChg chg="addSp delSp modSp add del mod">
        <pc:chgData name="Esmot Ara Tuli" userId="af206405-ded7-4f57-85df-4d201fa06a02" providerId="ADAL" clId="{E3259367-A608-4094-A91A-7EC6D042BD96}" dt="2026-09-10T08:06:32.695" v="3255" actId="47"/>
        <pc:sldMkLst>
          <pc:docMk/>
          <pc:sldMk cId="1028881081" sldId="329"/>
        </pc:sldMkLst>
      </pc:sldChg>
      <pc:sldChg chg="addSp delSp modSp add del mod">
        <pc:chgData name="Esmot Ara Tuli" userId="af206405-ded7-4f57-85df-4d201fa06a02" providerId="ADAL" clId="{E3259367-A608-4094-A91A-7EC6D042BD96}" dt="2026-09-10T08:06:32.436" v="3254" actId="47"/>
        <pc:sldMkLst>
          <pc:docMk/>
          <pc:sldMk cId="2191431182" sldId="330"/>
        </pc:sldMkLst>
      </pc:sldChg>
      <pc:sldChg chg="addSp delSp modSp add del mod">
        <pc:chgData name="Esmot Ara Tuli" userId="af206405-ded7-4f57-85df-4d201fa06a02" providerId="ADAL" clId="{E3259367-A608-4094-A91A-7EC6D042BD96}" dt="2026-09-10T08:06:32.197" v="3253" actId="47"/>
        <pc:sldMkLst>
          <pc:docMk/>
          <pc:sldMk cId="4240943985" sldId="331"/>
        </pc:sldMkLst>
      </pc:sldChg>
      <pc:sldChg chg="addSp delSp modSp add del mod">
        <pc:chgData name="Esmot Ara Tuli" userId="af206405-ded7-4f57-85df-4d201fa06a02" providerId="ADAL" clId="{E3259367-A608-4094-A91A-7EC6D042BD96}" dt="2026-09-10T08:06:31.956" v="3252" actId="47"/>
        <pc:sldMkLst>
          <pc:docMk/>
          <pc:sldMk cId="1609847009" sldId="332"/>
        </pc:sldMkLst>
      </pc:sldChg>
      <pc:sldChg chg="addSp delSp modSp add del mod ord">
        <pc:chgData name="Esmot Ara Tuli" userId="af206405-ded7-4f57-85df-4d201fa06a02" providerId="ADAL" clId="{E3259367-A608-4094-A91A-7EC6D042BD96}" dt="2026-09-10T08:06:31.736" v="3251" actId="47"/>
        <pc:sldMkLst>
          <pc:docMk/>
          <pc:sldMk cId="1557991351" sldId="333"/>
        </pc:sldMkLst>
      </pc:sldChg>
      <pc:sldChg chg="modSp add del mod modNotesTx">
        <pc:chgData name="Esmot Ara Tuli" userId="af206405-ded7-4f57-85df-4d201fa06a02" providerId="ADAL" clId="{E3259367-A608-4094-A91A-7EC6D042BD96}" dt="2026-09-10T08:06:31.516" v="3250" actId="47"/>
        <pc:sldMkLst>
          <pc:docMk/>
          <pc:sldMk cId="3189419409" sldId="334"/>
        </pc:sldMkLst>
      </pc:sldChg>
      <pc:sldChg chg="addSp delSp modSp add del mod">
        <pc:chgData name="Esmot Ara Tuli" userId="af206405-ded7-4f57-85df-4d201fa06a02" providerId="ADAL" clId="{E3259367-A608-4094-A91A-7EC6D042BD96}" dt="2026-09-10T08:06:31.272" v="3249" actId="47"/>
        <pc:sldMkLst>
          <pc:docMk/>
          <pc:sldMk cId="1135625164" sldId="336"/>
        </pc:sldMkLst>
      </pc:sldChg>
      <pc:sldChg chg="addSp delSp modSp add del mod">
        <pc:chgData name="Esmot Ara Tuli" userId="af206405-ded7-4f57-85df-4d201fa06a02" providerId="ADAL" clId="{E3259367-A608-4094-A91A-7EC6D042BD96}" dt="2026-09-10T08:06:31.056" v="3248" actId="47"/>
        <pc:sldMkLst>
          <pc:docMk/>
          <pc:sldMk cId="4208218457" sldId="337"/>
        </pc:sldMkLst>
      </pc:sldChg>
      <pc:sldChg chg="addSp delSp modSp add del mod">
        <pc:chgData name="Esmot Ara Tuli" userId="af206405-ded7-4f57-85df-4d201fa06a02" providerId="ADAL" clId="{E3259367-A608-4094-A91A-7EC6D042BD96}" dt="2026-09-10T08:06:30.607" v="3246" actId="47"/>
        <pc:sldMkLst>
          <pc:docMk/>
          <pc:sldMk cId="1191267553" sldId="338"/>
        </pc:sldMkLst>
      </pc:sldChg>
      <pc:sldChg chg="modSp add del mod ord">
        <pc:chgData name="Esmot Ara Tuli" userId="af206405-ded7-4f57-85df-4d201fa06a02" providerId="ADAL" clId="{E3259367-A608-4094-A91A-7EC6D042BD96}" dt="2026-09-10T08:06:30.836" v="3247" actId="47"/>
        <pc:sldMkLst>
          <pc:docMk/>
          <pc:sldMk cId="291730180" sldId="339"/>
        </pc:sldMkLst>
      </pc:sldChg>
      <pc:sldChg chg="modSp add del mod">
        <pc:chgData name="Esmot Ara Tuli" userId="af206405-ded7-4f57-85df-4d201fa06a02" providerId="ADAL" clId="{E3259367-A608-4094-A91A-7EC6D042BD96}" dt="2026-09-10T08:06:30.377" v="3245" actId="47"/>
        <pc:sldMkLst>
          <pc:docMk/>
          <pc:sldMk cId="3557631824" sldId="340"/>
        </pc:sldMkLst>
      </pc:sldChg>
      <pc:sldChg chg="addSp modSp add del mod">
        <pc:chgData name="Esmot Ara Tuli" userId="af206405-ded7-4f57-85df-4d201fa06a02" providerId="ADAL" clId="{E3259367-A608-4094-A91A-7EC6D042BD96}" dt="2026-09-10T08:06:30.056" v="3244" actId="47"/>
        <pc:sldMkLst>
          <pc:docMk/>
          <pc:sldMk cId="3617521983" sldId="341"/>
        </pc:sldMkLst>
      </pc:sldChg>
      <pc:sldChg chg="modSp add del mod ord">
        <pc:chgData name="Esmot Ara Tuli" userId="af206405-ded7-4f57-85df-4d201fa06a02" providerId="ADAL" clId="{E3259367-A608-4094-A91A-7EC6D042BD96}" dt="2026-09-10T08:06:29.617" v="3243" actId="47"/>
        <pc:sldMkLst>
          <pc:docMk/>
          <pc:sldMk cId="3141142433" sldId="342"/>
        </pc:sldMkLst>
      </pc:sldChg>
      <pc:sldChg chg="addSp delSp modSp add del mod ord">
        <pc:chgData name="Esmot Ara Tuli" userId="af206405-ded7-4f57-85df-4d201fa06a02" providerId="ADAL" clId="{E3259367-A608-4094-A91A-7EC6D042BD96}" dt="2026-09-10T08:06:29.116" v="3242" actId="47"/>
        <pc:sldMkLst>
          <pc:docMk/>
          <pc:sldMk cId="1915708795" sldId="343"/>
        </pc:sldMkLst>
      </pc:sldChg>
      <pc:sldChg chg="modSp add mod ord">
        <pc:chgData name="Esmot Ara Tuli" userId="af206405-ded7-4f57-85df-4d201fa06a02" providerId="ADAL" clId="{E3259367-A608-4094-A91A-7EC6D042BD96}" dt="2026-09-08T11:22:00.346" v="2805" actId="1076"/>
        <pc:sldMkLst>
          <pc:docMk/>
          <pc:sldMk cId="3820544535" sldId="344"/>
        </pc:sldMkLst>
        <pc:spChg chg="mod">
          <ac:chgData name="Esmot Ara Tuli" userId="af206405-ded7-4f57-85df-4d201fa06a02" providerId="ADAL" clId="{E3259367-A608-4094-A91A-7EC6D042BD96}" dt="2026-09-08T11:22:00.346" v="2805" actId="1076"/>
          <ac:spMkLst>
            <pc:docMk/>
            <pc:sldMk cId="3820544535" sldId="344"/>
            <ac:spMk id="2" creationId="{345DF59C-75F4-E023-2882-A6BBB02322B6}"/>
          </ac:spMkLst>
        </pc:spChg>
      </pc:sldChg>
      <pc:sldChg chg="addSp delSp modSp add mod ord">
        <pc:chgData name="Esmot Ara Tuli" userId="af206405-ded7-4f57-85df-4d201fa06a02" providerId="ADAL" clId="{E3259367-A608-4094-A91A-7EC6D042BD96}" dt="2026-09-08T11:23:04.475" v="2817" actId="1076"/>
        <pc:sldMkLst>
          <pc:docMk/>
          <pc:sldMk cId="2658751938" sldId="345"/>
        </pc:sldMkLst>
        <pc:spChg chg="mod">
          <ac:chgData name="Esmot Ara Tuli" userId="af206405-ded7-4f57-85df-4d201fa06a02" providerId="ADAL" clId="{E3259367-A608-4094-A91A-7EC6D042BD96}" dt="2026-09-08T11:22:44.415" v="2815"/>
          <ac:spMkLst>
            <pc:docMk/>
            <pc:sldMk cId="2658751938" sldId="345"/>
            <ac:spMk id="2" creationId="{E6BD4CA1-A4BC-CA14-7991-81D08C5439FC}"/>
          </ac:spMkLst>
        </pc:spChg>
        <pc:spChg chg="add mod">
          <ac:chgData name="Esmot Ara Tuli" userId="af206405-ded7-4f57-85df-4d201fa06a02" providerId="ADAL" clId="{E3259367-A608-4094-A91A-7EC6D042BD96}" dt="2026-09-08T11:22:12.841" v="2813" actId="20577"/>
          <ac:spMkLst>
            <pc:docMk/>
            <pc:sldMk cId="2658751938" sldId="345"/>
            <ac:spMk id="4" creationId="{2B3A101D-2B7D-B37F-74FC-815537586161}"/>
          </ac:spMkLst>
        </pc:spChg>
        <pc:graphicFrameChg chg="add mod">
          <ac:chgData name="Esmot Ara Tuli" userId="af206405-ded7-4f57-85df-4d201fa06a02" providerId="ADAL" clId="{E3259367-A608-4094-A91A-7EC6D042BD96}" dt="2026-09-08T11:23:04.475" v="2817" actId="1076"/>
          <ac:graphicFrameMkLst>
            <pc:docMk/>
            <pc:sldMk cId="2658751938" sldId="345"/>
            <ac:graphicFrameMk id="9" creationId="{99207D63-F8C3-5174-6FAE-4BD2C79F593F}"/>
          </ac:graphicFrameMkLst>
        </pc:graphicFrameChg>
      </pc:sldChg>
      <pc:sldChg chg="addSp delSp modSp add mod">
        <pc:chgData name="Esmot Ara Tuli" userId="af206405-ded7-4f57-85df-4d201fa06a02" providerId="ADAL" clId="{E3259367-A608-4094-A91A-7EC6D042BD96}" dt="2026-09-08T11:24:55.413" v="2832" actId="22"/>
        <pc:sldMkLst>
          <pc:docMk/>
          <pc:sldMk cId="1057409428" sldId="346"/>
        </pc:sldMkLst>
        <pc:spChg chg="mod">
          <ac:chgData name="Esmot Ara Tuli" userId="af206405-ded7-4f57-85df-4d201fa06a02" providerId="ADAL" clId="{E3259367-A608-4094-A91A-7EC6D042BD96}" dt="2026-09-08T11:23:40.614" v="2821"/>
          <ac:spMkLst>
            <pc:docMk/>
            <pc:sldMk cId="1057409428" sldId="346"/>
            <ac:spMk id="2" creationId="{45095880-4BDA-1B1C-8DED-22A13F07C117}"/>
          </ac:spMkLst>
        </pc:spChg>
        <pc:spChg chg="mod">
          <ac:chgData name="Esmot Ara Tuli" userId="af206405-ded7-4f57-85df-4d201fa06a02" providerId="ADAL" clId="{E3259367-A608-4094-A91A-7EC6D042BD96}" dt="2026-09-08T11:24:37.599" v="2828"/>
          <ac:spMkLst>
            <pc:docMk/>
            <pc:sldMk cId="1057409428" sldId="346"/>
            <ac:spMk id="4" creationId="{10347ED7-B627-9FBF-585D-93774B4BC5A0}"/>
          </ac:spMkLst>
        </pc:spChg>
        <pc:graphicFrameChg chg="add">
          <ac:chgData name="Esmot Ara Tuli" userId="af206405-ded7-4f57-85df-4d201fa06a02" providerId="ADAL" clId="{E3259367-A608-4094-A91A-7EC6D042BD96}" dt="2026-09-08T11:24:55.413" v="2832" actId="22"/>
          <ac:graphicFrameMkLst>
            <pc:docMk/>
            <pc:sldMk cId="1057409428" sldId="346"/>
            <ac:graphicFrameMk id="11" creationId="{6423D7BF-5E7F-5B5D-2BDE-CC5A1B013906}"/>
          </ac:graphicFrameMkLst>
        </pc:graphicFrameChg>
      </pc:sldChg>
      <pc:sldChg chg="addSp delSp modSp add mod ord">
        <pc:chgData name="Esmot Ara Tuli" userId="af206405-ded7-4f57-85df-4d201fa06a02" providerId="ADAL" clId="{E3259367-A608-4094-A91A-7EC6D042BD96}" dt="2026-09-08T11:34:24.735" v="2847" actId="14100"/>
        <pc:sldMkLst>
          <pc:docMk/>
          <pc:sldMk cId="2897417783" sldId="347"/>
        </pc:sldMkLst>
        <pc:spChg chg="mod">
          <ac:chgData name="Esmot Ara Tuli" userId="af206405-ded7-4f57-85df-4d201fa06a02" providerId="ADAL" clId="{E3259367-A608-4094-A91A-7EC6D042BD96}" dt="2026-09-08T11:34:12.135" v="2844" actId="1076"/>
          <ac:spMkLst>
            <pc:docMk/>
            <pc:sldMk cId="2897417783" sldId="347"/>
            <ac:spMk id="2" creationId="{D1E5B0C0-BFA2-CE75-C4A6-D2A59B542C76}"/>
          </ac:spMkLst>
        </pc:spChg>
        <pc:spChg chg="add del mod">
          <ac:chgData name="Esmot Ara Tuli" userId="af206405-ded7-4f57-85df-4d201fa06a02" providerId="ADAL" clId="{E3259367-A608-4094-A91A-7EC6D042BD96}" dt="2026-09-08T11:34:24.735" v="2847" actId="14100"/>
          <ac:spMkLst>
            <pc:docMk/>
            <pc:sldMk cId="2897417783" sldId="347"/>
            <ac:spMk id="5" creationId="{FE3806E5-DCF6-F2B2-4231-264233CBCFAC}"/>
          </ac:spMkLst>
        </pc:spChg>
        <pc:picChg chg="add mod">
          <ac:chgData name="Esmot Ara Tuli" userId="af206405-ded7-4f57-85df-4d201fa06a02" providerId="ADAL" clId="{E3259367-A608-4094-A91A-7EC6D042BD96}" dt="2026-09-08T11:33:53.405" v="2841" actId="1076"/>
          <ac:picMkLst>
            <pc:docMk/>
            <pc:sldMk cId="2897417783" sldId="347"/>
            <ac:picMk id="7" creationId="{F9060019-7252-4A03-0179-E195FA220C4A}"/>
          </ac:picMkLst>
        </pc:picChg>
      </pc:sldChg>
      <pc:sldChg chg="modSp add mod ord">
        <pc:chgData name="Esmot Ara Tuli" userId="af206405-ded7-4f57-85df-4d201fa06a02" providerId="ADAL" clId="{E3259367-A608-4094-A91A-7EC6D042BD96}" dt="2026-09-08T11:35:43.092" v="2856"/>
        <pc:sldMkLst>
          <pc:docMk/>
          <pc:sldMk cId="3476028799" sldId="348"/>
        </pc:sldMkLst>
        <pc:spChg chg="mod">
          <ac:chgData name="Esmot Ara Tuli" userId="af206405-ded7-4f57-85df-4d201fa06a02" providerId="ADAL" clId="{E3259367-A608-4094-A91A-7EC6D042BD96}" dt="2026-09-08T11:35:43.092" v="2856"/>
          <ac:spMkLst>
            <pc:docMk/>
            <pc:sldMk cId="3476028799" sldId="348"/>
            <ac:spMk id="2" creationId="{C3E92DD9-8AA3-C92F-1438-7A41D8AAEA38}"/>
          </ac:spMkLst>
        </pc:spChg>
      </pc:sldChg>
      <pc:sldChg chg="addSp delSp modSp add mod ord modAnim">
        <pc:chgData name="Esmot Ara Tuli" userId="af206405-ded7-4f57-85df-4d201fa06a02" providerId="ADAL" clId="{E3259367-A608-4094-A91A-7EC6D042BD96}" dt="2026-09-08T11:37:11.668" v="2875" actId="1076"/>
        <pc:sldMkLst>
          <pc:docMk/>
          <pc:sldMk cId="461730778" sldId="349"/>
        </pc:sldMkLst>
        <pc:spChg chg="mod">
          <ac:chgData name="Esmot Ara Tuli" userId="af206405-ded7-4f57-85df-4d201fa06a02" providerId="ADAL" clId="{E3259367-A608-4094-A91A-7EC6D042BD96}" dt="2026-09-08T11:36:32.512" v="2867"/>
          <ac:spMkLst>
            <pc:docMk/>
            <pc:sldMk cId="461730778" sldId="349"/>
            <ac:spMk id="2" creationId="{5DEF25FF-1ADF-726D-66A2-F95F9C063845}"/>
          </ac:spMkLst>
        </pc:spChg>
        <pc:spChg chg="add mod">
          <ac:chgData name="Esmot Ara Tuli" userId="af206405-ded7-4f57-85df-4d201fa06a02" providerId="ADAL" clId="{E3259367-A608-4094-A91A-7EC6D042BD96}" dt="2026-09-08T11:36:47.110" v="2868" actId="20577"/>
          <ac:spMkLst>
            <pc:docMk/>
            <pc:sldMk cId="461730778" sldId="349"/>
            <ac:spMk id="4" creationId="{2158A8FC-7A3D-DA04-2D77-A3BDF8757A34}"/>
          </ac:spMkLst>
        </pc:spChg>
        <pc:spChg chg="add mod">
          <ac:chgData name="Esmot Ara Tuli" userId="af206405-ded7-4f57-85df-4d201fa06a02" providerId="ADAL" clId="{E3259367-A608-4094-A91A-7EC6D042BD96}" dt="2026-09-08T11:37:11.668" v="2875" actId="1076"/>
          <ac:spMkLst>
            <pc:docMk/>
            <pc:sldMk cId="461730778" sldId="349"/>
            <ac:spMk id="10" creationId="{75036DC2-4E70-D475-4C30-D8BD76C026D7}"/>
          </ac:spMkLst>
        </pc:spChg>
        <pc:picChg chg="add mod">
          <ac:chgData name="Esmot Ara Tuli" userId="af206405-ded7-4f57-85df-4d201fa06a02" providerId="ADAL" clId="{E3259367-A608-4094-A91A-7EC6D042BD96}" dt="2026-09-08T11:36:25.423" v="2866" actId="1076"/>
          <ac:picMkLst>
            <pc:docMk/>
            <pc:sldMk cId="461730778" sldId="349"/>
            <ac:picMk id="9" creationId="{46BF6DB3-4C9D-BEE0-CB72-C264A80C09DF}"/>
          </ac:picMkLst>
        </pc:picChg>
      </pc:sldChg>
      <pc:sldChg chg="addSp delSp modSp add mod">
        <pc:chgData name="Esmot Ara Tuli" userId="af206405-ded7-4f57-85df-4d201fa06a02" providerId="ADAL" clId="{E3259367-A608-4094-A91A-7EC6D042BD96}" dt="2026-09-08T11:55:21.799" v="3178" actId="14100"/>
        <pc:sldMkLst>
          <pc:docMk/>
          <pc:sldMk cId="1207667937" sldId="350"/>
        </pc:sldMkLst>
        <pc:spChg chg="mod">
          <ac:chgData name="Esmot Ara Tuli" userId="af206405-ded7-4f57-85df-4d201fa06a02" providerId="ADAL" clId="{E3259367-A608-4094-A91A-7EC6D042BD96}" dt="2026-09-08T11:54:08.751" v="3125"/>
          <ac:spMkLst>
            <pc:docMk/>
            <pc:sldMk cId="1207667937" sldId="350"/>
            <ac:spMk id="2" creationId="{0BF41D1C-90BE-7DE6-D1E2-A0FA88D905B7}"/>
          </ac:spMkLst>
        </pc:spChg>
        <pc:spChg chg="add mod">
          <ac:chgData name="Esmot Ara Tuli" userId="af206405-ded7-4f57-85df-4d201fa06a02" providerId="ADAL" clId="{E3259367-A608-4094-A91A-7EC6D042BD96}" dt="2026-09-08T11:54:41.727" v="3171" actId="2711"/>
          <ac:spMkLst>
            <pc:docMk/>
            <pc:sldMk cId="1207667937" sldId="350"/>
            <ac:spMk id="5" creationId="{F504569B-DE13-B097-0017-9C013D1E7B10}"/>
          </ac:spMkLst>
        </pc:spChg>
        <pc:spChg chg="add mod">
          <ac:chgData name="Esmot Ara Tuli" userId="af206405-ded7-4f57-85df-4d201fa06a02" providerId="ADAL" clId="{E3259367-A608-4094-A91A-7EC6D042BD96}" dt="2026-09-08T11:54:27.827" v="3170" actId="1036"/>
          <ac:spMkLst>
            <pc:docMk/>
            <pc:sldMk cId="1207667937" sldId="350"/>
            <ac:spMk id="8" creationId="{0D121DDC-B8EE-9948-EEAD-A55BE1F6C362}"/>
          </ac:spMkLst>
        </pc:spChg>
        <pc:spChg chg="add mod">
          <ac:chgData name="Esmot Ara Tuli" userId="af206405-ded7-4f57-85df-4d201fa06a02" providerId="ADAL" clId="{E3259367-A608-4094-A91A-7EC6D042BD96}" dt="2026-09-08T11:54:27.827" v="3170" actId="1036"/>
          <ac:spMkLst>
            <pc:docMk/>
            <pc:sldMk cId="1207667937" sldId="350"/>
            <ac:spMk id="10" creationId="{3E9D4559-2624-276F-3644-E4589CEE365B}"/>
          </ac:spMkLst>
        </pc:spChg>
        <pc:spChg chg="add mod">
          <ac:chgData name="Esmot Ara Tuli" userId="af206405-ded7-4f57-85df-4d201fa06a02" providerId="ADAL" clId="{E3259367-A608-4094-A91A-7EC6D042BD96}" dt="2026-09-08T11:54:27.827" v="3170" actId="1036"/>
          <ac:spMkLst>
            <pc:docMk/>
            <pc:sldMk cId="1207667937" sldId="350"/>
            <ac:spMk id="12" creationId="{185350DC-42DB-DB5B-B803-3D856ED81DF6}"/>
          </ac:spMkLst>
        </pc:spChg>
        <pc:spChg chg="add mod">
          <ac:chgData name="Esmot Ara Tuli" userId="af206405-ded7-4f57-85df-4d201fa06a02" providerId="ADAL" clId="{E3259367-A608-4094-A91A-7EC6D042BD96}" dt="2026-09-08T11:54:27.827" v="3170" actId="1036"/>
          <ac:spMkLst>
            <pc:docMk/>
            <pc:sldMk cId="1207667937" sldId="350"/>
            <ac:spMk id="14" creationId="{5A0E55AA-C2E8-8F9D-1667-C9173C0E73B5}"/>
          </ac:spMkLst>
        </pc:spChg>
        <pc:spChg chg="add mod">
          <ac:chgData name="Esmot Ara Tuli" userId="af206405-ded7-4f57-85df-4d201fa06a02" providerId="ADAL" clId="{E3259367-A608-4094-A91A-7EC6D042BD96}" dt="2026-09-08T11:54:27.827" v="3170" actId="1036"/>
          <ac:spMkLst>
            <pc:docMk/>
            <pc:sldMk cId="1207667937" sldId="350"/>
            <ac:spMk id="16" creationId="{C18DF5B7-0291-9F5B-BE24-FE3C5A2C6E8D}"/>
          </ac:spMkLst>
        </pc:spChg>
        <pc:spChg chg="add mod">
          <ac:chgData name="Esmot Ara Tuli" userId="af206405-ded7-4f57-85df-4d201fa06a02" providerId="ADAL" clId="{E3259367-A608-4094-A91A-7EC6D042BD96}" dt="2026-09-08T11:54:27.827" v="3170" actId="1036"/>
          <ac:spMkLst>
            <pc:docMk/>
            <pc:sldMk cId="1207667937" sldId="350"/>
            <ac:spMk id="18" creationId="{BE509D51-342C-A3F2-53C3-F900EC2EE53C}"/>
          </ac:spMkLst>
        </pc:spChg>
        <pc:spChg chg="add mod">
          <ac:chgData name="Esmot Ara Tuli" userId="af206405-ded7-4f57-85df-4d201fa06a02" providerId="ADAL" clId="{E3259367-A608-4094-A91A-7EC6D042BD96}" dt="2026-09-08T11:54:53.465" v="3172" actId="2711"/>
          <ac:spMkLst>
            <pc:docMk/>
            <pc:sldMk cId="1207667937" sldId="350"/>
            <ac:spMk id="20" creationId="{256EF27F-8686-AFCA-9690-1BEDB87ADD7F}"/>
          </ac:spMkLst>
        </pc:spChg>
        <pc:spChg chg="mod">
          <ac:chgData name="Esmot Ara Tuli" userId="af206405-ded7-4f57-85df-4d201fa06a02" providerId="ADAL" clId="{E3259367-A608-4094-A91A-7EC6D042BD96}" dt="2026-09-08T11:55:03.341" v="3174" actId="14100"/>
          <ac:spMkLst>
            <pc:docMk/>
            <pc:sldMk cId="1207667937" sldId="350"/>
            <ac:spMk id="22" creationId="{FF2108B7-C363-F56C-6C1B-AC8F94866B2D}"/>
          </ac:spMkLst>
        </pc:spChg>
        <pc:spChg chg="add mod">
          <ac:chgData name="Esmot Ara Tuli" userId="af206405-ded7-4f57-85df-4d201fa06a02" providerId="ADAL" clId="{E3259367-A608-4094-A91A-7EC6D042BD96}" dt="2026-09-08T11:55:12.498" v="3176" actId="14100"/>
          <ac:spMkLst>
            <pc:docMk/>
            <pc:sldMk cId="1207667937" sldId="350"/>
            <ac:spMk id="24" creationId="{4B270534-A45F-0329-F4FD-7725EBFFDE7B}"/>
          </ac:spMkLst>
        </pc:spChg>
        <pc:spChg chg="add mod">
          <ac:chgData name="Esmot Ara Tuli" userId="af206405-ded7-4f57-85df-4d201fa06a02" providerId="ADAL" clId="{E3259367-A608-4094-A91A-7EC6D042BD96}" dt="2026-09-08T11:55:21.799" v="3178" actId="14100"/>
          <ac:spMkLst>
            <pc:docMk/>
            <pc:sldMk cId="1207667937" sldId="350"/>
            <ac:spMk id="26" creationId="{FFA789C7-D2CF-7D21-BEFD-C1A20EE31B37}"/>
          </ac:spMkLst>
        </pc:spChg>
      </pc:sldChg>
      <pc:sldChg chg="delSp modSp add mod ord">
        <pc:chgData name="Esmot Ara Tuli" userId="af206405-ded7-4f57-85df-4d201fa06a02" providerId="ADAL" clId="{E3259367-A608-4094-A91A-7EC6D042BD96}" dt="2026-09-08T11:56:14.048" v="3190" actId="20577"/>
        <pc:sldMkLst>
          <pc:docMk/>
          <pc:sldMk cId="1061715292" sldId="351"/>
        </pc:sldMkLst>
        <pc:spChg chg="mod">
          <ac:chgData name="Esmot Ara Tuli" userId="af206405-ded7-4f57-85df-4d201fa06a02" providerId="ADAL" clId="{E3259367-A608-4094-A91A-7EC6D042BD96}" dt="2026-09-08T11:56:14.048" v="3190" actId="20577"/>
          <ac:spMkLst>
            <pc:docMk/>
            <pc:sldMk cId="1061715292" sldId="351"/>
            <ac:spMk id="2" creationId="{B3252856-C4E3-A606-5BAB-750FEBA38860}"/>
          </ac:spMkLst>
        </pc:spChg>
      </pc:sldChg>
      <pc:sldChg chg="addSp delSp modSp new mod setBg">
        <pc:chgData name="Esmot Ara Tuli" userId="af206405-ded7-4f57-85df-4d201fa06a02" providerId="ADAL" clId="{E3259367-A608-4094-A91A-7EC6D042BD96}" dt="2026-09-10T08:05:28.147" v="3236" actId="1076"/>
        <pc:sldMkLst>
          <pc:docMk/>
          <pc:sldMk cId="2031179723" sldId="352"/>
        </pc:sldMkLst>
        <pc:spChg chg="del mod">
          <ac:chgData name="Esmot Ara Tuli" userId="af206405-ded7-4f57-85df-4d201fa06a02" providerId="ADAL" clId="{E3259367-A608-4094-A91A-7EC6D042BD96}" dt="2026-09-10T08:04:49.870" v="3220" actId="478"/>
          <ac:spMkLst>
            <pc:docMk/>
            <pc:sldMk cId="2031179723" sldId="352"/>
            <ac:spMk id="2" creationId="{2C93C863-9741-1F17-3E14-094351CD6CF5}"/>
          </ac:spMkLst>
        </pc:spChg>
        <pc:spChg chg="del mod">
          <ac:chgData name="Esmot Ara Tuli" userId="af206405-ded7-4f57-85df-4d201fa06a02" providerId="ADAL" clId="{E3259367-A608-4094-A91A-7EC6D042BD96}" dt="2026-09-10T08:04:54.159" v="3222" actId="478"/>
          <ac:spMkLst>
            <pc:docMk/>
            <pc:sldMk cId="2031179723" sldId="352"/>
            <ac:spMk id="3" creationId="{B44FFCDF-EC8F-1A05-0EA5-F2C051C7931E}"/>
          </ac:spMkLst>
        </pc:spChg>
        <pc:spChg chg="add del mod">
          <ac:chgData name="Esmot Ara Tuli" userId="af206405-ded7-4f57-85df-4d201fa06a02" providerId="ADAL" clId="{E3259367-A608-4094-A91A-7EC6D042BD96}" dt="2026-09-10T08:04:51.680" v="3221" actId="478"/>
          <ac:spMkLst>
            <pc:docMk/>
            <pc:sldMk cId="2031179723" sldId="352"/>
            <ac:spMk id="11" creationId="{BDD16939-4756-8330-B95B-D0D546E34D98}"/>
          </ac:spMkLst>
        </pc:spChg>
        <pc:spChg chg="add del mod">
          <ac:chgData name="Esmot Ara Tuli" userId="af206405-ded7-4f57-85df-4d201fa06a02" providerId="ADAL" clId="{E3259367-A608-4094-A91A-7EC6D042BD96}" dt="2026-09-10T08:04:55.279" v="3223" actId="478"/>
          <ac:spMkLst>
            <pc:docMk/>
            <pc:sldMk cId="2031179723" sldId="352"/>
            <ac:spMk id="13" creationId="{AA470CFD-1E83-48B7-5C6E-11997D47E743}"/>
          </ac:spMkLst>
        </pc:spChg>
        <pc:spChg chg="add">
          <ac:chgData name="Esmot Ara Tuli" userId="af206405-ded7-4f57-85df-4d201fa06a02" providerId="ADAL" clId="{E3259367-A608-4094-A91A-7EC6D042BD96}" dt="2026-09-10T08:04:59.536" v="3225" actId="26606"/>
          <ac:spMkLst>
            <pc:docMk/>
            <pc:sldMk cId="2031179723" sldId="352"/>
            <ac:spMk id="14" creationId="{5F9CFCE6-877F-4858-B8BD-2C52CA8AFBC4}"/>
          </ac:spMkLst>
        </pc:spChg>
        <pc:spChg chg="add">
          <ac:chgData name="Esmot Ara Tuli" userId="af206405-ded7-4f57-85df-4d201fa06a02" providerId="ADAL" clId="{E3259367-A608-4094-A91A-7EC6D042BD96}" dt="2026-09-10T08:04:59.536" v="3225" actId="26606"/>
          <ac:spMkLst>
            <pc:docMk/>
            <pc:sldMk cId="2031179723" sldId="352"/>
            <ac:spMk id="16" creationId="{8213F8A0-12AE-4514-8372-0DD766EC28EE}"/>
          </ac:spMkLst>
        </pc:spChg>
        <pc:spChg chg="add">
          <ac:chgData name="Esmot Ara Tuli" userId="af206405-ded7-4f57-85df-4d201fa06a02" providerId="ADAL" clId="{E3259367-A608-4094-A91A-7EC6D042BD96}" dt="2026-09-10T08:04:59.536" v="3225" actId="26606"/>
          <ac:spMkLst>
            <pc:docMk/>
            <pc:sldMk cId="2031179723" sldId="352"/>
            <ac:spMk id="18" creationId="{9EFF17D4-9A8C-4CE5-B096-D8CCD4400437}"/>
          </ac:spMkLst>
        </pc:spChg>
        <pc:picChg chg="add mod ord">
          <ac:chgData name="Esmot Ara Tuli" userId="af206405-ded7-4f57-85df-4d201fa06a02" providerId="ADAL" clId="{E3259367-A608-4094-A91A-7EC6D042BD96}" dt="2026-09-10T08:05:28.147" v="3236" actId="1076"/>
          <ac:picMkLst>
            <pc:docMk/>
            <pc:sldMk cId="2031179723" sldId="352"/>
            <ac:picMk id="5" creationId="{D96557B7-7696-92E0-58AD-039BB803DC5A}"/>
          </ac:picMkLst>
        </pc:picChg>
        <pc:picChg chg="add del mod">
          <ac:chgData name="Esmot Ara Tuli" userId="af206405-ded7-4f57-85df-4d201fa06a02" providerId="ADAL" clId="{E3259367-A608-4094-A91A-7EC6D042BD96}" dt="2026-09-10T08:04:36.747" v="3215" actId="478"/>
          <ac:picMkLst>
            <pc:docMk/>
            <pc:sldMk cId="2031179723" sldId="352"/>
            <ac:picMk id="7" creationId="{0AAB7DB2-E308-CF32-9F12-05E385663991}"/>
          </ac:picMkLst>
        </pc:picChg>
        <pc:picChg chg="add mod">
          <ac:chgData name="Esmot Ara Tuli" userId="af206405-ded7-4f57-85df-4d201fa06a02" providerId="ADAL" clId="{E3259367-A608-4094-A91A-7EC6D042BD96}" dt="2026-09-10T08:05:26.142" v="3235" actId="1076"/>
          <ac:picMkLst>
            <pc:docMk/>
            <pc:sldMk cId="2031179723" sldId="352"/>
            <ac:picMk id="9" creationId="{60F53641-D18A-CE7B-85FC-DE9BDCF65F2D}"/>
          </ac:picMkLst>
        </pc:picChg>
      </pc:sldChg>
      <pc:sldChg chg="addSp delSp modSp add mod">
        <pc:chgData name="Esmot Ara Tuli" userId="af206405-ded7-4f57-85df-4d201fa06a02" providerId="ADAL" clId="{E3259367-A608-4094-A91A-7EC6D042BD96}" dt="2026-09-10T08:10:41.438" v="3365" actId="14100"/>
        <pc:sldMkLst>
          <pc:docMk/>
          <pc:sldMk cId="988067690" sldId="353"/>
        </pc:sldMkLst>
        <pc:spChg chg="add mod">
          <ac:chgData name="Esmot Ara Tuli" userId="af206405-ded7-4f57-85df-4d201fa06a02" providerId="ADAL" clId="{E3259367-A608-4094-A91A-7EC6D042BD96}" dt="2026-09-10T08:10:41.438" v="3365" actId="14100"/>
          <ac:spMkLst>
            <pc:docMk/>
            <pc:sldMk cId="988067690" sldId="353"/>
            <ac:spMk id="4" creationId="{E3269B91-9739-6EEB-E3F3-28D43BD085B3}"/>
          </ac:spMkLst>
        </pc:spChg>
        <pc:spChg chg="add mod">
          <ac:chgData name="Esmot Ara Tuli" userId="af206405-ded7-4f57-85df-4d201fa06a02" providerId="ADAL" clId="{E3259367-A608-4094-A91A-7EC6D042BD96}" dt="2026-09-10T08:09:28.481" v="3359" actId="1038"/>
          <ac:spMkLst>
            <pc:docMk/>
            <pc:sldMk cId="988067690" sldId="353"/>
            <ac:spMk id="6" creationId="{026422A9-014A-FFBB-6A64-869CD8DCA49E}"/>
          </ac:spMkLst>
        </pc:spChg>
        <pc:spChg chg="add mod">
          <ac:chgData name="Esmot Ara Tuli" userId="af206405-ded7-4f57-85df-4d201fa06a02" providerId="ADAL" clId="{E3259367-A608-4094-A91A-7EC6D042BD96}" dt="2026-09-10T08:09:28.481" v="3359" actId="1038"/>
          <ac:spMkLst>
            <pc:docMk/>
            <pc:sldMk cId="988067690" sldId="353"/>
            <ac:spMk id="9" creationId="{174BFB18-C73E-99D2-5063-4A6D442C3BFD}"/>
          </ac:spMkLst>
        </pc:spChg>
        <pc:spChg chg="add mod">
          <ac:chgData name="Esmot Ara Tuli" userId="af206405-ded7-4f57-85df-4d201fa06a02" providerId="ADAL" clId="{E3259367-A608-4094-A91A-7EC6D042BD96}" dt="2026-09-10T08:09:28.481" v="3359" actId="1038"/>
          <ac:spMkLst>
            <pc:docMk/>
            <pc:sldMk cId="988067690" sldId="353"/>
            <ac:spMk id="11" creationId="{BC0DD2B7-ADE8-F953-D198-F3AA2BDAE644}"/>
          </ac:spMkLst>
        </pc:spChg>
        <pc:spChg chg="del">
          <ac:chgData name="Esmot Ara Tuli" userId="af206405-ded7-4f57-85df-4d201fa06a02" providerId="ADAL" clId="{E3259367-A608-4094-A91A-7EC6D042BD96}" dt="2026-09-10T08:09:21.838" v="3311" actId="478"/>
          <ac:spMkLst>
            <pc:docMk/>
            <pc:sldMk cId="988067690" sldId="353"/>
            <ac:spMk id="28" creationId="{B1367076-CE38-7DF2-4116-450D7AF482C7}"/>
          </ac:spMkLst>
        </pc:spChg>
        <pc:picChg chg="add mod">
          <ac:chgData name="Esmot Ara Tuli" userId="af206405-ded7-4f57-85df-4d201fa06a02" providerId="ADAL" clId="{E3259367-A608-4094-A91A-7EC6D042BD96}" dt="2026-09-10T08:09:28.481" v="3359" actId="1038"/>
          <ac:picMkLst>
            <pc:docMk/>
            <pc:sldMk cId="988067690" sldId="353"/>
            <ac:picMk id="13" creationId="{E680C151-E120-FB80-C759-375E849D9798}"/>
          </ac:picMkLst>
        </pc:picChg>
        <pc:picChg chg="add mod">
          <ac:chgData name="Esmot Ara Tuli" userId="af206405-ded7-4f57-85df-4d201fa06a02" providerId="ADAL" clId="{E3259367-A608-4094-A91A-7EC6D042BD96}" dt="2026-09-10T08:09:28.481" v="3359" actId="1038"/>
          <ac:picMkLst>
            <pc:docMk/>
            <pc:sldMk cId="988067690" sldId="353"/>
            <ac:picMk id="15" creationId="{3D60E30B-ADAF-246C-0563-7C84D227DE5D}"/>
          </ac:picMkLst>
        </pc:picChg>
        <pc:picChg chg="add mod">
          <ac:chgData name="Esmot Ara Tuli" userId="af206405-ded7-4f57-85df-4d201fa06a02" providerId="ADAL" clId="{E3259367-A608-4094-A91A-7EC6D042BD96}" dt="2026-09-10T08:09:28.481" v="3359" actId="1038"/>
          <ac:picMkLst>
            <pc:docMk/>
            <pc:sldMk cId="988067690" sldId="353"/>
            <ac:picMk id="17" creationId="{E98412A0-D941-1D66-44B2-76CAD65871BC}"/>
          </ac:picMkLst>
        </pc:picChg>
        <pc:picChg chg="add mod">
          <ac:chgData name="Esmot Ara Tuli" userId="af206405-ded7-4f57-85df-4d201fa06a02" providerId="ADAL" clId="{E3259367-A608-4094-A91A-7EC6D042BD96}" dt="2026-09-10T08:09:28.481" v="3359" actId="1038"/>
          <ac:picMkLst>
            <pc:docMk/>
            <pc:sldMk cId="988067690" sldId="353"/>
            <ac:picMk id="19" creationId="{0B786B0B-2C4B-3F12-CF3B-525FD5BFC89A}"/>
          </ac:picMkLst>
        </pc:picChg>
        <pc:picChg chg="del">
          <ac:chgData name="Esmot Ara Tuli" userId="af206405-ded7-4f57-85df-4d201fa06a02" providerId="ADAL" clId="{E3259367-A608-4094-A91A-7EC6D042BD96}" dt="2026-09-10T08:09:19.458" v="3310" actId="478"/>
          <ac:picMkLst>
            <pc:docMk/>
            <pc:sldMk cId="988067690" sldId="353"/>
            <ac:picMk id="30" creationId="{81277DEA-9542-A4EB-ABD7-685AAB53B4B3}"/>
          </ac:picMkLst>
        </pc:picChg>
      </pc:sldChg>
      <pc:sldChg chg="addSp delSp modSp add mod">
        <pc:chgData name="Esmot Ara Tuli" userId="af206405-ded7-4f57-85df-4d201fa06a02" providerId="ADAL" clId="{E3259367-A608-4094-A91A-7EC6D042BD96}" dt="2026-09-10T08:11:21.305" v="3369" actId="2711"/>
        <pc:sldMkLst>
          <pc:docMk/>
          <pc:sldMk cId="506579674" sldId="354"/>
        </pc:sldMkLst>
        <pc:spChg chg="del">
          <ac:chgData name="Esmot Ara Tuli" userId="af206405-ded7-4f57-85df-4d201fa06a02" providerId="ADAL" clId="{E3259367-A608-4094-A91A-7EC6D042BD96}" dt="2026-09-10T08:09:57.928" v="3361" actId="478"/>
          <ac:spMkLst>
            <pc:docMk/>
            <pc:sldMk cId="506579674" sldId="354"/>
            <ac:spMk id="4" creationId="{BF75798D-082D-E057-41A9-4A81AD0E91C8}"/>
          </ac:spMkLst>
        </pc:spChg>
        <pc:spChg chg="add del">
          <ac:chgData name="Esmot Ara Tuli" userId="af206405-ded7-4f57-85df-4d201fa06a02" providerId="ADAL" clId="{E3259367-A608-4094-A91A-7EC6D042BD96}" dt="2026-09-10T08:10:07.840" v="3363" actId="22"/>
          <ac:spMkLst>
            <pc:docMk/>
            <pc:sldMk cId="506579674" sldId="354"/>
            <ac:spMk id="5" creationId="{D71C21C0-DB88-CC56-93B6-DE1BF5C7FD74}"/>
          </ac:spMkLst>
        </pc:spChg>
        <pc:spChg chg="del">
          <ac:chgData name="Esmot Ara Tuli" userId="af206405-ded7-4f57-85df-4d201fa06a02" providerId="ADAL" clId="{E3259367-A608-4094-A91A-7EC6D042BD96}" dt="2026-09-10T08:09:57.928" v="3361" actId="478"/>
          <ac:spMkLst>
            <pc:docMk/>
            <pc:sldMk cId="506579674" sldId="354"/>
            <ac:spMk id="6" creationId="{03F73D7C-8DCD-0BD7-FAA8-88CFE20B5ABB}"/>
          </ac:spMkLst>
        </pc:spChg>
        <pc:spChg chg="del">
          <ac:chgData name="Esmot Ara Tuli" userId="af206405-ded7-4f57-85df-4d201fa06a02" providerId="ADAL" clId="{E3259367-A608-4094-A91A-7EC6D042BD96}" dt="2026-09-10T08:09:57.928" v="3361" actId="478"/>
          <ac:spMkLst>
            <pc:docMk/>
            <pc:sldMk cId="506579674" sldId="354"/>
            <ac:spMk id="9" creationId="{4E8ED7C2-E9BA-EF30-C7A0-92B5758A07F4}"/>
          </ac:spMkLst>
        </pc:spChg>
        <pc:spChg chg="add del">
          <ac:chgData name="Esmot Ara Tuli" userId="af206405-ded7-4f57-85df-4d201fa06a02" providerId="ADAL" clId="{E3259367-A608-4094-A91A-7EC6D042BD96}" dt="2026-09-10T08:10:07.840" v="3363" actId="22"/>
          <ac:spMkLst>
            <pc:docMk/>
            <pc:sldMk cId="506579674" sldId="354"/>
            <ac:spMk id="10" creationId="{90C5D266-12E1-F838-490F-05A540A7DDDD}"/>
          </ac:spMkLst>
        </pc:spChg>
        <pc:spChg chg="del">
          <ac:chgData name="Esmot Ara Tuli" userId="af206405-ded7-4f57-85df-4d201fa06a02" providerId="ADAL" clId="{E3259367-A608-4094-A91A-7EC6D042BD96}" dt="2026-09-10T08:09:57.928" v="3361" actId="478"/>
          <ac:spMkLst>
            <pc:docMk/>
            <pc:sldMk cId="506579674" sldId="354"/>
            <ac:spMk id="11" creationId="{196FE979-935E-6905-6D67-110DACEB84A1}"/>
          </ac:spMkLst>
        </pc:spChg>
        <pc:spChg chg="add del">
          <ac:chgData name="Esmot Ara Tuli" userId="af206405-ded7-4f57-85df-4d201fa06a02" providerId="ADAL" clId="{E3259367-A608-4094-A91A-7EC6D042BD96}" dt="2026-09-10T08:10:07.840" v="3363" actId="22"/>
          <ac:spMkLst>
            <pc:docMk/>
            <pc:sldMk cId="506579674" sldId="354"/>
            <ac:spMk id="14" creationId="{9311FDB8-F2F4-0032-FD56-5DA00043B206}"/>
          </ac:spMkLst>
        </pc:spChg>
        <pc:spChg chg="add del">
          <ac:chgData name="Esmot Ara Tuli" userId="af206405-ded7-4f57-85df-4d201fa06a02" providerId="ADAL" clId="{E3259367-A608-4094-A91A-7EC6D042BD96}" dt="2026-09-10T08:10:07.840" v="3363" actId="22"/>
          <ac:spMkLst>
            <pc:docMk/>
            <pc:sldMk cId="506579674" sldId="354"/>
            <ac:spMk id="18" creationId="{4D0E60F4-D332-9769-A645-A70AEAD643AB}"/>
          </ac:spMkLst>
        </pc:spChg>
        <pc:spChg chg="add mod">
          <ac:chgData name="Esmot Ara Tuli" userId="af206405-ded7-4f57-85df-4d201fa06a02" providerId="ADAL" clId="{E3259367-A608-4094-A91A-7EC6D042BD96}" dt="2026-09-10T08:11:21.305" v="3369" actId="2711"/>
          <ac:spMkLst>
            <pc:docMk/>
            <pc:sldMk cId="506579674" sldId="354"/>
            <ac:spMk id="29" creationId="{EE89EBD8-356F-10A2-1767-8885DD417D73}"/>
          </ac:spMkLst>
        </pc:spChg>
        <pc:picChg chg="del">
          <ac:chgData name="Esmot Ara Tuli" userId="af206405-ded7-4f57-85df-4d201fa06a02" providerId="ADAL" clId="{E3259367-A608-4094-A91A-7EC6D042BD96}" dt="2026-09-10T08:09:57.928" v="3361" actId="478"/>
          <ac:picMkLst>
            <pc:docMk/>
            <pc:sldMk cId="506579674" sldId="354"/>
            <ac:picMk id="13" creationId="{3C3EB411-20EE-1895-33E4-C6E782CBC346}"/>
          </ac:picMkLst>
        </pc:picChg>
        <pc:picChg chg="del">
          <ac:chgData name="Esmot Ara Tuli" userId="af206405-ded7-4f57-85df-4d201fa06a02" providerId="ADAL" clId="{E3259367-A608-4094-A91A-7EC6D042BD96}" dt="2026-09-10T08:09:57.928" v="3361" actId="478"/>
          <ac:picMkLst>
            <pc:docMk/>
            <pc:sldMk cId="506579674" sldId="354"/>
            <ac:picMk id="15" creationId="{5D57C457-9C40-A365-246B-FA326E84E3E3}"/>
          </ac:picMkLst>
        </pc:picChg>
        <pc:picChg chg="del">
          <ac:chgData name="Esmot Ara Tuli" userId="af206405-ded7-4f57-85df-4d201fa06a02" providerId="ADAL" clId="{E3259367-A608-4094-A91A-7EC6D042BD96}" dt="2026-09-10T08:09:57.928" v="3361" actId="478"/>
          <ac:picMkLst>
            <pc:docMk/>
            <pc:sldMk cId="506579674" sldId="354"/>
            <ac:picMk id="17" creationId="{13CC6259-56F4-129D-C340-BB168F088ACA}"/>
          </ac:picMkLst>
        </pc:picChg>
        <pc:picChg chg="del">
          <ac:chgData name="Esmot Ara Tuli" userId="af206405-ded7-4f57-85df-4d201fa06a02" providerId="ADAL" clId="{E3259367-A608-4094-A91A-7EC6D042BD96}" dt="2026-09-10T08:09:57.928" v="3361" actId="478"/>
          <ac:picMkLst>
            <pc:docMk/>
            <pc:sldMk cId="506579674" sldId="354"/>
            <ac:picMk id="19" creationId="{475A3951-B957-0DE5-C62B-3686636BC134}"/>
          </ac:picMkLst>
        </pc:picChg>
        <pc:picChg chg="add del">
          <ac:chgData name="Esmot Ara Tuli" userId="af206405-ded7-4f57-85df-4d201fa06a02" providerId="ADAL" clId="{E3259367-A608-4094-A91A-7EC6D042BD96}" dt="2026-09-10T08:10:07.840" v="3363" actId="22"/>
          <ac:picMkLst>
            <pc:docMk/>
            <pc:sldMk cId="506579674" sldId="354"/>
            <ac:picMk id="21" creationId="{1A973D94-01AE-D2BA-DB27-F8CCC672B67A}"/>
          </ac:picMkLst>
        </pc:picChg>
        <pc:picChg chg="add del">
          <ac:chgData name="Esmot Ara Tuli" userId="af206405-ded7-4f57-85df-4d201fa06a02" providerId="ADAL" clId="{E3259367-A608-4094-A91A-7EC6D042BD96}" dt="2026-09-10T08:10:07.840" v="3363" actId="22"/>
          <ac:picMkLst>
            <pc:docMk/>
            <pc:sldMk cId="506579674" sldId="354"/>
            <ac:picMk id="23" creationId="{39BA5BB7-2AC8-1EEB-7C33-F4A0B22E289E}"/>
          </ac:picMkLst>
        </pc:picChg>
        <pc:picChg chg="add del">
          <ac:chgData name="Esmot Ara Tuli" userId="af206405-ded7-4f57-85df-4d201fa06a02" providerId="ADAL" clId="{E3259367-A608-4094-A91A-7EC6D042BD96}" dt="2026-09-10T08:10:07.840" v="3363" actId="22"/>
          <ac:picMkLst>
            <pc:docMk/>
            <pc:sldMk cId="506579674" sldId="354"/>
            <ac:picMk id="25" creationId="{32BDE552-33A4-A4D8-360D-99CA748E34AE}"/>
          </ac:picMkLst>
        </pc:picChg>
        <pc:picChg chg="add del">
          <ac:chgData name="Esmot Ara Tuli" userId="af206405-ded7-4f57-85df-4d201fa06a02" providerId="ADAL" clId="{E3259367-A608-4094-A91A-7EC6D042BD96}" dt="2026-09-10T08:10:07.840" v="3363" actId="22"/>
          <ac:picMkLst>
            <pc:docMk/>
            <pc:sldMk cId="506579674" sldId="354"/>
            <ac:picMk id="27" creationId="{6BB59C2D-065F-AE3E-16E1-216E164EA739}"/>
          </ac:picMkLst>
        </pc:picChg>
      </pc:sldChg>
      <pc:sldChg chg="addSp delSp modSp add mod">
        <pc:chgData name="Esmot Ara Tuli" userId="af206405-ded7-4f57-85df-4d201fa06a02" providerId="ADAL" clId="{E3259367-A608-4094-A91A-7EC6D042BD96}" dt="2026-09-10T08:23:36.926" v="3385"/>
        <pc:sldMkLst>
          <pc:docMk/>
          <pc:sldMk cId="2843149677" sldId="355"/>
        </pc:sldMkLst>
        <pc:spChg chg="add del">
          <ac:chgData name="Esmot Ara Tuli" userId="af206405-ded7-4f57-85df-4d201fa06a02" providerId="ADAL" clId="{E3259367-A608-4094-A91A-7EC6D042BD96}" dt="2026-09-10T08:21:24.391" v="3377" actId="22"/>
          <ac:spMkLst>
            <pc:docMk/>
            <pc:sldMk cId="2843149677" sldId="355"/>
            <ac:spMk id="4" creationId="{275E01AF-3346-16BF-D018-38F71261C985}"/>
          </ac:spMkLst>
        </pc:spChg>
        <pc:spChg chg="add del">
          <ac:chgData name="Esmot Ara Tuli" userId="af206405-ded7-4f57-85df-4d201fa06a02" providerId="ADAL" clId="{E3259367-A608-4094-A91A-7EC6D042BD96}" dt="2026-09-10T08:21:36.045" v="3379" actId="22"/>
          <ac:spMkLst>
            <pc:docMk/>
            <pc:sldMk cId="2843149677" sldId="355"/>
            <ac:spMk id="6" creationId="{BB476F98-6AD9-2F62-3AD4-6542B67B65DA}"/>
          </ac:spMkLst>
        </pc:spChg>
        <pc:spChg chg="add mod">
          <ac:chgData name="Esmot Ara Tuli" userId="af206405-ded7-4f57-85df-4d201fa06a02" providerId="ADAL" clId="{E3259367-A608-4094-A91A-7EC6D042BD96}" dt="2026-09-10T08:21:50.796" v="3383" actId="1076"/>
          <ac:spMkLst>
            <pc:docMk/>
            <pc:sldMk cId="2843149677" sldId="355"/>
            <ac:spMk id="9" creationId="{D53040FB-BD5C-6AB8-CC11-2953791966C7}"/>
          </ac:spMkLst>
        </pc:spChg>
        <pc:spChg chg="add mod">
          <ac:chgData name="Esmot Ara Tuli" userId="af206405-ded7-4f57-85df-4d201fa06a02" providerId="ADAL" clId="{E3259367-A608-4094-A91A-7EC6D042BD96}" dt="2026-09-10T08:23:36.926" v="3385"/>
          <ac:spMkLst>
            <pc:docMk/>
            <pc:sldMk cId="2843149677" sldId="355"/>
            <ac:spMk id="10" creationId="{C0D601BF-9547-5706-0C6E-D13D9F08ABC5}"/>
          </ac:spMkLst>
        </pc:spChg>
      </pc:sldChg>
      <pc:sldChg chg="modSp add del">
        <pc:chgData name="Esmot Ara Tuli" userId="af206405-ded7-4f57-85df-4d201fa06a02" providerId="ADAL" clId="{E3259367-A608-4094-A91A-7EC6D042BD96}" dt="2026-09-10T08:18:17.450" v="3373" actId="2890"/>
        <pc:sldMkLst>
          <pc:docMk/>
          <pc:sldMk cId="3684551818" sldId="355"/>
        </pc:sldMkLst>
        <pc:spChg chg="mod">
          <ac:chgData name="Esmot Ara Tuli" userId="af206405-ded7-4f57-85df-4d201fa06a02" providerId="ADAL" clId="{E3259367-A608-4094-A91A-7EC6D042BD96}" dt="2026-09-10T08:18:16.394" v="3372"/>
          <ac:spMkLst>
            <pc:docMk/>
            <pc:sldMk cId="3684551818" sldId="355"/>
            <ac:spMk id="29" creationId="{C17F100A-21AF-1C3D-36B2-2C835D31EAFF}"/>
          </ac:spMkLst>
        </pc:spChg>
      </pc:sldChg>
      <pc:sldChg chg="addSp delSp modSp add mod">
        <pc:chgData name="Esmot Ara Tuli" userId="af206405-ded7-4f57-85df-4d201fa06a02" providerId="ADAL" clId="{E3259367-A608-4094-A91A-7EC6D042BD96}" dt="2026-09-10T08:53:09.021" v="3428" actId="2711"/>
        <pc:sldMkLst>
          <pc:docMk/>
          <pc:sldMk cId="3115232112" sldId="356"/>
        </pc:sldMkLst>
        <pc:spChg chg="mod">
          <ac:chgData name="Esmot Ara Tuli" userId="af206405-ded7-4f57-85df-4d201fa06a02" providerId="ADAL" clId="{E3259367-A608-4094-A91A-7EC6D042BD96}" dt="2026-09-10T08:23:51.967" v="3387"/>
          <ac:spMkLst>
            <pc:docMk/>
            <pc:sldMk cId="3115232112" sldId="356"/>
            <ac:spMk id="2" creationId="{7853822B-27AF-D845-302F-F4967AEAAF4B}"/>
          </ac:spMkLst>
        </pc:spChg>
        <pc:spChg chg="add mod">
          <ac:chgData name="Esmot Ara Tuli" userId="af206405-ded7-4f57-85df-4d201fa06a02" providerId="ADAL" clId="{E3259367-A608-4094-A91A-7EC6D042BD96}" dt="2026-09-10T08:53:09.021" v="3428" actId="2711"/>
          <ac:spMkLst>
            <pc:docMk/>
            <pc:sldMk cId="3115232112" sldId="356"/>
            <ac:spMk id="4" creationId="{7584142B-BF02-0E62-42CF-5FD08939DB70}"/>
          </ac:spMkLst>
        </pc:spChg>
        <pc:spChg chg="add mod">
          <ac:chgData name="Esmot Ara Tuli" userId="af206405-ded7-4f57-85df-4d201fa06a02" providerId="ADAL" clId="{E3259367-A608-4094-A91A-7EC6D042BD96}" dt="2026-09-10T08:53:03.810" v="3427" actId="2711"/>
          <ac:spMkLst>
            <pc:docMk/>
            <pc:sldMk cId="3115232112" sldId="356"/>
            <ac:spMk id="6" creationId="{9689A1B9-33FF-F9DA-94FD-8F885ECD2C20}"/>
          </ac:spMkLst>
        </pc:spChg>
        <pc:spChg chg="del">
          <ac:chgData name="Esmot Ara Tuli" userId="af206405-ded7-4f57-85df-4d201fa06a02" providerId="ADAL" clId="{E3259367-A608-4094-A91A-7EC6D042BD96}" dt="2026-09-10T08:24:24.563" v="3389" actId="478"/>
          <ac:spMkLst>
            <pc:docMk/>
            <pc:sldMk cId="3115232112" sldId="356"/>
            <ac:spMk id="9" creationId="{A19481E5-E787-0B32-24E3-557F0FE0D6E0}"/>
          </ac:spMkLst>
        </pc:spChg>
        <pc:spChg chg="del">
          <ac:chgData name="Esmot Ara Tuli" userId="af206405-ded7-4f57-85df-4d201fa06a02" providerId="ADAL" clId="{E3259367-A608-4094-A91A-7EC6D042BD96}" dt="2026-09-10T08:24:22.423" v="3388" actId="478"/>
          <ac:spMkLst>
            <pc:docMk/>
            <pc:sldMk cId="3115232112" sldId="356"/>
            <ac:spMk id="29" creationId="{A4EB6485-2C83-BE96-4AB8-FFBB5188D544}"/>
          </ac:spMkLst>
        </pc:spChg>
      </pc:sldChg>
      <pc:sldChg chg="addSp delSp modSp add mod ord">
        <pc:chgData name="Esmot Ara Tuli" userId="af206405-ded7-4f57-85df-4d201fa06a02" providerId="ADAL" clId="{E3259367-A608-4094-A91A-7EC6D042BD96}" dt="2026-09-10T09:12:53.359" v="3516"/>
        <pc:sldMkLst>
          <pc:docMk/>
          <pc:sldMk cId="4233167022" sldId="357"/>
        </pc:sldMkLst>
        <pc:spChg chg="mod">
          <ac:chgData name="Esmot Ara Tuli" userId="af206405-ded7-4f57-85df-4d201fa06a02" providerId="ADAL" clId="{E3259367-A608-4094-A91A-7EC6D042BD96}" dt="2026-09-10T09:08:36.350" v="3505"/>
          <ac:spMkLst>
            <pc:docMk/>
            <pc:sldMk cId="4233167022" sldId="357"/>
            <ac:spMk id="2" creationId="{88FDE519-A4E5-1DCB-870E-F7CB398F0BB1}"/>
          </ac:spMkLst>
        </pc:spChg>
        <pc:spChg chg="add del mod">
          <ac:chgData name="Esmot Ara Tuli" userId="af206405-ded7-4f57-85df-4d201fa06a02" providerId="ADAL" clId="{E3259367-A608-4094-A91A-7EC6D042BD96}" dt="2026-09-10T09:08:40.124" v="3506" actId="478"/>
          <ac:spMkLst>
            <pc:docMk/>
            <pc:sldMk cId="4233167022" sldId="357"/>
            <ac:spMk id="3" creationId="{B58125C6-BEC1-36CB-B59C-3C213836571C}"/>
          </ac:spMkLst>
        </pc:spChg>
        <pc:spChg chg="del">
          <ac:chgData name="Esmot Ara Tuli" userId="af206405-ded7-4f57-85df-4d201fa06a02" providerId="ADAL" clId="{E3259367-A608-4094-A91A-7EC6D042BD96}" dt="2026-09-10T08:25:29.983" v="3412" actId="478"/>
          <ac:spMkLst>
            <pc:docMk/>
            <pc:sldMk cId="4233167022" sldId="357"/>
            <ac:spMk id="4" creationId="{C48D263D-629B-1775-464A-913F09AED9D8}"/>
          </ac:spMkLst>
        </pc:spChg>
        <pc:spChg chg="del">
          <ac:chgData name="Esmot Ara Tuli" userId="af206405-ded7-4f57-85df-4d201fa06a02" providerId="ADAL" clId="{E3259367-A608-4094-A91A-7EC6D042BD96}" dt="2026-09-10T08:25:33.571" v="3413" actId="478"/>
          <ac:spMkLst>
            <pc:docMk/>
            <pc:sldMk cId="4233167022" sldId="357"/>
            <ac:spMk id="6" creationId="{4C977E8F-52A9-D980-3BE0-5E5EF8BDEDD3}"/>
          </ac:spMkLst>
        </pc:spChg>
        <pc:graphicFrameChg chg="add mod">
          <ac:chgData name="Esmot Ara Tuli" userId="af206405-ded7-4f57-85df-4d201fa06a02" providerId="ADAL" clId="{E3259367-A608-4094-A91A-7EC6D042BD96}" dt="2026-09-10T09:08:55.060" v="3508" actId="1076"/>
          <ac:graphicFrameMkLst>
            <pc:docMk/>
            <pc:sldMk cId="4233167022" sldId="357"/>
            <ac:graphicFrameMk id="8" creationId="{3F9DFAA7-B19A-F804-B127-E81F835CC62C}"/>
          </ac:graphicFrameMkLst>
        </pc:graphicFrameChg>
      </pc:sldChg>
      <pc:sldChg chg="add ord">
        <pc:chgData name="Esmot Ara Tuli" userId="af206405-ded7-4f57-85df-4d201fa06a02" providerId="ADAL" clId="{E3259367-A608-4094-A91A-7EC6D042BD96}" dt="2026-09-10T09:09:19.301" v="3510"/>
        <pc:sldMkLst>
          <pc:docMk/>
          <pc:sldMk cId="2824220310" sldId="358"/>
        </pc:sldMkLst>
      </pc:sldChg>
      <pc:sldChg chg="modSp add mod ord">
        <pc:chgData name="Esmot Ara Tuli" userId="af206405-ded7-4f57-85df-4d201fa06a02" providerId="ADAL" clId="{E3259367-A608-4094-A91A-7EC6D042BD96}" dt="2026-09-10T08:51:21.887" v="3420"/>
        <pc:sldMkLst>
          <pc:docMk/>
          <pc:sldMk cId="757404019" sldId="359"/>
        </pc:sldMkLst>
        <pc:spChg chg="mod">
          <ac:chgData name="Esmot Ara Tuli" userId="af206405-ded7-4f57-85df-4d201fa06a02" providerId="ADAL" clId="{E3259367-A608-4094-A91A-7EC6D042BD96}" dt="2026-09-10T08:51:21.887" v="3420"/>
          <ac:spMkLst>
            <pc:docMk/>
            <pc:sldMk cId="757404019" sldId="359"/>
            <ac:spMk id="2" creationId="{FD679AB5-0498-7EDA-F32E-29D102B81185}"/>
          </ac:spMkLst>
        </pc:spChg>
      </pc:sldChg>
      <pc:sldChg chg="modSp add mod">
        <pc:chgData name="Esmot Ara Tuli" userId="af206405-ded7-4f57-85df-4d201fa06a02" providerId="ADAL" clId="{E3259367-A608-4094-A91A-7EC6D042BD96}" dt="2026-09-10T08:53:50.315" v="3444" actId="20577"/>
        <pc:sldMkLst>
          <pc:docMk/>
          <pc:sldMk cId="3802106319" sldId="360"/>
        </pc:sldMkLst>
        <pc:spChg chg="mod">
          <ac:chgData name="Esmot Ara Tuli" userId="af206405-ded7-4f57-85df-4d201fa06a02" providerId="ADAL" clId="{E3259367-A608-4094-A91A-7EC6D042BD96}" dt="2026-09-10T08:53:50.315" v="3444" actId="20577"/>
          <ac:spMkLst>
            <pc:docMk/>
            <pc:sldMk cId="3802106319" sldId="360"/>
            <ac:spMk id="4" creationId="{AA17864B-E2B2-C045-92A0-97671792FE79}"/>
          </ac:spMkLst>
        </pc:spChg>
        <pc:spChg chg="mod">
          <ac:chgData name="Esmot Ara Tuli" userId="af206405-ded7-4f57-85df-4d201fa06a02" providerId="ADAL" clId="{E3259367-A608-4094-A91A-7EC6D042BD96}" dt="2026-09-10T08:53:39.577" v="3431" actId="113"/>
          <ac:spMkLst>
            <pc:docMk/>
            <pc:sldMk cId="3802106319" sldId="360"/>
            <ac:spMk id="6" creationId="{EF8B555C-EB0A-F6B2-46AC-6B789558B313}"/>
          </ac:spMkLst>
        </pc:spChg>
      </pc:sldChg>
      <pc:sldChg chg="modSp add mod">
        <pc:chgData name="Esmot Ara Tuli" userId="af206405-ded7-4f57-85df-4d201fa06a02" providerId="ADAL" clId="{E3259367-A608-4094-A91A-7EC6D042BD96}" dt="2026-09-10T08:54:35.899" v="3470" actId="14100"/>
        <pc:sldMkLst>
          <pc:docMk/>
          <pc:sldMk cId="3165413867" sldId="361"/>
        </pc:sldMkLst>
        <pc:spChg chg="mod">
          <ac:chgData name="Esmot Ara Tuli" userId="af206405-ded7-4f57-85df-4d201fa06a02" providerId="ADAL" clId="{E3259367-A608-4094-A91A-7EC6D042BD96}" dt="2026-09-10T08:54:35.899" v="3470" actId="14100"/>
          <ac:spMkLst>
            <pc:docMk/>
            <pc:sldMk cId="3165413867" sldId="361"/>
            <ac:spMk id="4" creationId="{5918D3D1-DF8E-B83F-3825-6FDE74FA93ED}"/>
          </ac:spMkLst>
        </pc:spChg>
        <pc:spChg chg="mod">
          <ac:chgData name="Esmot Ara Tuli" userId="af206405-ded7-4f57-85df-4d201fa06a02" providerId="ADAL" clId="{E3259367-A608-4094-A91A-7EC6D042BD96}" dt="2026-09-10T08:54:10.845" v="3447" actId="113"/>
          <ac:spMkLst>
            <pc:docMk/>
            <pc:sldMk cId="3165413867" sldId="361"/>
            <ac:spMk id="6" creationId="{FF24AD72-E3E1-95B5-97E0-6A6D4A39BC96}"/>
          </ac:spMkLst>
        </pc:spChg>
      </pc:sldChg>
      <pc:sldChg chg="modSp add mod">
        <pc:chgData name="Esmot Ara Tuli" userId="af206405-ded7-4f57-85df-4d201fa06a02" providerId="ADAL" clId="{E3259367-A608-4094-A91A-7EC6D042BD96}" dt="2026-09-10T08:55:37.360" v="3472" actId="113"/>
        <pc:sldMkLst>
          <pc:docMk/>
          <pc:sldMk cId="901557093" sldId="362"/>
        </pc:sldMkLst>
        <pc:spChg chg="mod">
          <ac:chgData name="Esmot Ara Tuli" userId="af206405-ded7-4f57-85df-4d201fa06a02" providerId="ADAL" clId="{E3259367-A608-4094-A91A-7EC6D042BD96}" dt="2026-09-10T08:55:37.360" v="3472" actId="113"/>
          <ac:spMkLst>
            <pc:docMk/>
            <pc:sldMk cId="901557093" sldId="362"/>
            <ac:spMk id="6" creationId="{7AAEDFB0-1A29-CBCB-76F3-22FBE3192D10}"/>
          </ac:spMkLst>
        </pc:spChg>
      </pc:sldChg>
      <pc:sldChg chg="addSp modSp add mod">
        <pc:chgData name="Esmot Ara Tuli" userId="af206405-ded7-4f57-85df-4d201fa06a02" providerId="ADAL" clId="{E3259367-A608-4094-A91A-7EC6D042BD96}" dt="2026-09-10T09:06:13.486" v="3503" actId="1076"/>
        <pc:sldMkLst>
          <pc:docMk/>
          <pc:sldMk cId="88437421" sldId="363"/>
        </pc:sldMkLst>
        <pc:spChg chg="mod">
          <ac:chgData name="Esmot Ara Tuli" userId="af206405-ded7-4f57-85df-4d201fa06a02" providerId="ADAL" clId="{E3259367-A608-4094-A91A-7EC6D042BD96}" dt="2026-09-10T09:06:08.176" v="3502" actId="1076"/>
          <ac:spMkLst>
            <pc:docMk/>
            <pc:sldMk cId="88437421" sldId="363"/>
            <ac:spMk id="4" creationId="{B0B3E881-C237-32C9-829B-D2659E8F75A1}"/>
          </ac:spMkLst>
        </pc:spChg>
        <pc:spChg chg="mod">
          <ac:chgData name="Esmot Ara Tuli" userId="af206405-ded7-4f57-85df-4d201fa06a02" providerId="ADAL" clId="{E3259367-A608-4094-A91A-7EC6D042BD96}" dt="2026-09-10T08:56:26.738" v="3475" actId="113"/>
          <ac:spMkLst>
            <pc:docMk/>
            <pc:sldMk cId="88437421" sldId="363"/>
            <ac:spMk id="6" creationId="{C4088CC9-9802-3E91-54EF-6333B49C45A3}"/>
          </ac:spMkLst>
        </pc:spChg>
        <pc:picChg chg="add mod">
          <ac:chgData name="Esmot Ara Tuli" userId="af206405-ded7-4f57-85df-4d201fa06a02" providerId="ADAL" clId="{E3259367-A608-4094-A91A-7EC6D042BD96}" dt="2026-09-10T09:06:13.486" v="3503" actId="1076"/>
          <ac:picMkLst>
            <pc:docMk/>
            <pc:sldMk cId="88437421" sldId="363"/>
            <ac:picMk id="5" creationId="{3F31F326-76B1-E185-FDB5-3C945B9AAB91}"/>
          </ac:picMkLst>
        </pc:picChg>
      </pc:sldChg>
      <pc:sldChg chg="addSp delSp modSp add mod">
        <pc:chgData name="Esmot Ara Tuli" userId="af206405-ded7-4f57-85df-4d201fa06a02" providerId="ADAL" clId="{E3259367-A608-4094-A91A-7EC6D042BD96}" dt="2026-09-10T09:17:47.585" v="3557" actId="207"/>
        <pc:sldMkLst>
          <pc:docMk/>
          <pc:sldMk cId="2136229251" sldId="364"/>
        </pc:sldMkLst>
        <pc:spChg chg="add mod">
          <ac:chgData name="Esmot Ara Tuli" userId="af206405-ded7-4f57-85df-4d201fa06a02" providerId="ADAL" clId="{E3259367-A608-4094-A91A-7EC6D042BD96}" dt="2026-09-10T09:13:08.956" v="3518" actId="1076"/>
          <ac:spMkLst>
            <pc:docMk/>
            <pc:sldMk cId="2136229251" sldId="364"/>
            <ac:spMk id="4" creationId="{B3734AC9-DD4A-D3C1-5CF7-CB0D713C6AC7}"/>
          </ac:spMkLst>
        </pc:spChg>
        <pc:spChg chg="add mod">
          <ac:chgData name="Esmot Ara Tuli" userId="af206405-ded7-4f57-85df-4d201fa06a02" providerId="ADAL" clId="{E3259367-A608-4094-A91A-7EC6D042BD96}" dt="2026-09-10T09:15:36.666" v="3545" actId="1076"/>
          <ac:spMkLst>
            <pc:docMk/>
            <pc:sldMk cId="2136229251" sldId="364"/>
            <ac:spMk id="11" creationId="{D57A2C05-EF74-CECD-ACCA-4A5261E48C83}"/>
          </ac:spMkLst>
        </pc:spChg>
        <pc:spChg chg="add mod">
          <ac:chgData name="Esmot Ara Tuli" userId="af206405-ded7-4f57-85df-4d201fa06a02" providerId="ADAL" clId="{E3259367-A608-4094-A91A-7EC6D042BD96}" dt="2026-09-10T09:15:53.962" v="3554" actId="20577"/>
          <ac:spMkLst>
            <pc:docMk/>
            <pc:sldMk cId="2136229251" sldId="364"/>
            <ac:spMk id="12" creationId="{04029268-F5E3-D1E9-22A9-277A0ED9D4CD}"/>
          </ac:spMkLst>
        </pc:spChg>
        <pc:spChg chg="add mod">
          <ac:chgData name="Esmot Ara Tuli" userId="af206405-ded7-4f57-85df-4d201fa06a02" providerId="ADAL" clId="{E3259367-A608-4094-A91A-7EC6D042BD96}" dt="2026-09-10T09:17:47.585" v="3557" actId="207"/>
          <ac:spMkLst>
            <pc:docMk/>
            <pc:sldMk cId="2136229251" sldId="364"/>
            <ac:spMk id="14" creationId="{C8B3731F-746E-E015-8E5C-B92760CD014E}"/>
          </ac:spMkLst>
        </pc:spChg>
        <pc:graphicFrameChg chg="del">
          <ac:chgData name="Esmot Ara Tuli" userId="af206405-ded7-4f57-85df-4d201fa06a02" providerId="ADAL" clId="{E3259367-A608-4094-A91A-7EC6D042BD96}" dt="2026-09-10T09:11:08.869" v="3512" actId="478"/>
          <ac:graphicFrameMkLst>
            <pc:docMk/>
            <pc:sldMk cId="2136229251" sldId="364"/>
            <ac:graphicFrameMk id="8" creationId="{D28B4CE3-EA9E-E719-AECB-B1EC6BB6E013}"/>
          </ac:graphicFrameMkLst>
        </pc:graphicFrameChg>
        <pc:picChg chg="add del mod">
          <ac:chgData name="Esmot Ara Tuli" userId="af206405-ded7-4f57-85df-4d201fa06a02" providerId="ADAL" clId="{E3259367-A608-4094-A91A-7EC6D042BD96}" dt="2026-09-10T09:14:34.134" v="3521" actId="478"/>
          <ac:picMkLst>
            <pc:docMk/>
            <pc:sldMk cId="2136229251" sldId="364"/>
            <ac:picMk id="6" creationId="{7D8D0CBB-9EE2-20AC-8834-3F40A5B0A58F}"/>
          </ac:picMkLst>
        </pc:picChg>
        <pc:picChg chg="add mod">
          <ac:chgData name="Esmot Ara Tuli" userId="af206405-ded7-4f57-85df-4d201fa06a02" providerId="ADAL" clId="{E3259367-A608-4094-A91A-7EC6D042BD96}" dt="2026-09-10T09:14:44.967" v="3524" actId="1076"/>
          <ac:picMkLst>
            <pc:docMk/>
            <pc:sldMk cId="2136229251" sldId="364"/>
            <ac:picMk id="9" creationId="{AFBCB76E-6FCB-F276-095D-A97F9E4A28B0}"/>
          </ac:picMkLst>
        </pc:picChg>
        <pc:picChg chg="add mod">
          <ac:chgData name="Esmot Ara Tuli" userId="af206405-ded7-4f57-85df-4d201fa06a02" providerId="ADAL" clId="{E3259367-A608-4094-A91A-7EC6D042BD96}" dt="2026-09-10T09:15:04.180" v="3527" actId="1076"/>
          <ac:picMkLst>
            <pc:docMk/>
            <pc:sldMk cId="2136229251" sldId="364"/>
            <ac:picMk id="10" creationId="{CE516D37-653A-AAFA-6143-EC95FCB55D37}"/>
          </ac:picMkLst>
        </pc:picChg>
      </pc:sldChg>
      <pc:sldChg chg="addSp delSp modSp add mod">
        <pc:chgData name="Esmot Ara Tuli" userId="af206405-ded7-4f57-85df-4d201fa06a02" providerId="ADAL" clId="{E3259367-A608-4094-A91A-7EC6D042BD96}" dt="2026-09-10T09:20:56.047" v="3576" actId="20577"/>
        <pc:sldMkLst>
          <pc:docMk/>
          <pc:sldMk cId="2128936199" sldId="365"/>
        </pc:sldMkLst>
        <pc:spChg chg="mod">
          <ac:chgData name="Esmot Ara Tuli" userId="af206405-ded7-4f57-85df-4d201fa06a02" providerId="ADAL" clId="{E3259367-A608-4094-A91A-7EC6D042BD96}" dt="2026-09-10T09:18:32.730" v="3565" actId="20577"/>
          <ac:spMkLst>
            <pc:docMk/>
            <pc:sldMk cId="2128936199" sldId="365"/>
            <ac:spMk id="2" creationId="{12F80631-3617-E1A4-8D97-F2499B7CCCE8}"/>
          </ac:spMkLst>
        </pc:spChg>
        <pc:spChg chg="add mod">
          <ac:chgData name="Esmot Ara Tuli" userId="af206405-ded7-4f57-85df-4d201fa06a02" providerId="ADAL" clId="{E3259367-A608-4094-A91A-7EC6D042BD96}" dt="2026-09-10T09:20:56.047" v="3576" actId="20577"/>
          <ac:spMkLst>
            <pc:docMk/>
            <pc:sldMk cId="2128936199" sldId="365"/>
            <ac:spMk id="5" creationId="{1E480AB7-EFD4-B888-0ADD-36C2A13BD225}"/>
          </ac:spMkLst>
        </pc:spChg>
        <pc:spChg chg="del">
          <ac:chgData name="Esmot Ara Tuli" userId="af206405-ded7-4f57-85df-4d201fa06a02" providerId="ADAL" clId="{E3259367-A608-4094-A91A-7EC6D042BD96}" dt="2026-09-10T09:19:52.770" v="3567" actId="478"/>
          <ac:spMkLst>
            <pc:docMk/>
            <pc:sldMk cId="2128936199" sldId="365"/>
            <ac:spMk id="11" creationId="{AED07F0F-48CE-FF10-E0E3-71001DD1315F}"/>
          </ac:spMkLst>
        </pc:spChg>
        <pc:spChg chg="del">
          <ac:chgData name="Esmot Ara Tuli" userId="af206405-ded7-4f57-85df-4d201fa06a02" providerId="ADAL" clId="{E3259367-A608-4094-A91A-7EC6D042BD96}" dt="2026-09-10T09:19:56.791" v="3568" actId="478"/>
          <ac:spMkLst>
            <pc:docMk/>
            <pc:sldMk cId="2128936199" sldId="365"/>
            <ac:spMk id="12" creationId="{FEFF9872-4205-62E3-B2C1-456D39369E0D}"/>
          </ac:spMkLst>
        </pc:spChg>
        <pc:picChg chg="del">
          <ac:chgData name="Esmot Ara Tuli" userId="af206405-ded7-4f57-85df-4d201fa06a02" providerId="ADAL" clId="{E3259367-A608-4094-A91A-7EC6D042BD96}" dt="2026-09-10T09:19:50.421" v="3566" actId="478"/>
          <ac:picMkLst>
            <pc:docMk/>
            <pc:sldMk cId="2128936199" sldId="365"/>
            <ac:picMk id="9" creationId="{C92CD89F-9E4D-DB9D-2AFE-FDFC92499563}"/>
          </ac:picMkLst>
        </pc:picChg>
      </pc:sldChg>
      <pc:sldChg chg="addSp modSp add mod ord">
        <pc:chgData name="Esmot Ara Tuli" userId="af206405-ded7-4f57-85df-4d201fa06a02" providerId="ADAL" clId="{E3259367-A608-4094-A91A-7EC6D042BD96}" dt="2026-09-10T09:26:46.139" v="3612" actId="1076"/>
        <pc:sldMkLst>
          <pc:docMk/>
          <pc:sldMk cId="2144023868" sldId="366"/>
        </pc:sldMkLst>
        <pc:spChg chg="mod">
          <ac:chgData name="Esmot Ara Tuli" userId="af206405-ded7-4f57-85df-4d201fa06a02" providerId="ADAL" clId="{E3259367-A608-4094-A91A-7EC6D042BD96}" dt="2026-09-10T09:21:47.744" v="3583" actId="20577"/>
          <ac:spMkLst>
            <pc:docMk/>
            <pc:sldMk cId="2144023868" sldId="366"/>
            <ac:spMk id="2" creationId="{330CA500-853D-3777-2EA9-2CB1E6E36196}"/>
          </ac:spMkLst>
        </pc:spChg>
        <pc:picChg chg="add mod">
          <ac:chgData name="Esmot Ara Tuli" userId="af206405-ded7-4f57-85df-4d201fa06a02" providerId="ADAL" clId="{E3259367-A608-4094-A91A-7EC6D042BD96}" dt="2026-09-10T09:26:46.139" v="3612" actId="1076"/>
          <ac:picMkLst>
            <pc:docMk/>
            <pc:sldMk cId="2144023868" sldId="366"/>
            <ac:picMk id="4" creationId="{C9ED624F-996B-CA6E-5D55-5F3605D6E202}"/>
          </ac:picMkLst>
        </pc:picChg>
      </pc:sldChg>
      <pc:sldChg chg="addSp delSp add mod">
        <pc:chgData name="Esmot Ara Tuli" userId="af206405-ded7-4f57-85df-4d201fa06a02" providerId="ADAL" clId="{E3259367-A608-4094-A91A-7EC6D042BD96}" dt="2026-09-10T09:22:45.235" v="3586" actId="22"/>
        <pc:sldMkLst>
          <pc:docMk/>
          <pc:sldMk cId="3380452784" sldId="367"/>
        </pc:sldMkLst>
        <pc:spChg chg="add">
          <ac:chgData name="Esmot Ara Tuli" userId="af206405-ded7-4f57-85df-4d201fa06a02" providerId="ADAL" clId="{E3259367-A608-4094-A91A-7EC6D042BD96}" dt="2026-09-10T09:22:45.235" v="3586" actId="22"/>
          <ac:spMkLst>
            <pc:docMk/>
            <pc:sldMk cId="3380452784" sldId="367"/>
            <ac:spMk id="6" creationId="{06F2AC94-2DFD-0813-54EF-861CC4CB2E5D}"/>
          </ac:spMkLst>
        </pc:spChg>
        <pc:graphicFrameChg chg="del">
          <ac:chgData name="Esmot Ara Tuli" userId="af206405-ded7-4f57-85df-4d201fa06a02" providerId="ADAL" clId="{E3259367-A608-4094-A91A-7EC6D042BD96}" dt="2026-09-10T09:22:35.226" v="3585" actId="478"/>
          <ac:graphicFrameMkLst>
            <pc:docMk/>
            <pc:sldMk cId="3380452784" sldId="367"/>
            <ac:graphicFrameMk id="8" creationId="{4ACB27C1-9DDE-7EE9-E8D5-398A70CAFD3E}"/>
          </ac:graphicFrameMkLst>
        </pc:graphicFrameChg>
        <pc:picChg chg="add">
          <ac:chgData name="Esmot Ara Tuli" userId="af206405-ded7-4f57-85df-4d201fa06a02" providerId="ADAL" clId="{E3259367-A608-4094-A91A-7EC6D042BD96}" dt="2026-09-10T09:22:45.235" v="3586" actId="22"/>
          <ac:picMkLst>
            <pc:docMk/>
            <pc:sldMk cId="3380452784" sldId="367"/>
            <ac:picMk id="4" creationId="{95354DF8-B734-CF44-8E8A-1317CD7285EC}"/>
          </ac:picMkLst>
        </pc:picChg>
        <pc:picChg chg="add">
          <ac:chgData name="Esmot Ara Tuli" userId="af206405-ded7-4f57-85df-4d201fa06a02" providerId="ADAL" clId="{E3259367-A608-4094-A91A-7EC6D042BD96}" dt="2026-09-10T09:22:45.235" v="3586" actId="22"/>
          <ac:picMkLst>
            <pc:docMk/>
            <pc:sldMk cId="3380452784" sldId="367"/>
            <ac:picMk id="10" creationId="{63B5D908-9477-1E75-E0D4-9B8D5CD31553}"/>
          </ac:picMkLst>
        </pc:picChg>
      </pc:sldChg>
      <pc:sldChg chg="addSp delSp modSp add mod">
        <pc:chgData name="Esmot Ara Tuli" userId="af206405-ded7-4f57-85df-4d201fa06a02" providerId="ADAL" clId="{E3259367-A608-4094-A91A-7EC6D042BD96}" dt="2026-09-10T09:26:21.930" v="3607" actId="2711"/>
        <pc:sldMkLst>
          <pc:docMk/>
          <pc:sldMk cId="2520455976" sldId="368"/>
        </pc:sldMkLst>
        <pc:spChg chg="mod">
          <ac:chgData name="Esmot Ara Tuli" userId="af206405-ded7-4f57-85df-4d201fa06a02" providerId="ADAL" clId="{E3259367-A608-4094-A91A-7EC6D042BD96}" dt="2026-09-10T09:25:07.282" v="3594" actId="20577"/>
          <ac:spMkLst>
            <pc:docMk/>
            <pc:sldMk cId="2520455976" sldId="368"/>
            <ac:spMk id="2" creationId="{323515BC-7F8B-6B60-35FC-A44D898B7119}"/>
          </ac:spMkLst>
        </pc:spChg>
        <pc:spChg chg="del">
          <ac:chgData name="Esmot Ara Tuli" userId="af206405-ded7-4f57-85df-4d201fa06a02" providerId="ADAL" clId="{E3259367-A608-4094-A91A-7EC6D042BD96}" dt="2026-09-10T09:25:28.555" v="3597" actId="478"/>
          <ac:spMkLst>
            <pc:docMk/>
            <pc:sldMk cId="2520455976" sldId="368"/>
            <ac:spMk id="4" creationId="{CF5AED6D-BB92-87B5-00A7-D94C98D520F1}"/>
          </ac:spMkLst>
        </pc:spChg>
        <pc:spChg chg="del">
          <ac:chgData name="Esmot Ara Tuli" userId="af206405-ded7-4f57-85df-4d201fa06a02" providerId="ADAL" clId="{E3259367-A608-4094-A91A-7EC6D042BD96}" dt="2026-09-10T09:25:26.717" v="3596" actId="478"/>
          <ac:spMkLst>
            <pc:docMk/>
            <pc:sldMk cId="2520455976" sldId="368"/>
            <ac:spMk id="5" creationId="{5C5274FD-BEB0-FDD5-8991-72ADAE642523}"/>
          </ac:spMkLst>
        </pc:spChg>
        <pc:spChg chg="add mod">
          <ac:chgData name="Esmot Ara Tuli" userId="af206405-ded7-4f57-85df-4d201fa06a02" providerId="ADAL" clId="{E3259367-A608-4094-A91A-7EC6D042BD96}" dt="2026-09-10T09:25:32.892" v="3600" actId="113"/>
          <ac:spMkLst>
            <pc:docMk/>
            <pc:sldMk cId="2520455976" sldId="368"/>
            <ac:spMk id="6" creationId="{9F531BB2-1266-6179-BD38-13034134AFF1}"/>
          </ac:spMkLst>
        </pc:spChg>
        <pc:spChg chg="add mod">
          <ac:chgData name="Esmot Ara Tuli" userId="af206405-ded7-4f57-85df-4d201fa06a02" providerId="ADAL" clId="{E3259367-A608-4094-A91A-7EC6D042BD96}" dt="2026-09-10T09:25:45.366" v="3602" actId="1076"/>
          <ac:spMkLst>
            <pc:docMk/>
            <pc:sldMk cId="2520455976" sldId="368"/>
            <ac:spMk id="9" creationId="{C6A348A5-F689-D2A2-9327-4B6FBF80E111}"/>
          </ac:spMkLst>
        </pc:spChg>
        <pc:spChg chg="add mod">
          <ac:chgData name="Esmot Ara Tuli" userId="af206405-ded7-4f57-85df-4d201fa06a02" providerId="ADAL" clId="{E3259367-A608-4094-A91A-7EC6D042BD96}" dt="2026-09-10T09:25:45.366" v="3602" actId="1076"/>
          <ac:spMkLst>
            <pc:docMk/>
            <pc:sldMk cId="2520455976" sldId="368"/>
            <ac:spMk id="12" creationId="{4A545A03-DA03-9E28-88F4-D42609BAA67F}"/>
          </ac:spMkLst>
        </pc:spChg>
        <pc:spChg chg="del">
          <ac:chgData name="Esmot Ara Tuli" userId="af206405-ded7-4f57-85df-4d201fa06a02" providerId="ADAL" clId="{E3259367-A608-4094-A91A-7EC6D042BD96}" dt="2026-09-10T09:26:11.280" v="3606" actId="478"/>
          <ac:spMkLst>
            <pc:docMk/>
            <pc:sldMk cId="2520455976" sldId="368"/>
            <ac:spMk id="14" creationId="{15AC7919-C4C2-0B9E-CDF0-73301E43C98C}"/>
          </ac:spMkLst>
        </pc:spChg>
        <pc:spChg chg="add mod">
          <ac:chgData name="Esmot Ara Tuli" userId="af206405-ded7-4f57-85df-4d201fa06a02" providerId="ADAL" clId="{E3259367-A608-4094-A91A-7EC6D042BD96}" dt="2026-09-10T09:26:21.930" v="3607" actId="2711"/>
          <ac:spMkLst>
            <pc:docMk/>
            <pc:sldMk cId="2520455976" sldId="368"/>
            <ac:spMk id="15" creationId="{2B8DB3D5-1A93-FDA5-F4FB-BA78C4FC75F4}"/>
          </ac:spMkLst>
        </pc:spChg>
        <pc:picChg chg="del">
          <ac:chgData name="Esmot Ara Tuli" userId="af206405-ded7-4f57-85df-4d201fa06a02" providerId="ADAL" clId="{E3259367-A608-4094-A91A-7EC6D042BD96}" dt="2026-09-10T09:25:10.952" v="3595" actId="478"/>
          <ac:picMkLst>
            <pc:docMk/>
            <pc:sldMk cId="2520455976" sldId="368"/>
            <ac:picMk id="10" creationId="{8E07EDC3-DDB4-6D4E-35DD-4D62071C1E4B}"/>
          </ac:picMkLst>
        </pc:picChg>
      </pc:sldChg>
      <pc:sldChg chg="addSp delSp modSp add mod ord">
        <pc:chgData name="Esmot Ara Tuli" userId="af206405-ded7-4f57-85df-4d201fa06a02" providerId="ADAL" clId="{E3259367-A608-4094-A91A-7EC6D042BD96}" dt="2026-09-10T09:37:16.823" v="3633" actId="5793"/>
        <pc:sldMkLst>
          <pc:docMk/>
          <pc:sldMk cId="3294602880" sldId="369"/>
        </pc:sldMkLst>
        <pc:spChg chg="mod">
          <ac:chgData name="Esmot Ara Tuli" userId="af206405-ded7-4f57-85df-4d201fa06a02" providerId="ADAL" clId="{E3259367-A608-4094-A91A-7EC6D042BD96}" dt="2026-09-10T09:27:30.806" v="3618" actId="20577"/>
          <ac:spMkLst>
            <pc:docMk/>
            <pc:sldMk cId="3294602880" sldId="369"/>
            <ac:spMk id="2" creationId="{17E70222-7EE6-7BB0-F1AC-8D8753E3A2C0}"/>
          </ac:spMkLst>
        </pc:spChg>
        <pc:spChg chg="del">
          <ac:chgData name="Esmot Ara Tuli" userId="af206405-ded7-4f57-85df-4d201fa06a02" providerId="ADAL" clId="{E3259367-A608-4094-A91A-7EC6D042BD96}" dt="2026-09-10T09:27:49.559" v="3623" actId="478"/>
          <ac:spMkLst>
            <pc:docMk/>
            <pc:sldMk cId="3294602880" sldId="369"/>
            <ac:spMk id="6" creationId="{D04BEEE9-CB6C-7AE8-0263-C24832CC4D2B}"/>
          </ac:spMkLst>
        </pc:spChg>
        <pc:spChg chg="add mod">
          <ac:chgData name="Esmot Ara Tuli" userId="af206405-ded7-4f57-85df-4d201fa06a02" providerId="ADAL" clId="{E3259367-A608-4094-A91A-7EC6D042BD96}" dt="2026-09-10T09:37:16.823" v="3633" actId="5793"/>
          <ac:spMkLst>
            <pc:docMk/>
            <pc:sldMk cId="3294602880" sldId="369"/>
            <ac:spMk id="8" creationId="{F3F28980-160D-F773-1DFF-6A2F1D29A69A}"/>
          </ac:spMkLst>
        </pc:spChg>
        <pc:spChg chg="del">
          <ac:chgData name="Esmot Ara Tuli" userId="af206405-ded7-4f57-85df-4d201fa06a02" providerId="ADAL" clId="{E3259367-A608-4094-A91A-7EC6D042BD96}" dt="2026-09-10T09:27:38.645" v="3621" actId="478"/>
          <ac:spMkLst>
            <pc:docMk/>
            <pc:sldMk cId="3294602880" sldId="369"/>
            <ac:spMk id="9" creationId="{8AFC3227-974E-878B-72C5-3FA67BAA0198}"/>
          </ac:spMkLst>
        </pc:spChg>
        <pc:spChg chg="del">
          <ac:chgData name="Esmot Ara Tuli" userId="af206405-ded7-4f57-85df-4d201fa06a02" providerId="ADAL" clId="{E3259367-A608-4094-A91A-7EC6D042BD96}" dt="2026-09-10T09:27:34.285" v="3619" actId="478"/>
          <ac:spMkLst>
            <pc:docMk/>
            <pc:sldMk cId="3294602880" sldId="369"/>
            <ac:spMk id="12" creationId="{3FF0A76D-ED5C-F117-BB2F-8B347C69D8F2}"/>
          </ac:spMkLst>
        </pc:spChg>
        <pc:spChg chg="del">
          <ac:chgData name="Esmot Ara Tuli" userId="af206405-ded7-4f57-85df-4d201fa06a02" providerId="ADAL" clId="{E3259367-A608-4094-A91A-7EC6D042BD96}" dt="2026-09-10T09:27:36.873" v="3620" actId="478"/>
          <ac:spMkLst>
            <pc:docMk/>
            <pc:sldMk cId="3294602880" sldId="369"/>
            <ac:spMk id="15" creationId="{856D047F-EE56-2984-8A45-B0E3581E78F0}"/>
          </ac:spMkLst>
        </pc:spChg>
        <pc:picChg chg="add">
          <ac:chgData name="Esmot Ara Tuli" userId="af206405-ded7-4f57-85df-4d201fa06a02" providerId="ADAL" clId="{E3259367-A608-4094-A91A-7EC6D042BD96}" dt="2026-09-10T09:27:41.841" v="3622" actId="22"/>
          <ac:picMkLst>
            <pc:docMk/>
            <pc:sldMk cId="3294602880" sldId="369"/>
            <ac:picMk id="4" creationId="{56DC5801-FB0D-4A33-CCDF-BF84D0D01511}"/>
          </ac:picMkLst>
        </pc:picChg>
      </pc:sldChg>
      <pc:sldChg chg="addSp delSp modSp add mod">
        <pc:chgData name="Esmot Ara Tuli" userId="af206405-ded7-4f57-85df-4d201fa06a02" providerId="ADAL" clId="{E3259367-A608-4094-A91A-7EC6D042BD96}" dt="2026-09-10T09:38:49.410" v="3644" actId="1076"/>
        <pc:sldMkLst>
          <pc:docMk/>
          <pc:sldMk cId="3691130218" sldId="370"/>
        </pc:sldMkLst>
        <pc:spChg chg="del">
          <ac:chgData name="Esmot Ara Tuli" userId="af206405-ded7-4f57-85df-4d201fa06a02" providerId="ADAL" clId="{E3259367-A608-4094-A91A-7EC6D042BD96}" dt="2026-09-10T09:37:50.514" v="3636" actId="478"/>
          <ac:spMkLst>
            <pc:docMk/>
            <pc:sldMk cId="3691130218" sldId="370"/>
            <ac:spMk id="8" creationId="{3861868B-0B9C-5394-872C-5E8E8E903A8B}"/>
          </ac:spMkLst>
        </pc:spChg>
        <pc:picChg chg="del">
          <ac:chgData name="Esmot Ara Tuli" userId="af206405-ded7-4f57-85df-4d201fa06a02" providerId="ADAL" clId="{E3259367-A608-4094-A91A-7EC6D042BD96}" dt="2026-09-10T09:37:47.689" v="3635" actId="478"/>
          <ac:picMkLst>
            <pc:docMk/>
            <pc:sldMk cId="3691130218" sldId="370"/>
            <ac:picMk id="4" creationId="{B18C8281-A3E4-EF52-7F85-3175DFE9067F}"/>
          </ac:picMkLst>
        </pc:picChg>
        <pc:picChg chg="add mod">
          <ac:chgData name="Esmot Ara Tuli" userId="af206405-ded7-4f57-85df-4d201fa06a02" providerId="ADAL" clId="{E3259367-A608-4094-A91A-7EC6D042BD96}" dt="2026-09-10T09:38:30.043" v="3640" actId="1076"/>
          <ac:picMkLst>
            <pc:docMk/>
            <pc:sldMk cId="3691130218" sldId="370"/>
            <ac:picMk id="5" creationId="{1A4CA6FC-2B90-2975-C4C8-AF21DE6A914A}"/>
          </ac:picMkLst>
        </pc:picChg>
        <pc:picChg chg="add mod">
          <ac:chgData name="Esmot Ara Tuli" userId="af206405-ded7-4f57-85df-4d201fa06a02" providerId="ADAL" clId="{E3259367-A608-4094-A91A-7EC6D042BD96}" dt="2026-09-10T09:38:49.410" v="3644" actId="1076"/>
          <ac:picMkLst>
            <pc:docMk/>
            <pc:sldMk cId="3691130218" sldId="370"/>
            <ac:picMk id="9" creationId="{8CB7442A-644A-E6B0-361B-730B5C7FCDE8}"/>
          </ac:picMkLst>
        </pc:picChg>
      </pc:sldChg>
      <pc:sldChg chg="addSp delSp modSp add mod ord">
        <pc:chgData name="Esmot Ara Tuli" userId="af206405-ded7-4f57-85df-4d201fa06a02" providerId="ADAL" clId="{E3259367-A608-4094-A91A-7EC6D042BD96}" dt="2026-09-10T09:41:12.724" v="3685" actId="255"/>
        <pc:sldMkLst>
          <pc:docMk/>
          <pc:sldMk cId="1121506775" sldId="371"/>
        </pc:sldMkLst>
        <pc:spChg chg="add mod">
          <ac:chgData name="Esmot Ara Tuli" userId="af206405-ded7-4f57-85df-4d201fa06a02" providerId="ADAL" clId="{E3259367-A608-4094-A91A-7EC6D042BD96}" dt="2026-09-10T09:40:42.121" v="3677" actId="255"/>
          <ac:spMkLst>
            <pc:docMk/>
            <pc:sldMk cId="1121506775" sldId="371"/>
            <ac:spMk id="5" creationId="{4283430A-2C23-F57F-CB13-401B37D15F13}"/>
          </ac:spMkLst>
        </pc:spChg>
        <pc:spChg chg="del">
          <ac:chgData name="Esmot Ara Tuli" userId="af206405-ded7-4f57-85df-4d201fa06a02" providerId="ADAL" clId="{E3259367-A608-4094-A91A-7EC6D042BD96}" dt="2026-09-10T09:39:50.953" v="3647" actId="478"/>
          <ac:spMkLst>
            <pc:docMk/>
            <pc:sldMk cId="1121506775" sldId="371"/>
            <ac:spMk id="8" creationId="{3FEBC312-5023-BDFA-4792-E45118E810A7}"/>
          </ac:spMkLst>
        </pc:spChg>
        <pc:spChg chg="add mod">
          <ac:chgData name="Esmot Ara Tuli" userId="af206405-ded7-4f57-85df-4d201fa06a02" providerId="ADAL" clId="{E3259367-A608-4094-A91A-7EC6D042BD96}" dt="2026-09-10T09:41:12.724" v="3685" actId="255"/>
          <ac:spMkLst>
            <pc:docMk/>
            <pc:sldMk cId="1121506775" sldId="371"/>
            <ac:spMk id="9" creationId="{C21ACCD9-2CB3-BF7E-8EA5-164248D7CD63}"/>
          </ac:spMkLst>
        </pc:spChg>
        <pc:spChg chg="add mod">
          <ac:chgData name="Esmot Ara Tuli" userId="af206405-ded7-4f57-85df-4d201fa06a02" providerId="ADAL" clId="{E3259367-A608-4094-A91A-7EC6D042BD96}" dt="2026-09-10T09:40:52.773" v="3680" actId="255"/>
          <ac:spMkLst>
            <pc:docMk/>
            <pc:sldMk cId="1121506775" sldId="371"/>
            <ac:spMk id="11" creationId="{59B43792-7FC7-4ED3-F4DD-38CCD7DBD18F}"/>
          </ac:spMkLst>
        </pc:spChg>
        <pc:spChg chg="add mod">
          <ac:chgData name="Esmot Ara Tuli" userId="af206405-ded7-4f57-85df-4d201fa06a02" providerId="ADAL" clId="{E3259367-A608-4094-A91A-7EC6D042BD96}" dt="2026-09-10T09:41:03.629" v="3683" actId="14100"/>
          <ac:spMkLst>
            <pc:docMk/>
            <pc:sldMk cId="1121506775" sldId="371"/>
            <ac:spMk id="13" creationId="{EA87E43D-C627-7DA7-FEE1-C0611F02CFD0}"/>
          </ac:spMkLst>
        </pc:spChg>
        <pc:picChg chg="del">
          <ac:chgData name="Esmot Ara Tuli" userId="af206405-ded7-4f57-85df-4d201fa06a02" providerId="ADAL" clId="{E3259367-A608-4094-A91A-7EC6D042BD96}" dt="2026-09-10T09:39:47.984" v="3646" actId="478"/>
          <ac:picMkLst>
            <pc:docMk/>
            <pc:sldMk cId="1121506775" sldId="371"/>
            <ac:picMk id="4" creationId="{A5278015-6646-9411-2796-176E7BABA828}"/>
          </ac:picMkLst>
        </pc:picChg>
      </pc:sldChg>
      <pc:sldChg chg="addSp delSp modSp add mod">
        <pc:chgData name="Esmot Ara Tuli" userId="af206405-ded7-4f57-85df-4d201fa06a02" providerId="ADAL" clId="{E3259367-A608-4094-A91A-7EC6D042BD96}" dt="2026-09-10T10:14:21.476" v="3749" actId="2711"/>
        <pc:sldMkLst>
          <pc:docMk/>
          <pc:sldMk cId="548319751" sldId="372"/>
        </pc:sldMkLst>
        <pc:spChg chg="add mod">
          <ac:chgData name="Esmot Ara Tuli" userId="af206405-ded7-4f57-85df-4d201fa06a02" providerId="ADAL" clId="{E3259367-A608-4094-A91A-7EC6D042BD96}" dt="2026-09-10T09:44:57.286" v="3747" actId="2711"/>
          <ac:spMkLst>
            <pc:docMk/>
            <pc:sldMk cId="548319751" sldId="372"/>
            <ac:spMk id="4" creationId="{1CD5B671-D54F-1985-633F-0EC6A084D922}"/>
          </ac:spMkLst>
        </pc:spChg>
        <pc:spChg chg="del">
          <ac:chgData name="Esmot Ara Tuli" userId="af206405-ded7-4f57-85df-4d201fa06a02" providerId="ADAL" clId="{E3259367-A608-4094-A91A-7EC6D042BD96}" dt="2026-09-10T09:41:30.067" v="3686" actId="478"/>
          <ac:spMkLst>
            <pc:docMk/>
            <pc:sldMk cId="548319751" sldId="372"/>
            <ac:spMk id="5" creationId="{CA4887C0-5292-746C-8C14-A7F094EB7E5C}"/>
          </ac:spMkLst>
        </pc:spChg>
        <pc:spChg chg="add mod">
          <ac:chgData name="Esmot Ara Tuli" userId="af206405-ded7-4f57-85df-4d201fa06a02" providerId="ADAL" clId="{E3259367-A608-4094-A91A-7EC6D042BD96}" dt="2026-09-10T10:14:15.629" v="3748" actId="2711"/>
          <ac:spMkLst>
            <pc:docMk/>
            <pc:sldMk cId="548319751" sldId="372"/>
            <ac:spMk id="8" creationId="{99DDF628-D19A-3668-B7B7-3748AA16C7C3}"/>
          </ac:spMkLst>
        </pc:spChg>
        <pc:spChg chg="del">
          <ac:chgData name="Esmot Ara Tuli" userId="af206405-ded7-4f57-85df-4d201fa06a02" providerId="ADAL" clId="{E3259367-A608-4094-A91A-7EC6D042BD96}" dt="2026-09-10T09:41:30.067" v="3686" actId="478"/>
          <ac:spMkLst>
            <pc:docMk/>
            <pc:sldMk cId="548319751" sldId="372"/>
            <ac:spMk id="9" creationId="{331406C3-9588-8943-2ABB-2B3BEBEC9160}"/>
          </ac:spMkLst>
        </pc:spChg>
        <pc:spChg chg="del">
          <ac:chgData name="Esmot Ara Tuli" userId="af206405-ded7-4f57-85df-4d201fa06a02" providerId="ADAL" clId="{E3259367-A608-4094-A91A-7EC6D042BD96}" dt="2026-09-10T09:41:30.067" v="3686" actId="478"/>
          <ac:spMkLst>
            <pc:docMk/>
            <pc:sldMk cId="548319751" sldId="372"/>
            <ac:spMk id="11" creationId="{C1A4789B-8856-7756-9CDF-2ED740BE78A8}"/>
          </ac:spMkLst>
        </pc:spChg>
        <pc:spChg chg="add mod">
          <ac:chgData name="Esmot Ara Tuli" userId="af206405-ded7-4f57-85df-4d201fa06a02" providerId="ADAL" clId="{E3259367-A608-4094-A91A-7EC6D042BD96}" dt="2026-09-10T10:14:21.476" v="3749" actId="2711"/>
          <ac:spMkLst>
            <pc:docMk/>
            <pc:sldMk cId="548319751" sldId="372"/>
            <ac:spMk id="12" creationId="{8BB0CFB6-DE54-669A-AE20-65DB2D50AABD}"/>
          </ac:spMkLst>
        </pc:spChg>
        <pc:spChg chg="del">
          <ac:chgData name="Esmot Ara Tuli" userId="af206405-ded7-4f57-85df-4d201fa06a02" providerId="ADAL" clId="{E3259367-A608-4094-A91A-7EC6D042BD96}" dt="2026-09-10T09:41:30.067" v="3686" actId="478"/>
          <ac:spMkLst>
            <pc:docMk/>
            <pc:sldMk cId="548319751" sldId="372"/>
            <ac:spMk id="13" creationId="{5EC9CD4F-C171-DFC8-8D16-870ADD260BF5}"/>
          </ac:spMkLst>
        </pc:spChg>
      </pc:sldChg>
      <pc:sldChg chg="addSp delSp modSp add mod">
        <pc:chgData name="Esmot Ara Tuli" userId="af206405-ded7-4f57-85df-4d201fa06a02" providerId="ADAL" clId="{E3259367-A608-4094-A91A-7EC6D042BD96}" dt="2026-09-10T10:14:36.832" v="3751" actId="14100"/>
        <pc:sldMkLst>
          <pc:docMk/>
          <pc:sldMk cId="613730883" sldId="373"/>
        </pc:sldMkLst>
        <pc:spChg chg="mod">
          <ac:chgData name="Esmot Ara Tuli" userId="af206405-ded7-4f57-85df-4d201fa06a02" providerId="ADAL" clId="{E3259367-A608-4094-A91A-7EC6D042BD96}" dt="2026-09-10T09:41:54.814" v="3726" actId="20577"/>
          <ac:spMkLst>
            <pc:docMk/>
            <pc:sldMk cId="613730883" sldId="373"/>
            <ac:spMk id="2" creationId="{F4564062-97AF-8753-13B5-33391725ACFA}"/>
          </ac:spMkLst>
        </pc:spChg>
        <pc:spChg chg="del">
          <ac:chgData name="Esmot Ara Tuli" userId="af206405-ded7-4f57-85df-4d201fa06a02" providerId="ADAL" clId="{E3259367-A608-4094-A91A-7EC6D042BD96}" dt="2026-09-10T09:42:02.476" v="3729" actId="478"/>
          <ac:spMkLst>
            <pc:docMk/>
            <pc:sldMk cId="613730883" sldId="373"/>
            <ac:spMk id="4" creationId="{7CC8B279-7B25-13D2-2BCE-4C0AE18A58B1}"/>
          </ac:spMkLst>
        </pc:spChg>
        <pc:spChg chg="add mod">
          <ac:chgData name="Esmot Ara Tuli" userId="af206405-ded7-4f57-85df-4d201fa06a02" providerId="ADAL" clId="{E3259367-A608-4094-A91A-7EC6D042BD96}" dt="2026-09-10T10:14:36.832" v="3751" actId="14100"/>
          <ac:spMkLst>
            <pc:docMk/>
            <pc:sldMk cId="613730883" sldId="373"/>
            <ac:spMk id="5" creationId="{78E215CE-BBAE-B40E-8FC2-C85C0F1C8D49}"/>
          </ac:spMkLst>
        </pc:spChg>
        <pc:spChg chg="del">
          <ac:chgData name="Esmot Ara Tuli" userId="af206405-ded7-4f57-85df-4d201fa06a02" providerId="ADAL" clId="{E3259367-A608-4094-A91A-7EC6D042BD96}" dt="2026-09-10T09:41:59.061" v="3727" actId="478"/>
          <ac:spMkLst>
            <pc:docMk/>
            <pc:sldMk cId="613730883" sldId="373"/>
            <ac:spMk id="8" creationId="{7838D923-C4A3-5743-950D-A18AF286CDFE}"/>
          </ac:spMkLst>
        </pc:spChg>
        <pc:spChg chg="del">
          <ac:chgData name="Esmot Ara Tuli" userId="af206405-ded7-4f57-85df-4d201fa06a02" providerId="ADAL" clId="{E3259367-A608-4094-A91A-7EC6D042BD96}" dt="2026-09-10T09:42:00.751" v="3728" actId="478"/>
          <ac:spMkLst>
            <pc:docMk/>
            <pc:sldMk cId="613730883" sldId="373"/>
            <ac:spMk id="12" creationId="{D78AEE8B-4051-212A-8969-A116F830A7C4}"/>
          </ac:spMkLst>
        </pc:spChg>
      </pc:sldChg>
      <pc:sldChg chg="addSp delSp modSp add mod">
        <pc:chgData name="Esmot Ara Tuli" userId="af206405-ded7-4f57-85df-4d201fa06a02" providerId="ADAL" clId="{E3259367-A608-4094-A91A-7EC6D042BD96}" dt="2026-09-10T10:15:20.799" v="3758" actId="2711"/>
        <pc:sldMkLst>
          <pc:docMk/>
          <pc:sldMk cId="3828431228" sldId="374"/>
        </pc:sldMkLst>
        <pc:spChg chg="mod">
          <ac:chgData name="Esmot Ara Tuli" userId="af206405-ded7-4f57-85df-4d201fa06a02" providerId="ADAL" clId="{E3259367-A608-4094-A91A-7EC6D042BD96}" dt="2026-09-10T09:42:53.676" v="3733"/>
          <ac:spMkLst>
            <pc:docMk/>
            <pc:sldMk cId="3828431228" sldId="374"/>
            <ac:spMk id="2" creationId="{98C8E67D-8B72-C0E5-79C5-49051D713405}"/>
          </ac:spMkLst>
        </pc:spChg>
        <pc:spChg chg="add mod">
          <ac:chgData name="Esmot Ara Tuli" userId="af206405-ded7-4f57-85df-4d201fa06a02" providerId="ADAL" clId="{E3259367-A608-4094-A91A-7EC6D042BD96}" dt="2026-09-10T10:15:20.799" v="3758" actId="2711"/>
          <ac:spMkLst>
            <pc:docMk/>
            <pc:sldMk cId="3828431228" sldId="374"/>
            <ac:spMk id="4" creationId="{E3B3CDFE-490B-9BE5-AED9-120C4DBBC033}"/>
          </ac:spMkLst>
        </pc:spChg>
        <pc:spChg chg="del mod">
          <ac:chgData name="Esmot Ara Tuli" userId="af206405-ded7-4f57-85df-4d201fa06a02" providerId="ADAL" clId="{E3259367-A608-4094-A91A-7EC6D042BD96}" dt="2026-09-10T09:43:07.147" v="3735" actId="478"/>
          <ac:spMkLst>
            <pc:docMk/>
            <pc:sldMk cId="3828431228" sldId="374"/>
            <ac:spMk id="5" creationId="{D214499C-C1B1-682B-1BA8-7F241C0B01CA}"/>
          </ac:spMkLst>
        </pc:spChg>
      </pc:sldChg>
      <pc:sldChg chg="addSp delSp modSp add mod">
        <pc:chgData name="Esmot Ara Tuli" userId="af206405-ded7-4f57-85df-4d201fa06a02" providerId="ADAL" clId="{E3259367-A608-4094-A91A-7EC6D042BD96}" dt="2026-09-10T10:15:43.459" v="3762" actId="2711"/>
        <pc:sldMkLst>
          <pc:docMk/>
          <pc:sldMk cId="3568066099" sldId="375"/>
        </pc:sldMkLst>
        <pc:spChg chg="del">
          <ac:chgData name="Esmot Ara Tuli" userId="af206405-ded7-4f57-85df-4d201fa06a02" providerId="ADAL" clId="{E3259367-A608-4094-A91A-7EC6D042BD96}" dt="2026-09-10T09:43:34.424" v="3739" actId="478"/>
          <ac:spMkLst>
            <pc:docMk/>
            <pc:sldMk cId="3568066099" sldId="375"/>
            <ac:spMk id="4" creationId="{E58AE0B2-7B9B-BF8A-76FB-94CEA31F0A61}"/>
          </ac:spMkLst>
        </pc:spChg>
        <pc:spChg chg="add mod">
          <ac:chgData name="Esmot Ara Tuli" userId="af206405-ded7-4f57-85df-4d201fa06a02" providerId="ADAL" clId="{E3259367-A608-4094-A91A-7EC6D042BD96}" dt="2026-09-10T10:15:43.459" v="3762" actId="2711"/>
          <ac:spMkLst>
            <pc:docMk/>
            <pc:sldMk cId="3568066099" sldId="375"/>
            <ac:spMk id="5" creationId="{E167A4B4-9DD4-DF56-61BE-0FCB951D63F4}"/>
          </ac:spMkLst>
        </pc:spChg>
      </pc:sldChg>
      <pc:sldChg chg="addSp delSp modSp add mod">
        <pc:chgData name="Esmot Ara Tuli" userId="af206405-ded7-4f57-85df-4d201fa06a02" providerId="ADAL" clId="{E3259367-A608-4094-A91A-7EC6D042BD96}" dt="2026-09-10T10:16:19.755" v="3767" actId="2711"/>
        <pc:sldMkLst>
          <pc:docMk/>
          <pc:sldMk cId="1089133516" sldId="376"/>
        </pc:sldMkLst>
        <pc:spChg chg="add mod">
          <ac:chgData name="Esmot Ara Tuli" userId="af206405-ded7-4f57-85df-4d201fa06a02" providerId="ADAL" clId="{E3259367-A608-4094-A91A-7EC6D042BD96}" dt="2026-09-10T10:16:19.755" v="3767" actId="2711"/>
          <ac:spMkLst>
            <pc:docMk/>
            <pc:sldMk cId="1089133516" sldId="376"/>
            <ac:spMk id="4" creationId="{8AD78777-5D38-AE43-8B40-A545C32326EE}"/>
          </ac:spMkLst>
        </pc:spChg>
        <pc:spChg chg="del">
          <ac:chgData name="Esmot Ara Tuli" userId="af206405-ded7-4f57-85df-4d201fa06a02" providerId="ADAL" clId="{E3259367-A608-4094-A91A-7EC6D042BD96}" dt="2026-09-10T09:44:30.481" v="3743" actId="478"/>
          <ac:spMkLst>
            <pc:docMk/>
            <pc:sldMk cId="1089133516" sldId="376"/>
            <ac:spMk id="5" creationId="{5756C513-A33F-2C17-04C2-F576B437CB03}"/>
          </ac:spMkLst>
        </pc:spChg>
      </pc:sldChg>
      <pc:sldChg chg="addSp delSp modSp add mod">
        <pc:chgData name="Esmot Ara Tuli" userId="af206405-ded7-4f57-85df-4d201fa06a02" providerId="ADAL" clId="{E3259367-A608-4094-A91A-7EC6D042BD96}" dt="2026-09-10T10:17:18.503" v="3777" actId="2711"/>
        <pc:sldMkLst>
          <pc:docMk/>
          <pc:sldMk cId="1819238731" sldId="377"/>
        </pc:sldMkLst>
        <pc:spChg chg="del">
          <ac:chgData name="Esmot Ara Tuli" userId="af206405-ded7-4f57-85df-4d201fa06a02" providerId="ADAL" clId="{E3259367-A608-4094-A91A-7EC6D042BD96}" dt="2026-09-10T10:16:36.788" v="3769" actId="478"/>
          <ac:spMkLst>
            <pc:docMk/>
            <pc:sldMk cId="1819238731" sldId="377"/>
            <ac:spMk id="4" creationId="{5242F5B2-094E-E7A7-5256-942DB24FFAC2}"/>
          </ac:spMkLst>
        </pc:spChg>
        <pc:spChg chg="add mod">
          <ac:chgData name="Esmot Ara Tuli" userId="af206405-ded7-4f57-85df-4d201fa06a02" providerId="ADAL" clId="{E3259367-A608-4094-A91A-7EC6D042BD96}" dt="2026-09-10T10:17:18.503" v="3777" actId="2711"/>
          <ac:spMkLst>
            <pc:docMk/>
            <pc:sldMk cId="1819238731" sldId="377"/>
            <ac:spMk id="5" creationId="{419A0C50-F068-5ADC-E2D9-D87BEAEE19B6}"/>
          </ac:spMkLst>
        </pc:spChg>
      </pc:sldChg>
      <pc:sldChg chg="modSp add mod">
        <pc:chgData name="Esmot Ara Tuli" userId="af206405-ded7-4f57-85df-4d201fa06a02" providerId="ADAL" clId="{E3259367-A608-4094-A91A-7EC6D042BD96}" dt="2026-09-10T10:22:01.271" v="3951" actId="20577"/>
        <pc:sldMkLst>
          <pc:docMk/>
          <pc:sldMk cId="3846833916" sldId="378"/>
        </pc:sldMkLst>
        <pc:spChg chg="mod">
          <ac:chgData name="Esmot Ara Tuli" userId="af206405-ded7-4f57-85df-4d201fa06a02" providerId="ADAL" clId="{E3259367-A608-4094-A91A-7EC6D042BD96}" dt="2026-09-10T10:18:02.020" v="3779"/>
          <ac:spMkLst>
            <pc:docMk/>
            <pc:sldMk cId="3846833916" sldId="378"/>
            <ac:spMk id="2" creationId="{86665166-2A60-E4EA-D4D4-71A35AB62DC9}"/>
          </ac:spMkLst>
        </pc:spChg>
        <pc:spChg chg="mod">
          <ac:chgData name="Esmot Ara Tuli" userId="af206405-ded7-4f57-85df-4d201fa06a02" providerId="ADAL" clId="{E3259367-A608-4094-A91A-7EC6D042BD96}" dt="2026-09-10T10:22:01.271" v="3951" actId="20577"/>
          <ac:spMkLst>
            <pc:docMk/>
            <pc:sldMk cId="3846833916" sldId="378"/>
            <ac:spMk id="5" creationId="{DA02D999-FAF9-536B-22EA-13AF7B8B1231}"/>
          </ac:spMkLst>
        </pc:spChg>
      </pc:sldChg>
      <pc:sldChg chg="addSp delSp modSp add mod">
        <pc:chgData name="Esmot Ara Tuli" userId="af206405-ded7-4f57-85df-4d201fa06a02" providerId="ADAL" clId="{E3259367-A608-4094-A91A-7EC6D042BD96}" dt="2026-09-10T10:25:25.894" v="3979" actId="1076"/>
        <pc:sldMkLst>
          <pc:docMk/>
          <pc:sldMk cId="880392416" sldId="379"/>
        </pc:sldMkLst>
        <pc:spChg chg="mod">
          <ac:chgData name="Esmot Ara Tuli" userId="af206405-ded7-4f57-85df-4d201fa06a02" providerId="ADAL" clId="{E3259367-A608-4094-A91A-7EC6D042BD96}" dt="2026-09-10T10:25:15.437" v="3977" actId="20577"/>
          <ac:spMkLst>
            <pc:docMk/>
            <pc:sldMk cId="880392416" sldId="379"/>
            <ac:spMk id="2" creationId="{6B6EB0C8-97D3-360F-D6B7-1985C3E5708B}"/>
          </ac:spMkLst>
        </pc:spChg>
        <pc:spChg chg="del mod">
          <ac:chgData name="Esmot Ara Tuli" userId="af206405-ded7-4f57-85df-4d201fa06a02" providerId="ADAL" clId="{E3259367-A608-4094-A91A-7EC6D042BD96}" dt="2026-09-10T10:25:08.676" v="3972" actId="478"/>
          <ac:spMkLst>
            <pc:docMk/>
            <pc:sldMk cId="880392416" sldId="379"/>
            <ac:spMk id="5" creationId="{A0BA57A2-02DE-416F-8BF1-4499334B95A5}"/>
          </ac:spMkLst>
        </pc:spChg>
        <pc:graphicFrameChg chg="add mod">
          <ac:chgData name="Esmot Ara Tuli" userId="af206405-ded7-4f57-85df-4d201fa06a02" providerId="ADAL" clId="{E3259367-A608-4094-A91A-7EC6D042BD96}" dt="2026-09-10T10:25:25.894" v="3979" actId="1076"/>
          <ac:graphicFrameMkLst>
            <pc:docMk/>
            <pc:sldMk cId="880392416" sldId="379"/>
            <ac:graphicFrameMk id="4" creationId="{9B6553B8-336A-6FEB-4045-AE4028EE94BF}"/>
          </ac:graphicFrameMkLst>
        </pc:graphicFrameChg>
      </pc:sldChg>
      <pc:sldChg chg="addSp delSp modSp add mod modAnim">
        <pc:chgData name="Esmot Ara Tuli" userId="af206405-ded7-4f57-85df-4d201fa06a02" providerId="ADAL" clId="{E3259367-A608-4094-A91A-7EC6D042BD96}" dt="2026-09-10T10:26:51.399" v="4006" actId="20577"/>
        <pc:sldMkLst>
          <pc:docMk/>
          <pc:sldMk cId="1382121106" sldId="380"/>
        </pc:sldMkLst>
        <pc:spChg chg="mod">
          <ac:chgData name="Esmot Ara Tuli" userId="af206405-ded7-4f57-85df-4d201fa06a02" providerId="ADAL" clId="{E3259367-A608-4094-A91A-7EC6D042BD96}" dt="2026-09-10T10:25:44.392" v="3992" actId="20577"/>
          <ac:spMkLst>
            <pc:docMk/>
            <pc:sldMk cId="1382121106" sldId="380"/>
            <ac:spMk id="2" creationId="{90E4E776-D5FE-CBF7-51B0-E3BFEEB1AF05}"/>
          </ac:spMkLst>
        </pc:spChg>
        <pc:spChg chg="add mod">
          <ac:chgData name="Esmot Ara Tuli" userId="af206405-ded7-4f57-85df-4d201fa06a02" providerId="ADAL" clId="{E3259367-A608-4094-A91A-7EC6D042BD96}" dt="2026-09-10T10:26:15.600" v="3999" actId="1076"/>
          <ac:spMkLst>
            <pc:docMk/>
            <pc:sldMk cId="1382121106" sldId="380"/>
            <ac:spMk id="6" creationId="{EEC090C7-3234-6C36-9550-98F346F72765}"/>
          </ac:spMkLst>
        </pc:spChg>
        <pc:spChg chg="add mod">
          <ac:chgData name="Esmot Ara Tuli" userId="af206405-ded7-4f57-85df-4d201fa06a02" providerId="ADAL" clId="{E3259367-A608-4094-A91A-7EC6D042BD96}" dt="2026-09-10T10:26:51.399" v="4006" actId="20577"/>
          <ac:spMkLst>
            <pc:docMk/>
            <pc:sldMk cId="1382121106" sldId="380"/>
            <ac:spMk id="9" creationId="{40712372-C6FD-2C06-9286-31C6EF7873D6}"/>
          </ac:spMkLst>
        </pc:spChg>
        <pc:graphicFrameChg chg="del">
          <ac:chgData name="Esmot Ara Tuli" userId="af206405-ded7-4f57-85df-4d201fa06a02" providerId="ADAL" clId="{E3259367-A608-4094-A91A-7EC6D042BD96}" dt="2026-09-10T10:25:48.631" v="3993" actId="478"/>
          <ac:graphicFrameMkLst>
            <pc:docMk/>
            <pc:sldMk cId="1382121106" sldId="380"/>
            <ac:graphicFrameMk id="4" creationId="{33260706-CE7F-C775-CBF3-86BA97E56845}"/>
          </ac:graphicFrameMkLst>
        </pc:graphicFrameChg>
        <pc:graphicFrameChg chg="add mod">
          <ac:chgData name="Esmot Ara Tuli" userId="af206405-ded7-4f57-85df-4d201fa06a02" providerId="ADAL" clId="{E3259367-A608-4094-A91A-7EC6D042BD96}" dt="2026-09-10T10:26:10.389" v="3998" actId="1076"/>
          <ac:graphicFrameMkLst>
            <pc:docMk/>
            <pc:sldMk cId="1382121106" sldId="380"/>
            <ac:graphicFrameMk id="5" creationId="{077871FD-7022-A0BF-199C-C89470019AB9}"/>
          </ac:graphicFrameMkLst>
        </pc:graphicFrameChg>
        <pc:picChg chg="add mod">
          <ac:chgData name="Esmot Ara Tuli" userId="af206405-ded7-4f57-85df-4d201fa06a02" providerId="ADAL" clId="{E3259367-A608-4094-A91A-7EC6D042BD96}" dt="2026-09-10T10:26:30.865" v="4002" actId="1076"/>
          <ac:picMkLst>
            <pc:docMk/>
            <pc:sldMk cId="1382121106" sldId="380"/>
            <ac:picMk id="8" creationId="{64163FE5-49A2-6724-451B-044D4BD526D6}"/>
          </ac:picMkLst>
        </pc:picChg>
      </pc:sldChg>
      <pc:sldChg chg="addSp delSp modSp add mod delAnim modAnim">
        <pc:chgData name="Esmot Ara Tuli" userId="af206405-ded7-4f57-85df-4d201fa06a02" providerId="ADAL" clId="{E3259367-A608-4094-A91A-7EC6D042BD96}" dt="2026-09-10T10:28:18.271" v="4021" actId="1076"/>
        <pc:sldMkLst>
          <pc:docMk/>
          <pc:sldMk cId="3543968341" sldId="381"/>
        </pc:sldMkLst>
        <pc:spChg chg="mod">
          <ac:chgData name="Esmot Ara Tuli" userId="af206405-ded7-4f57-85df-4d201fa06a02" providerId="ADAL" clId="{E3259367-A608-4094-A91A-7EC6D042BD96}" dt="2026-09-10T10:27:12.021" v="4009"/>
          <ac:spMkLst>
            <pc:docMk/>
            <pc:sldMk cId="3543968341" sldId="381"/>
            <ac:spMk id="2" creationId="{61B74615-2425-63F3-E0F8-4FCEF15D8457}"/>
          </ac:spMkLst>
        </pc:spChg>
        <pc:spChg chg="add mod">
          <ac:chgData name="Esmot Ara Tuli" userId="af206405-ded7-4f57-85df-4d201fa06a02" providerId="ADAL" clId="{E3259367-A608-4094-A91A-7EC6D042BD96}" dt="2026-09-10T10:28:05.143" v="4017" actId="14100"/>
          <ac:spMkLst>
            <pc:docMk/>
            <pc:sldMk cId="3543968341" sldId="381"/>
            <ac:spMk id="3" creationId="{BD6C98BB-040A-591D-94EF-6075231689E8}"/>
          </ac:spMkLst>
        </pc:spChg>
        <pc:spChg chg="del">
          <ac:chgData name="Esmot Ara Tuli" userId="af206405-ded7-4f57-85df-4d201fa06a02" providerId="ADAL" clId="{E3259367-A608-4094-A91A-7EC6D042BD96}" dt="2026-09-10T10:27:57.794" v="4014" actId="478"/>
          <ac:spMkLst>
            <pc:docMk/>
            <pc:sldMk cId="3543968341" sldId="381"/>
            <ac:spMk id="6" creationId="{44485672-74D2-934E-4AD3-94A7C391AE3C}"/>
          </ac:spMkLst>
        </pc:spChg>
        <pc:spChg chg="del">
          <ac:chgData name="Esmot Ara Tuli" userId="af206405-ded7-4f57-85df-4d201fa06a02" providerId="ADAL" clId="{E3259367-A608-4094-A91A-7EC6D042BD96}" dt="2026-09-10T10:27:48.861" v="4013" actId="478"/>
          <ac:spMkLst>
            <pc:docMk/>
            <pc:sldMk cId="3543968341" sldId="381"/>
            <ac:spMk id="9" creationId="{94334041-7D47-B65A-AD9D-927B5F699304}"/>
          </ac:spMkLst>
        </pc:spChg>
        <pc:graphicFrameChg chg="mod modGraphic">
          <ac:chgData name="Esmot Ara Tuli" userId="af206405-ded7-4f57-85df-4d201fa06a02" providerId="ADAL" clId="{E3259367-A608-4094-A91A-7EC6D042BD96}" dt="2026-09-10T10:27:42.717" v="4012"/>
          <ac:graphicFrameMkLst>
            <pc:docMk/>
            <pc:sldMk cId="3543968341" sldId="381"/>
            <ac:graphicFrameMk id="5" creationId="{149E6591-31F4-FBE5-3620-BB06E514EA9C}"/>
          </ac:graphicFrameMkLst>
        </pc:graphicFrameChg>
        <pc:picChg chg="add mod">
          <ac:chgData name="Esmot Ara Tuli" userId="af206405-ded7-4f57-85df-4d201fa06a02" providerId="ADAL" clId="{E3259367-A608-4094-A91A-7EC6D042BD96}" dt="2026-09-10T10:28:18.271" v="4021" actId="1076"/>
          <ac:picMkLst>
            <pc:docMk/>
            <pc:sldMk cId="3543968341" sldId="381"/>
            <ac:picMk id="4" creationId="{F0588412-D909-E097-48CB-7979A4767CDE}"/>
          </ac:picMkLst>
        </pc:picChg>
        <pc:picChg chg="del">
          <ac:chgData name="Esmot Ara Tuli" userId="af206405-ded7-4f57-85df-4d201fa06a02" providerId="ADAL" clId="{E3259367-A608-4094-A91A-7EC6D042BD96}" dt="2026-09-10T10:28:10.767" v="4018" actId="478"/>
          <ac:picMkLst>
            <pc:docMk/>
            <pc:sldMk cId="3543968341" sldId="381"/>
            <ac:picMk id="8" creationId="{0DAF81E6-28B9-A589-66E4-6C48BA47C51F}"/>
          </ac:picMkLst>
        </pc:picChg>
      </pc:sldChg>
      <pc:sldChg chg="addSp delSp modSp add mod delAnim modAnim">
        <pc:chgData name="Esmot Ara Tuli" userId="af206405-ded7-4f57-85df-4d201fa06a02" providerId="ADAL" clId="{E3259367-A608-4094-A91A-7EC6D042BD96}" dt="2026-09-10T10:33:43.682" v="4047" actId="2711"/>
        <pc:sldMkLst>
          <pc:docMk/>
          <pc:sldMk cId="2844520747" sldId="382"/>
        </pc:sldMkLst>
        <pc:spChg chg="mod">
          <ac:chgData name="Esmot Ara Tuli" userId="af206405-ded7-4f57-85df-4d201fa06a02" providerId="ADAL" clId="{E3259367-A608-4094-A91A-7EC6D042BD96}" dt="2026-09-10T10:28:32.229" v="4028" actId="20577"/>
          <ac:spMkLst>
            <pc:docMk/>
            <pc:sldMk cId="2844520747" sldId="382"/>
            <ac:spMk id="2" creationId="{24DE3FEC-434B-0350-DAE0-0FCBFCF72D0E}"/>
          </ac:spMkLst>
        </pc:spChg>
        <pc:spChg chg="del">
          <ac:chgData name="Esmot Ara Tuli" userId="af206405-ded7-4f57-85df-4d201fa06a02" providerId="ADAL" clId="{E3259367-A608-4094-A91A-7EC6D042BD96}" dt="2026-09-10T10:31:44.710" v="4031" actId="478"/>
          <ac:spMkLst>
            <pc:docMk/>
            <pc:sldMk cId="2844520747" sldId="382"/>
            <ac:spMk id="3" creationId="{DDB3D3F0-B7A6-2EF3-E135-8353A3510F3F}"/>
          </ac:spMkLst>
        </pc:spChg>
        <pc:spChg chg="add mod">
          <ac:chgData name="Esmot Ara Tuli" userId="af206405-ded7-4f57-85df-4d201fa06a02" providerId="ADAL" clId="{E3259367-A608-4094-A91A-7EC6D042BD96}" dt="2026-09-10T10:31:55.588" v="4032"/>
          <ac:spMkLst>
            <pc:docMk/>
            <pc:sldMk cId="2844520747" sldId="382"/>
            <ac:spMk id="6" creationId="{64DC8D1C-68D3-B71B-698E-FB6C4877B962}"/>
          </ac:spMkLst>
        </pc:spChg>
        <pc:graphicFrameChg chg="mod">
          <ac:chgData name="Esmot Ara Tuli" userId="af206405-ded7-4f57-85df-4d201fa06a02" providerId="ADAL" clId="{E3259367-A608-4094-A91A-7EC6D042BD96}" dt="2026-09-10T10:33:43.682" v="4047" actId="2711"/>
          <ac:graphicFrameMkLst>
            <pc:docMk/>
            <pc:sldMk cId="2844520747" sldId="382"/>
            <ac:graphicFrameMk id="5" creationId="{6E5D9303-013F-0598-4991-26FD121E7526}"/>
          </ac:graphicFrameMkLst>
        </pc:graphicFrameChg>
        <pc:picChg chg="del">
          <ac:chgData name="Esmot Ara Tuli" userId="af206405-ded7-4f57-85df-4d201fa06a02" providerId="ADAL" clId="{E3259367-A608-4094-A91A-7EC6D042BD96}" dt="2026-09-10T10:32:14.178" v="4035" actId="478"/>
          <ac:picMkLst>
            <pc:docMk/>
            <pc:sldMk cId="2844520747" sldId="382"/>
            <ac:picMk id="4" creationId="{0FB910E1-5188-A92C-562C-2682B349AA99}"/>
          </ac:picMkLst>
        </pc:picChg>
        <pc:picChg chg="add mod">
          <ac:chgData name="Esmot Ara Tuli" userId="af206405-ded7-4f57-85df-4d201fa06a02" providerId="ADAL" clId="{E3259367-A608-4094-A91A-7EC6D042BD96}" dt="2026-09-10T10:32:17.373" v="4036" actId="1076"/>
          <ac:picMkLst>
            <pc:docMk/>
            <pc:sldMk cId="2844520747" sldId="382"/>
            <ac:picMk id="8" creationId="{1821EDF2-5B2E-919D-0DF9-827F0277B9CB}"/>
          </ac:picMkLst>
        </pc:picChg>
      </pc:sldChg>
      <pc:sldChg chg="addSp delSp modSp add mod delAnim">
        <pc:chgData name="Esmot Ara Tuli" userId="af206405-ded7-4f57-85df-4d201fa06a02" providerId="ADAL" clId="{E3259367-A608-4094-A91A-7EC6D042BD96}" dt="2026-09-10T10:34:23.603" v="4052" actId="2711"/>
        <pc:sldMkLst>
          <pc:docMk/>
          <pc:sldMk cId="1553441147" sldId="383"/>
        </pc:sldMkLst>
        <pc:spChg chg="mod">
          <ac:chgData name="Esmot Ara Tuli" userId="af206405-ded7-4f57-85df-4d201fa06a02" providerId="ADAL" clId="{E3259367-A608-4094-A91A-7EC6D042BD96}" dt="2026-09-10T10:32:42.764" v="4038"/>
          <ac:spMkLst>
            <pc:docMk/>
            <pc:sldMk cId="1553441147" sldId="383"/>
            <ac:spMk id="2" creationId="{7A5B3BD4-618C-7A1E-AAB3-C5387392AFD0}"/>
          </ac:spMkLst>
        </pc:spChg>
        <pc:spChg chg="add mod">
          <ac:chgData name="Esmot Ara Tuli" userId="af206405-ded7-4f57-85df-4d201fa06a02" providerId="ADAL" clId="{E3259367-A608-4094-A91A-7EC6D042BD96}" dt="2026-09-10T10:34:23.603" v="4052" actId="2711"/>
          <ac:spMkLst>
            <pc:docMk/>
            <pc:sldMk cId="1553441147" sldId="383"/>
            <ac:spMk id="4" creationId="{75387E56-596E-AD50-10C8-F74520B2AA08}"/>
          </ac:spMkLst>
        </pc:spChg>
        <pc:spChg chg="del">
          <ac:chgData name="Esmot Ara Tuli" userId="af206405-ded7-4f57-85df-4d201fa06a02" providerId="ADAL" clId="{E3259367-A608-4094-A91A-7EC6D042BD96}" dt="2026-09-10T10:32:52.391" v="4041" actId="478"/>
          <ac:spMkLst>
            <pc:docMk/>
            <pc:sldMk cId="1553441147" sldId="383"/>
            <ac:spMk id="6" creationId="{1B9187B1-41A4-FB8A-6E83-7F843873D966}"/>
          </ac:spMkLst>
        </pc:spChg>
        <pc:spChg chg="add mod">
          <ac:chgData name="Esmot Ara Tuli" userId="af206405-ded7-4f57-85df-4d201fa06a02" providerId="ADAL" clId="{E3259367-A608-4094-A91A-7EC6D042BD96}" dt="2026-09-10T10:33:10.925" v="4045" actId="1076"/>
          <ac:spMkLst>
            <pc:docMk/>
            <pc:sldMk cId="1553441147" sldId="383"/>
            <ac:spMk id="10" creationId="{AA1AE1A9-F9A3-97A1-584A-05BED43B98AE}"/>
          </ac:spMkLst>
        </pc:spChg>
        <pc:graphicFrameChg chg="del">
          <ac:chgData name="Esmot Ara Tuli" userId="af206405-ded7-4f57-85df-4d201fa06a02" providerId="ADAL" clId="{E3259367-A608-4094-A91A-7EC6D042BD96}" dt="2026-09-10T10:32:46.649" v="4039" actId="478"/>
          <ac:graphicFrameMkLst>
            <pc:docMk/>
            <pc:sldMk cId="1553441147" sldId="383"/>
            <ac:graphicFrameMk id="5" creationId="{F619CCFF-9A71-217F-CD11-33394E0C2ED6}"/>
          </ac:graphicFrameMkLst>
        </pc:graphicFrameChg>
        <pc:picChg chg="del">
          <ac:chgData name="Esmot Ara Tuli" userId="af206405-ded7-4f57-85df-4d201fa06a02" providerId="ADAL" clId="{E3259367-A608-4094-A91A-7EC6D042BD96}" dt="2026-09-10T10:32:50.237" v="4040" actId="478"/>
          <ac:picMkLst>
            <pc:docMk/>
            <pc:sldMk cId="1553441147" sldId="383"/>
            <ac:picMk id="8" creationId="{28EECDD2-9468-CC35-BADD-5EEF68FE6A2F}"/>
          </ac:picMkLst>
        </pc:picChg>
      </pc:sldChg>
      <pc:sldChg chg="addSp delSp modSp add mod">
        <pc:chgData name="Esmot Ara Tuli" userId="af206405-ded7-4f57-85df-4d201fa06a02" providerId="ADAL" clId="{E3259367-A608-4094-A91A-7EC6D042BD96}" dt="2026-09-10T10:35:49.657" v="4066"/>
        <pc:sldMkLst>
          <pc:docMk/>
          <pc:sldMk cId="2592304706" sldId="384"/>
        </pc:sldMkLst>
        <pc:spChg chg="mod">
          <ac:chgData name="Esmot Ara Tuli" userId="af206405-ded7-4f57-85df-4d201fa06a02" providerId="ADAL" clId="{E3259367-A608-4094-A91A-7EC6D042BD96}" dt="2026-09-10T10:34:39.853" v="4054"/>
          <ac:spMkLst>
            <pc:docMk/>
            <pc:sldMk cId="2592304706" sldId="384"/>
            <ac:spMk id="2" creationId="{06A5C038-FA9B-DFC1-4598-A53E06FBB9B0}"/>
          </ac:spMkLst>
        </pc:spChg>
        <pc:spChg chg="del">
          <ac:chgData name="Esmot Ara Tuli" userId="af206405-ded7-4f57-85df-4d201fa06a02" providerId="ADAL" clId="{E3259367-A608-4094-A91A-7EC6D042BD96}" dt="2026-09-10T10:34:49.196" v="4056" actId="478"/>
          <ac:spMkLst>
            <pc:docMk/>
            <pc:sldMk cId="2592304706" sldId="384"/>
            <ac:spMk id="4" creationId="{840B0132-0D4C-9C95-6B98-39FD249E7C2F}"/>
          </ac:spMkLst>
        </pc:spChg>
        <pc:spChg chg="add mod">
          <ac:chgData name="Esmot Ara Tuli" userId="af206405-ded7-4f57-85df-4d201fa06a02" providerId="ADAL" clId="{E3259367-A608-4094-A91A-7EC6D042BD96}" dt="2026-09-10T10:35:37.040" v="4064" actId="2711"/>
          <ac:spMkLst>
            <pc:docMk/>
            <pc:sldMk cId="2592304706" sldId="384"/>
            <ac:spMk id="5" creationId="{9EC71CB9-CDBD-03A8-9F7E-E17282A354B8}"/>
          </ac:spMkLst>
        </pc:spChg>
        <pc:spChg chg="add mod">
          <ac:chgData name="Esmot Ara Tuli" userId="af206405-ded7-4f57-85df-4d201fa06a02" providerId="ADAL" clId="{E3259367-A608-4094-A91A-7EC6D042BD96}" dt="2026-09-10T10:35:49.657" v="4066"/>
          <ac:spMkLst>
            <pc:docMk/>
            <pc:sldMk cId="2592304706" sldId="384"/>
            <ac:spMk id="6" creationId="{C84F2EC6-06F0-BCEE-C799-BB1F3046629A}"/>
          </ac:spMkLst>
        </pc:spChg>
        <pc:spChg chg="del">
          <ac:chgData name="Esmot Ara Tuli" userId="af206405-ded7-4f57-85df-4d201fa06a02" providerId="ADAL" clId="{E3259367-A608-4094-A91A-7EC6D042BD96}" dt="2026-09-10T10:34:42.129" v="4055" actId="478"/>
          <ac:spMkLst>
            <pc:docMk/>
            <pc:sldMk cId="2592304706" sldId="384"/>
            <ac:spMk id="10" creationId="{080371BB-68EA-3416-2833-1CF777B8289C}"/>
          </ac:spMkLst>
        </pc:spChg>
      </pc:sldChg>
      <pc:sldChg chg="addSp delSp modSp add mod">
        <pc:chgData name="Esmot Ara Tuli" userId="af206405-ded7-4f57-85df-4d201fa06a02" providerId="ADAL" clId="{E3259367-A608-4094-A91A-7EC6D042BD96}" dt="2026-09-10T10:36:41.526" v="4076" actId="2711"/>
        <pc:sldMkLst>
          <pc:docMk/>
          <pc:sldMk cId="1938085485" sldId="385"/>
        </pc:sldMkLst>
        <pc:spChg chg="add mod">
          <ac:chgData name="Esmot Ara Tuli" userId="af206405-ded7-4f57-85df-4d201fa06a02" providerId="ADAL" clId="{E3259367-A608-4094-A91A-7EC6D042BD96}" dt="2026-09-10T10:36:41.526" v="4076" actId="2711"/>
          <ac:spMkLst>
            <pc:docMk/>
            <pc:sldMk cId="1938085485" sldId="385"/>
            <ac:spMk id="4" creationId="{CBCE6659-7076-08CF-4485-9B8178B96D73}"/>
          </ac:spMkLst>
        </pc:spChg>
        <pc:spChg chg="del">
          <ac:chgData name="Esmot Ara Tuli" userId="af206405-ded7-4f57-85df-4d201fa06a02" providerId="ADAL" clId="{E3259367-A608-4094-A91A-7EC6D042BD96}" dt="2026-09-10T10:35:59.610" v="4068" actId="478"/>
          <ac:spMkLst>
            <pc:docMk/>
            <pc:sldMk cId="1938085485" sldId="385"/>
            <ac:spMk id="5" creationId="{2ADA090D-0E5E-E5EE-2045-24075A5B17C4}"/>
          </ac:spMkLst>
        </pc:spChg>
      </pc:sldChg>
      <pc:sldChg chg="addSp delSp modSp add mod modAnim">
        <pc:chgData name="Esmot Ara Tuli" userId="af206405-ded7-4f57-85df-4d201fa06a02" providerId="ADAL" clId="{E3259367-A608-4094-A91A-7EC6D042BD96}" dt="2026-09-10T10:41:05.712" v="4107" actId="2711"/>
        <pc:sldMkLst>
          <pc:docMk/>
          <pc:sldMk cId="1709394603" sldId="386"/>
        </pc:sldMkLst>
        <pc:spChg chg="mod">
          <ac:chgData name="Esmot Ara Tuli" userId="af206405-ded7-4f57-85df-4d201fa06a02" providerId="ADAL" clId="{E3259367-A608-4094-A91A-7EC6D042BD96}" dt="2026-09-10T10:37:38.721" v="4084" actId="1076"/>
          <ac:spMkLst>
            <pc:docMk/>
            <pc:sldMk cId="1709394603" sldId="386"/>
            <ac:spMk id="2" creationId="{8CE27871-02BA-8888-1FA8-E8875FA40AB4}"/>
          </ac:spMkLst>
        </pc:spChg>
        <pc:spChg chg="del">
          <ac:chgData name="Esmot Ara Tuli" userId="af206405-ded7-4f57-85df-4d201fa06a02" providerId="ADAL" clId="{E3259367-A608-4094-A91A-7EC6D042BD96}" dt="2026-09-10T10:37:18.003" v="4079" actId="478"/>
          <ac:spMkLst>
            <pc:docMk/>
            <pc:sldMk cId="1709394603" sldId="386"/>
            <ac:spMk id="4" creationId="{6FC15246-49F0-D1FB-9A46-D64E2C04B096}"/>
          </ac:spMkLst>
        </pc:spChg>
        <pc:spChg chg="add mod">
          <ac:chgData name="Esmot Ara Tuli" userId="af206405-ded7-4f57-85df-4d201fa06a02" providerId="ADAL" clId="{E3259367-A608-4094-A91A-7EC6D042BD96}" dt="2026-09-10T10:41:05.712" v="4107" actId="2711"/>
          <ac:spMkLst>
            <pc:docMk/>
            <pc:sldMk cId="1709394603" sldId="386"/>
            <ac:spMk id="5" creationId="{732A2186-56FD-A3DD-2FFF-2922D0270999}"/>
          </ac:spMkLst>
        </pc:spChg>
        <pc:spChg chg="add mod">
          <ac:chgData name="Esmot Ara Tuli" userId="af206405-ded7-4f57-85df-4d201fa06a02" providerId="ADAL" clId="{E3259367-A608-4094-A91A-7EC6D042BD96}" dt="2026-09-10T10:37:33.397" v="4083" actId="1076"/>
          <ac:spMkLst>
            <pc:docMk/>
            <pc:sldMk cId="1709394603" sldId="386"/>
            <ac:spMk id="8" creationId="{3F1CB1FF-2F41-0F39-9572-02E4F6A85389}"/>
          </ac:spMkLst>
        </pc:spChg>
        <pc:picChg chg="add mod">
          <ac:chgData name="Esmot Ara Tuli" userId="af206405-ded7-4f57-85df-4d201fa06a02" providerId="ADAL" clId="{E3259367-A608-4094-A91A-7EC6D042BD96}" dt="2026-09-10T10:39:14.808" v="4086" actId="1076"/>
          <ac:picMkLst>
            <pc:docMk/>
            <pc:sldMk cId="1709394603" sldId="386"/>
            <ac:picMk id="9" creationId="{1F76DC71-937E-129E-4456-3CCAF38ED35C}"/>
          </ac:picMkLst>
        </pc:picChg>
        <pc:picChg chg="add mod">
          <ac:chgData name="Esmot Ara Tuli" userId="af206405-ded7-4f57-85df-4d201fa06a02" providerId="ADAL" clId="{E3259367-A608-4094-A91A-7EC6D042BD96}" dt="2026-09-10T10:39:23.910" v="4088" actId="1076"/>
          <ac:picMkLst>
            <pc:docMk/>
            <pc:sldMk cId="1709394603" sldId="386"/>
            <ac:picMk id="10" creationId="{C41EBFE8-DB0B-0395-C741-B45983F2238D}"/>
          </ac:picMkLst>
        </pc:picChg>
        <pc:picChg chg="add mod">
          <ac:chgData name="Esmot Ara Tuli" userId="af206405-ded7-4f57-85df-4d201fa06a02" providerId="ADAL" clId="{E3259367-A608-4094-A91A-7EC6D042BD96}" dt="2026-09-10T10:39:27.563" v="4089"/>
          <ac:picMkLst>
            <pc:docMk/>
            <pc:sldMk cId="1709394603" sldId="386"/>
            <ac:picMk id="11" creationId="{22B0CFAE-DE29-723E-B9F9-020854AA7FDD}"/>
          </ac:picMkLst>
        </pc:picChg>
        <pc:picChg chg="add mod">
          <ac:chgData name="Esmot Ara Tuli" userId="af206405-ded7-4f57-85df-4d201fa06a02" providerId="ADAL" clId="{E3259367-A608-4094-A91A-7EC6D042BD96}" dt="2026-09-10T10:39:27.563" v="4089"/>
          <ac:picMkLst>
            <pc:docMk/>
            <pc:sldMk cId="1709394603" sldId="386"/>
            <ac:picMk id="12" creationId="{6852D2C2-AA4B-8E7A-7970-DE3C3201F178}"/>
          </ac:picMkLst>
        </pc:picChg>
        <pc:picChg chg="add mod">
          <ac:chgData name="Esmot Ara Tuli" userId="af206405-ded7-4f57-85df-4d201fa06a02" providerId="ADAL" clId="{E3259367-A608-4094-A91A-7EC6D042BD96}" dt="2026-09-10T10:39:39.549" v="4092" actId="1076"/>
          <ac:picMkLst>
            <pc:docMk/>
            <pc:sldMk cId="1709394603" sldId="386"/>
            <ac:picMk id="13" creationId="{964378FA-E691-B235-65DD-EF23EF6ADF70}"/>
          </ac:picMkLst>
        </pc:picChg>
        <pc:picChg chg="add mod">
          <ac:chgData name="Esmot Ara Tuli" userId="af206405-ded7-4f57-85df-4d201fa06a02" providerId="ADAL" clId="{E3259367-A608-4094-A91A-7EC6D042BD96}" dt="2026-09-10T10:39:49.863" v="4094" actId="1076"/>
          <ac:picMkLst>
            <pc:docMk/>
            <pc:sldMk cId="1709394603" sldId="386"/>
            <ac:picMk id="14" creationId="{C684B0AE-16AA-B0F7-A059-08AEBE4D93A6}"/>
          </ac:picMkLst>
        </pc:picChg>
      </pc:sldChg>
      <pc:sldChg chg="addSp delSp modSp add mod ord">
        <pc:chgData name="Esmot Ara Tuli" userId="af206405-ded7-4f57-85df-4d201fa06a02" providerId="ADAL" clId="{E3259367-A608-4094-A91A-7EC6D042BD96}" dt="2026-09-10T10:41:20.545" v="4109" actId="2711"/>
        <pc:sldMkLst>
          <pc:docMk/>
          <pc:sldMk cId="3154000803" sldId="387"/>
        </pc:sldMkLst>
        <pc:spChg chg="mod">
          <ac:chgData name="Esmot Ara Tuli" userId="af206405-ded7-4f57-85df-4d201fa06a02" providerId="ADAL" clId="{E3259367-A608-4094-A91A-7EC6D042BD96}" dt="2026-09-10T10:40:19.055" v="4098"/>
          <ac:spMkLst>
            <pc:docMk/>
            <pc:sldMk cId="3154000803" sldId="387"/>
            <ac:spMk id="2" creationId="{43E05529-BA6A-D0FC-4BAB-BBB521862738}"/>
          </ac:spMkLst>
        </pc:spChg>
        <pc:spChg chg="del">
          <ac:chgData name="Esmot Ara Tuli" userId="af206405-ded7-4f57-85df-4d201fa06a02" providerId="ADAL" clId="{E3259367-A608-4094-A91A-7EC6D042BD96}" dt="2026-09-10T10:40:26.220" v="4099" actId="478"/>
          <ac:spMkLst>
            <pc:docMk/>
            <pc:sldMk cId="3154000803" sldId="387"/>
            <ac:spMk id="4" creationId="{BE9340AE-415D-99A2-B942-EC723928C932}"/>
          </ac:spMkLst>
        </pc:spChg>
        <pc:spChg chg="add mod">
          <ac:chgData name="Esmot Ara Tuli" userId="af206405-ded7-4f57-85df-4d201fa06a02" providerId="ADAL" clId="{E3259367-A608-4094-A91A-7EC6D042BD96}" dt="2026-09-10T10:41:20.545" v="4109" actId="2711"/>
          <ac:spMkLst>
            <pc:docMk/>
            <pc:sldMk cId="3154000803" sldId="387"/>
            <ac:spMk id="5" creationId="{CC9E688A-D9E1-84CF-58AC-1771A5F692CB}"/>
          </ac:spMkLst>
        </pc:spChg>
        <pc:spChg chg="add del">
          <ac:chgData name="Esmot Ara Tuli" userId="af206405-ded7-4f57-85df-4d201fa06a02" providerId="ADAL" clId="{E3259367-A608-4094-A91A-7EC6D042BD96}" dt="2026-09-10T10:40:35.269" v="4103" actId="22"/>
          <ac:spMkLst>
            <pc:docMk/>
            <pc:sldMk cId="3154000803" sldId="387"/>
            <ac:spMk id="8" creationId="{3D0C659C-52E2-2127-EC42-2659CB75B4CA}"/>
          </ac:spMkLst>
        </pc:spChg>
        <pc:picChg chg="add del">
          <ac:chgData name="Esmot Ara Tuli" userId="af206405-ded7-4f57-85df-4d201fa06a02" providerId="ADAL" clId="{E3259367-A608-4094-A91A-7EC6D042BD96}" dt="2026-09-10T10:40:35.269" v="4103" actId="22"/>
          <ac:picMkLst>
            <pc:docMk/>
            <pc:sldMk cId="3154000803" sldId="387"/>
            <ac:picMk id="10" creationId="{3714CF4A-05E7-2F80-E9E1-F594686CFF83}"/>
          </ac:picMkLst>
        </pc:picChg>
        <pc:picChg chg="add mod">
          <ac:chgData name="Esmot Ara Tuli" userId="af206405-ded7-4f57-85df-4d201fa06a02" providerId="ADAL" clId="{E3259367-A608-4094-A91A-7EC6D042BD96}" dt="2026-09-10T10:40:44.078" v="4105" actId="1076"/>
          <ac:picMkLst>
            <pc:docMk/>
            <pc:sldMk cId="3154000803" sldId="387"/>
            <ac:picMk id="12" creationId="{738D29DD-698C-58F0-F50B-07296DE1A21C}"/>
          </ac:picMkLst>
        </pc:picChg>
      </pc:sldChg>
      <pc:sldChg chg="add del">
        <pc:chgData name="Esmot Ara Tuli" userId="af206405-ded7-4f57-85df-4d201fa06a02" providerId="ADAL" clId="{E3259367-A608-4094-A91A-7EC6D042BD96}" dt="2026-09-10T10:41:32.372" v="4111" actId="47"/>
        <pc:sldMkLst>
          <pc:docMk/>
          <pc:sldMk cId="1412472046" sldId="388"/>
        </pc:sldMkLst>
      </pc:sldChg>
      <pc:sldChg chg="delSp modSp add mod ord">
        <pc:chgData name="Esmot Ara Tuli" userId="af206405-ded7-4f57-85df-4d201fa06a02" providerId="ADAL" clId="{E3259367-A608-4094-A91A-7EC6D042BD96}" dt="2026-09-10T10:41:49.763" v="4121" actId="20577"/>
        <pc:sldMkLst>
          <pc:docMk/>
          <pc:sldMk cId="1643636797" sldId="388"/>
        </pc:sldMkLst>
        <pc:spChg chg="mod">
          <ac:chgData name="Esmot Ara Tuli" userId="af206405-ded7-4f57-85df-4d201fa06a02" providerId="ADAL" clId="{E3259367-A608-4094-A91A-7EC6D042BD96}" dt="2026-09-10T10:41:49.763" v="4121" actId="20577"/>
          <ac:spMkLst>
            <pc:docMk/>
            <pc:sldMk cId="1643636797" sldId="388"/>
            <ac:spMk id="2" creationId="{DC5CC17C-00BD-C6EE-99FE-709D7E5D7042}"/>
          </ac:spMkLst>
        </pc:spChg>
        <pc:picChg chg="del">
          <ac:chgData name="Esmot Ara Tuli" userId="af206405-ded7-4f57-85df-4d201fa06a02" providerId="ADAL" clId="{E3259367-A608-4094-A91A-7EC6D042BD96}" dt="2026-09-10T10:41:43.707" v="4115" actId="478"/>
          <ac:picMkLst>
            <pc:docMk/>
            <pc:sldMk cId="1643636797" sldId="388"/>
            <ac:picMk id="4" creationId="{37A6C985-BEDF-0CED-1CE4-BEC053A42CB5}"/>
          </ac:picMkLst>
        </pc:picChg>
      </pc:sldChg>
      <pc:sldChg chg="addSp delSp modSp add mod ord">
        <pc:chgData name="Esmot Ara Tuli" userId="af206405-ded7-4f57-85df-4d201fa06a02" providerId="ADAL" clId="{E3259367-A608-4094-A91A-7EC6D042BD96}" dt="2026-09-10T10:42:45.181" v="4133" actId="22"/>
        <pc:sldMkLst>
          <pc:docMk/>
          <pc:sldMk cId="1618673957" sldId="389"/>
        </pc:sldMkLst>
        <pc:spChg chg="mod">
          <ac:chgData name="Esmot Ara Tuli" userId="af206405-ded7-4f57-85df-4d201fa06a02" providerId="ADAL" clId="{E3259367-A608-4094-A91A-7EC6D042BD96}" dt="2026-09-10T10:42:11.102" v="4125"/>
          <ac:spMkLst>
            <pc:docMk/>
            <pc:sldMk cId="1618673957" sldId="389"/>
            <ac:spMk id="2" creationId="{3CDF0AA9-E8BC-607A-A771-A600540EC552}"/>
          </ac:spMkLst>
        </pc:spChg>
        <pc:spChg chg="del">
          <ac:chgData name="Esmot Ara Tuli" userId="af206405-ded7-4f57-85df-4d201fa06a02" providerId="ADAL" clId="{E3259367-A608-4094-A91A-7EC6D042BD96}" dt="2026-09-10T10:42:15.204" v="4126" actId="478"/>
          <ac:spMkLst>
            <pc:docMk/>
            <pc:sldMk cId="1618673957" sldId="389"/>
            <ac:spMk id="4" creationId="{FB168B4A-1E6F-15B4-17CB-AAA0ECEA9DFD}"/>
          </ac:spMkLst>
        </pc:spChg>
        <pc:spChg chg="add mod">
          <ac:chgData name="Esmot Ara Tuli" userId="af206405-ded7-4f57-85df-4d201fa06a02" providerId="ADAL" clId="{E3259367-A608-4094-A91A-7EC6D042BD96}" dt="2026-09-10T10:42:39.725" v="4132" actId="1076"/>
          <ac:spMkLst>
            <pc:docMk/>
            <pc:sldMk cId="1618673957" sldId="389"/>
            <ac:spMk id="8" creationId="{C0112563-920D-3072-F4B0-C97433425614}"/>
          </ac:spMkLst>
        </pc:spChg>
        <pc:spChg chg="add">
          <ac:chgData name="Esmot Ara Tuli" userId="af206405-ded7-4f57-85df-4d201fa06a02" providerId="ADAL" clId="{E3259367-A608-4094-A91A-7EC6D042BD96}" dt="2026-09-10T10:42:45.181" v="4133" actId="22"/>
          <ac:spMkLst>
            <pc:docMk/>
            <pc:sldMk cId="1618673957" sldId="389"/>
            <ac:spMk id="10" creationId="{41680E8B-4E58-48DE-71A4-D070BD13A48D}"/>
          </ac:spMkLst>
        </pc:spChg>
        <pc:picChg chg="add mod">
          <ac:chgData name="Esmot Ara Tuli" userId="af206405-ded7-4f57-85df-4d201fa06a02" providerId="ADAL" clId="{E3259367-A608-4094-A91A-7EC6D042BD96}" dt="2026-09-10T10:42:35.769" v="4131" actId="1076"/>
          <ac:picMkLst>
            <pc:docMk/>
            <pc:sldMk cId="1618673957" sldId="389"/>
            <ac:picMk id="5" creationId="{1700081C-7F6B-9050-5F31-A6620CF130A0}"/>
          </ac:picMkLst>
        </pc:picChg>
      </pc:sldChg>
      <pc:sldChg chg="addSp delSp modSp add mod">
        <pc:chgData name="Esmot Ara Tuli" userId="af206405-ded7-4f57-85df-4d201fa06a02" providerId="ADAL" clId="{E3259367-A608-4094-A91A-7EC6D042BD96}" dt="2026-09-10T10:43:24.244" v="4144" actId="1076"/>
        <pc:sldMkLst>
          <pc:docMk/>
          <pc:sldMk cId="1114792553" sldId="390"/>
        </pc:sldMkLst>
        <pc:spChg chg="add">
          <ac:chgData name="Esmot Ara Tuli" userId="af206405-ded7-4f57-85df-4d201fa06a02" providerId="ADAL" clId="{E3259367-A608-4094-A91A-7EC6D042BD96}" dt="2026-09-10T10:43:05.366" v="4138" actId="22"/>
          <ac:spMkLst>
            <pc:docMk/>
            <pc:sldMk cId="1114792553" sldId="390"/>
            <ac:spMk id="4" creationId="{12D52135-FC4D-9E59-589E-06C4986958C4}"/>
          </ac:spMkLst>
        </pc:spChg>
        <pc:spChg chg="del">
          <ac:chgData name="Esmot Ara Tuli" userId="af206405-ded7-4f57-85df-4d201fa06a02" providerId="ADAL" clId="{E3259367-A608-4094-A91A-7EC6D042BD96}" dt="2026-09-10T10:42:58.640" v="4136" actId="478"/>
          <ac:spMkLst>
            <pc:docMk/>
            <pc:sldMk cId="1114792553" sldId="390"/>
            <ac:spMk id="8" creationId="{A16D773A-E856-F09B-F200-1AC1E4E80B30}"/>
          </ac:spMkLst>
        </pc:spChg>
        <pc:spChg chg="add del">
          <ac:chgData name="Esmot Ara Tuli" userId="af206405-ded7-4f57-85df-4d201fa06a02" providerId="ADAL" clId="{E3259367-A608-4094-A91A-7EC6D042BD96}" dt="2026-09-10T10:43:10.239" v="4140" actId="22"/>
          <ac:spMkLst>
            <pc:docMk/>
            <pc:sldMk cId="1114792553" sldId="390"/>
            <ac:spMk id="9" creationId="{B3D3C131-BD85-003C-3E88-EBD65F20B115}"/>
          </ac:spMkLst>
        </pc:spChg>
        <pc:spChg chg="del">
          <ac:chgData name="Esmot Ara Tuli" userId="af206405-ded7-4f57-85df-4d201fa06a02" providerId="ADAL" clId="{E3259367-A608-4094-A91A-7EC6D042BD96}" dt="2026-09-10T10:43:01.589" v="4137" actId="478"/>
          <ac:spMkLst>
            <pc:docMk/>
            <pc:sldMk cId="1114792553" sldId="390"/>
            <ac:spMk id="10" creationId="{46E21A54-BF9D-4E7A-8163-36F8E7B1194F}"/>
          </ac:spMkLst>
        </pc:spChg>
        <pc:spChg chg="add mod">
          <ac:chgData name="Esmot Ara Tuli" userId="af206405-ded7-4f57-85df-4d201fa06a02" providerId="ADAL" clId="{E3259367-A608-4094-A91A-7EC6D042BD96}" dt="2026-09-10T10:43:24.244" v="4144" actId="1076"/>
          <ac:spMkLst>
            <pc:docMk/>
            <pc:sldMk cId="1114792553" sldId="390"/>
            <ac:spMk id="14" creationId="{7AE14CFC-CE99-96A8-ADC7-61B3DE2F4B48}"/>
          </ac:spMkLst>
        </pc:spChg>
        <pc:picChg chg="del">
          <ac:chgData name="Esmot Ara Tuli" userId="af206405-ded7-4f57-85df-4d201fa06a02" providerId="ADAL" clId="{E3259367-A608-4094-A91A-7EC6D042BD96}" dt="2026-09-10T10:42:56.900" v="4135" actId="478"/>
          <ac:picMkLst>
            <pc:docMk/>
            <pc:sldMk cId="1114792553" sldId="390"/>
            <ac:picMk id="5" creationId="{5B0A7A5C-6340-F4E9-FD08-C91B8D7FF36A}"/>
          </ac:picMkLst>
        </pc:picChg>
        <pc:picChg chg="add mod">
          <ac:chgData name="Esmot Ara Tuli" userId="af206405-ded7-4f57-85df-4d201fa06a02" providerId="ADAL" clId="{E3259367-A608-4094-A91A-7EC6D042BD96}" dt="2026-09-10T10:43:16.730" v="4142" actId="1076"/>
          <ac:picMkLst>
            <pc:docMk/>
            <pc:sldMk cId="1114792553" sldId="390"/>
            <ac:picMk id="12" creationId="{C874EEAB-6603-A427-60DD-75216B86E20D}"/>
          </ac:picMkLst>
        </pc:picChg>
      </pc:sldChg>
      <pc:sldChg chg="addSp delSp modSp add mod">
        <pc:chgData name="Esmot Ara Tuli" userId="af206405-ded7-4f57-85df-4d201fa06a02" providerId="ADAL" clId="{E3259367-A608-4094-A91A-7EC6D042BD96}" dt="2026-09-10T10:44:31.969" v="4163" actId="1076"/>
        <pc:sldMkLst>
          <pc:docMk/>
          <pc:sldMk cId="130267485" sldId="391"/>
        </pc:sldMkLst>
        <pc:spChg chg="mod">
          <ac:chgData name="Esmot Ara Tuli" userId="af206405-ded7-4f57-85df-4d201fa06a02" providerId="ADAL" clId="{E3259367-A608-4094-A91A-7EC6D042BD96}" dt="2026-09-10T10:43:52.575" v="4155" actId="20577"/>
          <ac:spMkLst>
            <pc:docMk/>
            <pc:sldMk cId="130267485" sldId="391"/>
            <ac:spMk id="2" creationId="{AF56F5B5-2B8A-59F7-BC57-D2AE437C0FF8}"/>
          </ac:spMkLst>
        </pc:spChg>
        <pc:spChg chg="del">
          <ac:chgData name="Esmot Ara Tuli" userId="af206405-ded7-4f57-85df-4d201fa06a02" providerId="ADAL" clId="{E3259367-A608-4094-A91A-7EC6D042BD96}" dt="2026-09-10T10:43:55.602" v="4156" actId="478"/>
          <ac:spMkLst>
            <pc:docMk/>
            <pc:sldMk cId="130267485" sldId="391"/>
            <ac:spMk id="4" creationId="{C85E2744-0DDA-8DD5-0C73-66D0EBB18E57}"/>
          </ac:spMkLst>
        </pc:spChg>
        <pc:spChg chg="add mod">
          <ac:chgData name="Esmot Ara Tuli" userId="af206405-ded7-4f57-85df-4d201fa06a02" providerId="ADAL" clId="{E3259367-A608-4094-A91A-7EC6D042BD96}" dt="2026-09-10T10:44:24.824" v="4161" actId="2711"/>
          <ac:spMkLst>
            <pc:docMk/>
            <pc:sldMk cId="130267485" sldId="391"/>
            <ac:spMk id="5" creationId="{15D60CD1-93A7-4566-388E-D5B95AF30C07}"/>
          </ac:spMkLst>
        </pc:spChg>
        <pc:spChg chg="del">
          <ac:chgData name="Esmot Ara Tuli" userId="af206405-ded7-4f57-85df-4d201fa06a02" providerId="ADAL" clId="{E3259367-A608-4094-A91A-7EC6D042BD96}" dt="2026-09-10T10:43:45.529" v="4149" actId="478"/>
          <ac:spMkLst>
            <pc:docMk/>
            <pc:sldMk cId="130267485" sldId="391"/>
            <ac:spMk id="14" creationId="{13658A08-8031-33D9-9997-9BADCEBE9706}"/>
          </ac:spMkLst>
        </pc:spChg>
        <pc:picChg chg="add mod">
          <ac:chgData name="Esmot Ara Tuli" userId="af206405-ded7-4f57-85df-4d201fa06a02" providerId="ADAL" clId="{E3259367-A608-4094-A91A-7EC6D042BD96}" dt="2026-09-10T10:44:31.969" v="4163" actId="1076"/>
          <ac:picMkLst>
            <pc:docMk/>
            <pc:sldMk cId="130267485" sldId="391"/>
            <ac:picMk id="8" creationId="{AC8C9A77-9A1A-622E-8792-B8E1A0F3C62A}"/>
          </ac:picMkLst>
        </pc:picChg>
        <pc:picChg chg="del">
          <ac:chgData name="Esmot Ara Tuli" userId="af206405-ded7-4f57-85df-4d201fa06a02" providerId="ADAL" clId="{E3259367-A608-4094-A91A-7EC6D042BD96}" dt="2026-09-10T10:43:44.350" v="4148" actId="478"/>
          <ac:picMkLst>
            <pc:docMk/>
            <pc:sldMk cId="130267485" sldId="391"/>
            <ac:picMk id="12" creationId="{207F6BE8-E839-27B9-F315-06CFD7C88D92}"/>
          </ac:picMkLst>
        </pc:picChg>
      </pc:sldChg>
      <pc:sldChg chg="add del">
        <pc:chgData name="Esmot Ara Tuli" userId="af206405-ded7-4f57-85df-4d201fa06a02" providerId="ADAL" clId="{E3259367-A608-4094-A91A-7EC6D042BD96}" dt="2026-09-10T10:43:38.128" v="4146" actId="47"/>
        <pc:sldMkLst>
          <pc:docMk/>
          <pc:sldMk cId="1178195563" sldId="391"/>
        </pc:sldMkLst>
      </pc:sldChg>
      <pc:sldChg chg="addSp delSp modSp add mod">
        <pc:chgData name="Esmot Ara Tuli" userId="af206405-ded7-4f57-85df-4d201fa06a02" providerId="ADAL" clId="{E3259367-A608-4094-A91A-7EC6D042BD96}" dt="2026-09-10T10:45:35.538" v="4195"/>
        <pc:sldMkLst>
          <pc:docMk/>
          <pc:sldMk cId="3886337875" sldId="392"/>
        </pc:sldMkLst>
        <pc:spChg chg="add mod">
          <ac:chgData name="Esmot Ara Tuli" userId="af206405-ded7-4f57-85df-4d201fa06a02" providerId="ADAL" clId="{E3259367-A608-4094-A91A-7EC6D042BD96}" dt="2026-09-10T10:45:13.354" v="4190" actId="14100"/>
          <ac:spMkLst>
            <pc:docMk/>
            <pc:sldMk cId="3886337875" sldId="392"/>
            <ac:spMk id="4" creationId="{26F3FE2B-A350-9895-9B46-1AC00605DB36}"/>
          </ac:spMkLst>
        </pc:spChg>
        <pc:spChg chg="del">
          <ac:chgData name="Esmot Ara Tuli" userId="af206405-ded7-4f57-85df-4d201fa06a02" providerId="ADAL" clId="{E3259367-A608-4094-A91A-7EC6D042BD96}" dt="2026-09-10T10:44:49.789" v="4166" actId="478"/>
          <ac:spMkLst>
            <pc:docMk/>
            <pc:sldMk cId="3886337875" sldId="392"/>
            <ac:spMk id="5" creationId="{8D42519E-12D2-080B-6305-24B4155EC183}"/>
          </ac:spMkLst>
        </pc:spChg>
        <pc:spChg chg="add mod">
          <ac:chgData name="Esmot Ara Tuli" userId="af206405-ded7-4f57-85df-4d201fa06a02" providerId="ADAL" clId="{E3259367-A608-4094-A91A-7EC6D042BD96}" dt="2026-09-10T10:45:18.641" v="4191" actId="2711"/>
          <ac:spMkLst>
            <pc:docMk/>
            <pc:sldMk cId="3886337875" sldId="392"/>
            <ac:spMk id="11" creationId="{4E69B257-C867-E130-31BA-0F2947349A66}"/>
          </ac:spMkLst>
        </pc:spChg>
        <pc:spChg chg="add mod">
          <ac:chgData name="Esmot Ara Tuli" userId="af206405-ded7-4f57-85df-4d201fa06a02" providerId="ADAL" clId="{E3259367-A608-4094-A91A-7EC6D042BD96}" dt="2026-09-10T10:45:26.171" v="4193" actId="14100"/>
          <ac:spMkLst>
            <pc:docMk/>
            <pc:sldMk cId="3886337875" sldId="392"/>
            <ac:spMk id="13" creationId="{E71F0B7B-3ACB-9477-FF6D-446FE78DA174}"/>
          </ac:spMkLst>
        </pc:spChg>
        <pc:spChg chg="add mod">
          <ac:chgData name="Esmot Ara Tuli" userId="af206405-ded7-4f57-85df-4d201fa06a02" providerId="ADAL" clId="{E3259367-A608-4094-A91A-7EC6D042BD96}" dt="2026-09-10T10:45:35.538" v="4195"/>
          <ac:spMkLst>
            <pc:docMk/>
            <pc:sldMk cId="3886337875" sldId="392"/>
            <ac:spMk id="14" creationId="{1E2FDDEC-4748-03E8-9ECB-3FB1D7753DD0}"/>
          </ac:spMkLst>
        </pc:spChg>
        <pc:graphicFrameChg chg="add mod">
          <ac:chgData name="Esmot Ara Tuli" userId="af206405-ded7-4f57-85df-4d201fa06a02" providerId="ADAL" clId="{E3259367-A608-4094-A91A-7EC6D042BD96}" dt="2026-09-10T10:44:59.950" v="4188" actId="1036"/>
          <ac:graphicFrameMkLst>
            <pc:docMk/>
            <pc:sldMk cId="3886337875" sldId="392"/>
            <ac:graphicFrameMk id="9" creationId="{BE20FFD6-2D84-8548-13CB-472CB40368DF}"/>
          </ac:graphicFrameMkLst>
        </pc:graphicFrameChg>
        <pc:picChg chg="del">
          <ac:chgData name="Esmot Ara Tuli" userId="af206405-ded7-4f57-85df-4d201fa06a02" providerId="ADAL" clId="{E3259367-A608-4094-A91A-7EC6D042BD96}" dt="2026-09-10T10:44:48.093" v="4165" actId="478"/>
          <ac:picMkLst>
            <pc:docMk/>
            <pc:sldMk cId="3886337875" sldId="392"/>
            <ac:picMk id="8" creationId="{20A244F8-7D1B-6B2D-0167-A82460E1488F}"/>
          </ac:picMkLst>
        </pc:picChg>
      </pc:sldChg>
      <pc:sldChg chg="addSp delSp modSp add mod">
        <pc:chgData name="Esmot Ara Tuli" userId="af206405-ded7-4f57-85df-4d201fa06a02" providerId="ADAL" clId="{E3259367-A608-4094-A91A-7EC6D042BD96}" dt="2026-09-10T10:46:57.769" v="4210" actId="1076"/>
        <pc:sldMkLst>
          <pc:docMk/>
          <pc:sldMk cId="2996066090" sldId="393"/>
        </pc:sldMkLst>
        <pc:spChg chg="del">
          <ac:chgData name="Esmot Ara Tuli" userId="af206405-ded7-4f57-85df-4d201fa06a02" providerId="ADAL" clId="{E3259367-A608-4094-A91A-7EC6D042BD96}" dt="2026-09-10T10:45:49.752" v="4197" actId="478"/>
          <ac:spMkLst>
            <pc:docMk/>
            <pc:sldMk cId="2996066090" sldId="393"/>
            <ac:spMk id="4" creationId="{0B3E4536-F23E-DA09-2501-C017A82AB569}"/>
          </ac:spMkLst>
        </pc:spChg>
        <pc:spChg chg="add mod">
          <ac:chgData name="Esmot Ara Tuli" userId="af206405-ded7-4f57-85df-4d201fa06a02" providerId="ADAL" clId="{E3259367-A608-4094-A91A-7EC6D042BD96}" dt="2026-09-10T10:46:45.528" v="4207" actId="2711"/>
          <ac:spMkLst>
            <pc:docMk/>
            <pc:sldMk cId="2996066090" sldId="393"/>
            <ac:spMk id="5" creationId="{125E27A8-5674-E458-85E0-5E5503B54D27}"/>
          </ac:spMkLst>
        </pc:spChg>
        <pc:spChg chg="add mod">
          <ac:chgData name="Esmot Ara Tuli" userId="af206405-ded7-4f57-85df-4d201fa06a02" providerId="ADAL" clId="{E3259367-A608-4094-A91A-7EC6D042BD96}" dt="2026-09-10T10:46:57.769" v="4210" actId="1076"/>
          <ac:spMkLst>
            <pc:docMk/>
            <pc:sldMk cId="2996066090" sldId="393"/>
            <ac:spMk id="8" creationId="{27C1219B-1BB1-10EB-F597-62E8135CBF49}"/>
          </ac:spMkLst>
        </pc:spChg>
        <pc:spChg chg="del">
          <ac:chgData name="Esmot Ara Tuli" userId="af206405-ded7-4f57-85df-4d201fa06a02" providerId="ADAL" clId="{E3259367-A608-4094-A91A-7EC6D042BD96}" dt="2026-09-10T10:45:53.300" v="4199" actId="478"/>
          <ac:spMkLst>
            <pc:docMk/>
            <pc:sldMk cId="2996066090" sldId="393"/>
            <ac:spMk id="11" creationId="{C1ED872B-8945-CEEE-C89E-BB1FB2A92085}"/>
          </ac:spMkLst>
        </pc:spChg>
        <pc:spChg chg="add mod">
          <ac:chgData name="Esmot Ara Tuli" userId="af206405-ded7-4f57-85df-4d201fa06a02" providerId="ADAL" clId="{E3259367-A608-4094-A91A-7EC6D042BD96}" dt="2026-09-10T10:46:33.281" v="4206" actId="1076"/>
          <ac:spMkLst>
            <pc:docMk/>
            <pc:sldMk cId="2996066090" sldId="393"/>
            <ac:spMk id="12" creationId="{1F9655CF-0358-3F1F-33CC-187D63FCCFF4}"/>
          </ac:spMkLst>
        </pc:spChg>
        <pc:spChg chg="del">
          <ac:chgData name="Esmot Ara Tuli" userId="af206405-ded7-4f57-85df-4d201fa06a02" providerId="ADAL" clId="{E3259367-A608-4094-A91A-7EC6D042BD96}" dt="2026-09-10T10:45:55.092" v="4200" actId="478"/>
          <ac:spMkLst>
            <pc:docMk/>
            <pc:sldMk cId="2996066090" sldId="393"/>
            <ac:spMk id="13" creationId="{3557B7FF-8FC3-E0C4-DF96-E3735548D6ED}"/>
          </ac:spMkLst>
        </pc:spChg>
        <pc:graphicFrameChg chg="del">
          <ac:chgData name="Esmot Ara Tuli" userId="af206405-ded7-4f57-85df-4d201fa06a02" providerId="ADAL" clId="{E3259367-A608-4094-A91A-7EC6D042BD96}" dt="2026-09-10T10:45:51.401" v="4198" actId="478"/>
          <ac:graphicFrameMkLst>
            <pc:docMk/>
            <pc:sldMk cId="2996066090" sldId="393"/>
            <ac:graphicFrameMk id="9" creationId="{DBC106A8-E285-DD1A-C35E-1FA0E4214269}"/>
          </ac:graphicFrameMkLst>
        </pc:graphicFrameChg>
      </pc:sldChg>
      <pc:sldChg chg="addSp delSp modSp add mod ord">
        <pc:chgData name="Esmot Ara Tuli" userId="af206405-ded7-4f57-85df-4d201fa06a02" providerId="ADAL" clId="{E3259367-A608-4094-A91A-7EC6D042BD96}" dt="2026-09-10T10:47:48.371" v="4244" actId="1036"/>
        <pc:sldMkLst>
          <pc:docMk/>
          <pc:sldMk cId="2773330276" sldId="394"/>
        </pc:sldMkLst>
        <pc:spChg chg="del">
          <ac:chgData name="Esmot Ara Tuli" userId="af206405-ded7-4f57-85df-4d201fa06a02" providerId="ADAL" clId="{E3259367-A608-4094-A91A-7EC6D042BD96}" dt="2026-09-10T10:47:38.737" v="4214" actId="478"/>
          <ac:spMkLst>
            <pc:docMk/>
            <pc:sldMk cId="2773330276" sldId="394"/>
            <ac:spMk id="4" creationId="{158A8FCC-9A06-CF0E-587D-AA3C29CD4CAC}"/>
          </ac:spMkLst>
        </pc:spChg>
        <pc:spChg chg="add mod">
          <ac:chgData name="Esmot Ara Tuli" userId="af206405-ded7-4f57-85df-4d201fa06a02" providerId="ADAL" clId="{E3259367-A608-4094-A91A-7EC6D042BD96}" dt="2026-09-10T10:47:48.371" v="4244" actId="1036"/>
          <ac:spMkLst>
            <pc:docMk/>
            <pc:sldMk cId="2773330276" sldId="394"/>
            <ac:spMk id="5" creationId="{8AE528E2-59FF-7129-00E8-889733A91F1A}"/>
          </ac:spMkLst>
        </pc:spChg>
        <pc:spChg chg="add mod">
          <ac:chgData name="Esmot Ara Tuli" userId="af206405-ded7-4f57-85df-4d201fa06a02" providerId="ADAL" clId="{E3259367-A608-4094-A91A-7EC6D042BD96}" dt="2026-09-10T10:47:48.371" v="4244" actId="1036"/>
          <ac:spMkLst>
            <pc:docMk/>
            <pc:sldMk cId="2773330276" sldId="394"/>
            <ac:spMk id="8" creationId="{37DA7F56-BFF4-AFA8-D9C2-C30B1E80547D}"/>
          </ac:spMkLst>
        </pc:spChg>
        <pc:spChg chg="del">
          <ac:chgData name="Esmot Ara Tuli" userId="af206405-ded7-4f57-85df-4d201fa06a02" providerId="ADAL" clId="{E3259367-A608-4094-A91A-7EC6D042BD96}" dt="2026-09-10T10:47:42.103" v="4216" actId="478"/>
          <ac:spMkLst>
            <pc:docMk/>
            <pc:sldMk cId="2773330276" sldId="394"/>
            <ac:spMk id="11" creationId="{21135F66-5CA4-D15D-5E37-B25A57483D2A}"/>
          </ac:spMkLst>
        </pc:spChg>
        <pc:spChg chg="del">
          <ac:chgData name="Esmot Ara Tuli" userId="af206405-ded7-4f57-85df-4d201fa06a02" providerId="ADAL" clId="{E3259367-A608-4094-A91A-7EC6D042BD96}" dt="2026-09-10T10:47:43.494" v="4217" actId="478"/>
          <ac:spMkLst>
            <pc:docMk/>
            <pc:sldMk cId="2773330276" sldId="394"/>
            <ac:spMk id="13" creationId="{1891A7D9-FEED-C078-B4EF-593B33AEA8ED}"/>
          </ac:spMkLst>
        </pc:spChg>
        <pc:graphicFrameChg chg="del">
          <ac:chgData name="Esmot Ara Tuli" userId="af206405-ded7-4f57-85df-4d201fa06a02" providerId="ADAL" clId="{E3259367-A608-4094-A91A-7EC6D042BD96}" dt="2026-09-10T10:47:40.176" v="4215" actId="478"/>
          <ac:graphicFrameMkLst>
            <pc:docMk/>
            <pc:sldMk cId="2773330276" sldId="394"/>
            <ac:graphicFrameMk id="9" creationId="{C7D921CD-0C3D-1714-0010-DF1B6B290A2D}"/>
          </ac:graphicFrameMkLst>
        </pc:graphicFrameChg>
        <pc:picChg chg="add mod">
          <ac:chgData name="Esmot Ara Tuli" userId="af206405-ded7-4f57-85df-4d201fa06a02" providerId="ADAL" clId="{E3259367-A608-4094-A91A-7EC6D042BD96}" dt="2026-09-10T10:47:48.371" v="4244" actId="1036"/>
          <ac:picMkLst>
            <pc:docMk/>
            <pc:sldMk cId="2773330276" sldId="394"/>
            <ac:picMk id="12" creationId="{B7CEDE9E-5C16-EBF4-5781-7827F5BE59A1}"/>
          </ac:picMkLst>
        </pc:picChg>
      </pc:sldChg>
      <pc:sldChg chg="addSp delSp modSp add mod">
        <pc:chgData name="Esmot Ara Tuli" userId="af206405-ded7-4f57-85df-4d201fa06a02" providerId="ADAL" clId="{E3259367-A608-4094-A91A-7EC6D042BD96}" dt="2026-09-10T10:48:29.651" v="4265" actId="1036"/>
        <pc:sldMkLst>
          <pc:docMk/>
          <pc:sldMk cId="3485993523" sldId="395"/>
        </pc:sldMkLst>
        <pc:spChg chg="add del mod">
          <ac:chgData name="Esmot Ara Tuli" userId="af206405-ded7-4f57-85df-4d201fa06a02" providerId="ADAL" clId="{E3259367-A608-4094-A91A-7EC6D042BD96}" dt="2026-09-10T10:48:08.561" v="4249" actId="478"/>
          <ac:spMkLst>
            <pc:docMk/>
            <pc:sldMk cId="3485993523" sldId="395"/>
            <ac:spMk id="4" creationId="{85E81300-2A71-48A1-1418-A9A25F60B741}"/>
          </ac:spMkLst>
        </pc:spChg>
        <pc:spChg chg="del">
          <ac:chgData name="Esmot Ara Tuli" userId="af206405-ded7-4f57-85df-4d201fa06a02" providerId="ADAL" clId="{E3259367-A608-4094-A91A-7EC6D042BD96}" dt="2026-09-10T10:48:11.363" v="4250" actId="478"/>
          <ac:spMkLst>
            <pc:docMk/>
            <pc:sldMk cId="3485993523" sldId="395"/>
            <ac:spMk id="5" creationId="{CBA1B8B2-F34E-48CA-11D3-E6F6A3F0AA63}"/>
          </ac:spMkLst>
        </pc:spChg>
        <pc:spChg chg="del mod">
          <ac:chgData name="Esmot Ara Tuli" userId="af206405-ded7-4f57-85df-4d201fa06a02" providerId="ADAL" clId="{E3259367-A608-4094-A91A-7EC6D042BD96}" dt="2026-09-10T10:48:05.083" v="4248" actId="478"/>
          <ac:spMkLst>
            <pc:docMk/>
            <pc:sldMk cId="3485993523" sldId="395"/>
            <ac:spMk id="7" creationId="{FF603116-7888-656B-6EFF-954CF9A9B97C}"/>
          </ac:spMkLst>
        </pc:spChg>
        <pc:spChg chg="del">
          <ac:chgData name="Esmot Ara Tuli" userId="af206405-ded7-4f57-85df-4d201fa06a02" providerId="ADAL" clId="{E3259367-A608-4094-A91A-7EC6D042BD96}" dt="2026-09-10T10:48:12.907" v="4251" actId="478"/>
          <ac:spMkLst>
            <pc:docMk/>
            <pc:sldMk cId="3485993523" sldId="395"/>
            <ac:spMk id="8" creationId="{DC03896D-7CA7-0138-6647-EA6E9D413E28}"/>
          </ac:spMkLst>
        </pc:spChg>
        <pc:spChg chg="add mod">
          <ac:chgData name="Esmot Ara Tuli" userId="af206405-ded7-4f57-85df-4d201fa06a02" providerId="ADAL" clId="{E3259367-A608-4094-A91A-7EC6D042BD96}" dt="2026-09-10T10:48:29.651" v="4265" actId="1036"/>
          <ac:spMkLst>
            <pc:docMk/>
            <pc:sldMk cId="3485993523" sldId="395"/>
            <ac:spMk id="9" creationId="{F52D2C26-4EFB-EFD8-92C4-270B4E6BC2D7}"/>
          </ac:spMkLst>
        </pc:spChg>
        <pc:spChg chg="add mod">
          <ac:chgData name="Esmot Ara Tuli" userId="af206405-ded7-4f57-85df-4d201fa06a02" providerId="ADAL" clId="{E3259367-A608-4094-A91A-7EC6D042BD96}" dt="2026-09-10T10:48:29.651" v="4265" actId="1036"/>
          <ac:spMkLst>
            <pc:docMk/>
            <pc:sldMk cId="3485993523" sldId="395"/>
            <ac:spMk id="14" creationId="{79EB3FA1-C26C-EF7A-415E-6C997348B1C9}"/>
          </ac:spMkLst>
        </pc:spChg>
        <pc:spChg chg="add mod">
          <ac:chgData name="Esmot Ara Tuli" userId="af206405-ded7-4f57-85df-4d201fa06a02" providerId="ADAL" clId="{E3259367-A608-4094-A91A-7EC6D042BD96}" dt="2026-09-10T10:48:29.651" v="4265" actId="1036"/>
          <ac:spMkLst>
            <pc:docMk/>
            <pc:sldMk cId="3485993523" sldId="395"/>
            <ac:spMk id="18" creationId="{01D9CBEB-537C-C3CE-2CE8-D00693596811}"/>
          </ac:spMkLst>
        </pc:spChg>
        <pc:picChg chg="add mod">
          <ac:chgData name="Esmot Ara Tuli" userId="af206405-ded7-4f57-85df-4d201fa06a02" providerId="ADAL" clId="{E3259367-A608-4094-A91A-7EC6D042BD96}" dt="2026-09-10T10:48:29.651" v="4265" actId="1036"/>
          <ac:picMkLst>
            <pc:docMk/>
            <pc:sldMk cId="3485993523" sldId="395"/>
            <ac:picMk id="11" creationId="{874974B7-0D69-B22E-385B-2299985C0327}"/>
          </ac:picMkLst>
        </pc:picChg>
        <pc:picChg chg="del">
          <ac:chgData name="Esmot Ara Tuli" userId="af206405-ded7-4f57-85df-4d201fa06a02" providerId="ADAL" clId="{E3259367-A608-4094-A91A-7EC6D042BD96}" dt="2026-09-10T10:48:13.759" v="4252" actId="478"/>
          <ac:picMkLst>
            <pc:docMk/>
            <pc:sldMk cId="3485993523" sldId="395"/>
            <ac:picMk id="12" creationId="{34B3BCDE-269D-C8B7-FF7E-CA5C93DA0E17}"/>
          </ac:picMkLst>
        </pc:picChg>
        <pc:picChg chg="add mod">
          <ac:chgData name="Esmot Ara Tuli" userId="af206405-ded7-4f57-85df-4d201fa06a02" providerId="ADAL" clId="{E3259367-A608-4094-A91A-7EC6D042BD96}" dt="2026-09-10T10:48:29.651" v="4265" actId="1036"/>
          <ac:picMkLst>
            <pc:docMk/>
            <pc:sldMk cId="3485993523" sldId="395"/>
            <ac:picMk id="16" creationId="{B25B388E-973B-BF00-E6C6-6EB953E31807}"/>
          </ac:picMkLst>
        </pc:picChg>
      </pc:sldChg>
      <pc:sldChg chg="addSp delSp modSp add mod">
        <pc:chgData name="Esmot Ara Tuli" userId="af206405-ded7-4f57-85df-4d201fa06a02" providerId="ADAL" clId="{E3259367-A608-4094-A91A-7EC6D042BD96}" dt="2026-09-10T10:49:55.566" v="4274" actId="1076"/>
        <pc:sldMkLst>
          <pc:docMk/>
          <pc:sldMk cId="2416973461" sldId="396"/>
        </pc:sldMkLst>
        <pc:spChg chg="add">
          <ac:chgData name="Esmot Ara Tuli" userId="af206405-ded7-4f57-85df-4d201fa06a02" providerId="ADAL" clId="{E3259367-A608-4094-A91A-7EC6D042BD96}" dt="2026-09-10T10:49:43.245" v="4272" actId="22"/>
          <ac:spMkLst>
            <pc:docMk/>
            <pc:sldMk cId="2416973461" sldId="396"/>
            <ac:spMk id="6" creationId="{C87A1035-40A7-7969-E4E8-AD1BFA990F1A}"/>
          </ac:spMkLst>
        </pc:spChg>
        <pc:spChg chg="add mod">
          <ac:chgData name="Esmot Ara Tuli" userId="af206405-ded7-4f57-85df-4d201fa06a02" providerId="ADAL" clId="{E3259367-A608-4094-A91A-7EC6D042BD96}" dt="2026-09-10T10:49:55.566" v="4274" actId="1076"/>
          <ac:spMkLst>
            <pc:docMk/>
            <pc:sldMk cId="2416973461" sldId="396"/>
            <ac:spMk id="8" creationId="{CF96B9E0-711A-1BB7-D3CE-AC70149A89E2}"/>
          </ac:spMkLst>
        </pc:spChg>
        <pc:spChg chg="del">
          <ac:chgData name="Esmot Ara Tuli" userId="af206405-ded7-4f57-85df-4d201fa06a02" providerId="ADAL" clId="{E3259367-A608-4094-A91A-7EC6D042BD96}" dt="2026-09-10T10:49:38.578" v="4269" actId="478"/>
          <ac:spMkLst>
            <pc:docMk/>
            <pc:sldMk cId="2416973461" sldId="396"/>
            <ac:spMk id="9" creationId="{53DF1C71-29A3-FF47-FB08-76C953127300}"/>
          </ac:spMkLst>
        </pc:spChg>
        <pc:spChg chg="del">
          <ac:chgData name="Esmot Ara Tuli" userId="af206405-ded7-4f57-85df-4d201fa06a02" providerId="ADAL" clId="{E3259367-A608-4094-A91A-7EC6D042BD96}" dt="2026-09-10T10:49:42.005" v="4271" actId="478"/>
          <ac:spMkLst>
            <pc:docMk/>
            <pc:sldMk cId="2416973461" sldId="396"/>
            <ac:spMk id="14" creationId="{BF79394F-A266-06F1-EA79-79A7E5D90083}"/>
          </ac:spMkLst>
        </pc:spChg>
        <pc:spChg chg="del">
          <ac:chgData name="Esmot Ara Tuli" userId="af206405-ded7-4f57-85df-4d201fa06a02" providerId="ADAL" clId="{E3259367-A608-4094-A91A-7EC6D042BD96}" dt="2026-09-10T10:49:40.352" v="4270" actId="478"/>
          <ac:spMkLst>
            <pc:docMk/>
            <pc:sldMk cId="2416973461" sldId="396"/>
            <ac:spMk id="18" creationId="{5300E8D6-1753-3F63-7E5C-074324B14ED1}"/>
          </ac:spMkLst>
        </pc:spChg>
        <pc:picChg chg="add">
          <ac:chgData name="Esmot Ara Tuli" userId="af206405-ded7-4f57-85df-4d201fa06a02" providerId="ADAL" clId="{E3259367-A608-4094-A91A-7EC6D042BD96}" dt="2026-09-10T10:49:43.245" v="4272" actId="22"/>
          <ac:picMkLst>
            <pc:docMk/>
            <pc:sldMk cId="2416973461" sldId="396"/>
            <ac:picMk id="4" creationId="{12A23F48-6653-B628-F774-C97EB493DB25}"/>
          </ac:picMkLst>
        </pc:picChg>
        <pc:picChg chg="del">
          <ac:chgData name="Esmot Ara Tuli" userId="af206405-ded7-4f57-85df-4d201fa06a02" providerId="ADAL" clId="{E3259367-A608-4094-A91A-7EC6D042BD96}" dt="2026-09-10T10:49:35.895" v="4268" actId="478"/>
          <ac:picMkLst>
            <pc:docMk/>
            <pc:sldMk cId="2416973461" sldId="396"/>
            <ac:picMk id="11" creationId="{AC9CC2A9-148C-B7CD-23BA-6D16D7FE1F68}"/>
          </ac:picMkLst>
        </pc:picChg>
        <pc:picChg chg="del">
          <ac:chgData name="Esmot Ara Tuli" userId="af206405-ded7-4f57-85df-4d201fa06a02" providerId="ADAL" clId="{E3259367-A608-4094-A91A-7EC6D042BD96}" dt="2026-09-10T10:49:34.783" v="4267" actId="478"/>
          <ac:picMkLst>
            <pc:docMk/>
            <pc:sldMk cId="2416973461" sldId="396"/>
            <ac:picMk id="16" creationId="{0BEAB30B-2C6A-5D51-67AC-C8ED2EB10ED6}"/>
          </ac:picMkLst>
        </pc:picChg>
      </pc:sldChg>
      <pc:sldChg chg="addSp delSp modSp add mod modAnim">
        <pc:chgData name="Esmot Ara Tuli" userId="af206405-ded7-4f57-85df-4d201fa06a02" providerId="ADAL" clId="{E3259367-A608-4094-A91A-7EC6D042BD96}" dt="2026-09-10T10:50:23.087" v="4295" actId="1036"/>
        <pc:sldMkLst>
          <pc:docMk/>
          <pc:sldMk cId="2750383956" sldId="397"/>
        </pc:sldMkLst>
        <pc:spChg chg="add mod">
          <ac:chgData name="Esmot Ara Tuli" userId="af206405-ded7-4f57-85df-4d201fa06a02" providerId="ADAL" clId="{E3259367-A608-4094-A91A-7EC6D042BD96}" dt="2026-09-10T10:50:23.087" v="4295" actId="1036"/>
          <ac:spMkLst>
            <pc:docMk/>
            <pc:sldMk cId="2750383956" sldId="397"/>
            <ac:spMk id="5" creationId="{F6772B53-F626-9A20-58C8-B7C1EF4DA0BA}"/>
          </ac:spMkLst>
        </pc:spChg>
        <pc:spChg chg="del">
          <ac:chgData name="Esmot Ara Tuli" userId="af206405-ded7-4f57-85df-4d201fa06a02" providerId="ADAL" clId="{E3259367-A608-4094-A91A-7EC6D042BD96}" dt="2026-09-10T10:50:18.173" v="4278" actId="478"/>
          <ac:spMkLst>
            <pc:docMk/>
            <pc:sldMk cId="2750383956" sldId="397"/>
            <ac:spMk id="6" creationId="{33C0CFD6-406C-31DE-0D7B-F77DEE9F4248}"/>
          </ac:spMkLst>
        </pc:spChg>
        <pc:spChg chg="add mod">
          <ac:chgData name="Esmot Ara Tuli" userId="af206405-ded7-4f57-85df-4d201fa06a02" providerId="ADAL" clId="{E3259367-A608-4094-A91A-7EC6D042BD96}" dt="2026-09-10T10:50:23.087" v="4295" actId="1036"/>
          <ac:spMkLst>
            <pc:docMk/>
            <pc:sldMk cId="2750383956" sldId="397"/>
            <ac:spMk id="7" creationId="{AC791344-A448-21DC-ADEF-7B408FAFA0EA}"/>
          </ac:spMkLst>
        </pc:spChg>
        <pc:spChg chg="del">
          <ac:chgData name="Esmot Ara Tuli" userId="af206405-ded7-4f57-85df-4d201fa06a02" providerId="ADAL" clId="{E3259367-A608-4094-A91A-7EC6D042BD96}" dt="2026-09-10T10:50:16.326" v="4277" actId="478"/>
          <ac:spMkLst>
            <pc:docMk/>
            <pc:sldMk cId="2750383956" sldId="397"/>
            <ac:spMk id="8" creationId="{B297C14D-1906-DBDD-0E49-B7A13F82650B}"/>
          </ac:spMkLst>
        </pc:spChg>
        <pc:spChg chg="add mod">
          <ac:chgData name="Esmot Ara Tuli" userId="af206405-ded7-4f57-85df-4d201fa06a02" providerId="ADAL" clId="{E3259367-A608-4094-A91A-7EC6D042BD96}" dt="2026-09-10T10:50:23.087" v="4295" actId="1036"/>
          <ac:spMkLst>
            <pc:docMk/>
            <pc:sldMk cId="2750383956" sldId="397"/>
            <ac:spMk id="9" creationId="{8AD9C0CB-DA21-1AA8-46C6-4D040F27D7A6}"/>
          </ac:spMkLst>
        </pc:spChg>
        <pc:spChg chg="add mod">
          <ac:chgData name="Esmot Ara Tuli" userId="af206405-ded7-4f57-85df-4d201fa06a02" providerId="ADAL" clId="{E3259367-A608-4094-A91A-7EC6D042BD96}" dt="2026-09-10T10:50:23.087" v="4295" actId="1036"/>
          <ac:spMkLst>
            <pc:docMk/>
            <pc:sldMk cId="2750383956" sldId="397"/>
            <ac:spMk id="10" creationId="{D185634A-0E03-6F05-9685-1BE51A223F50}"/>
          </ac:spMkLst>
        </pc:spChg>
        <pc:spChg chg="add mod">
          <ac:chgData name="Esmot Ara Tuli" userId="af206405-ded7-4f57-85df-4d201fa06a02" providerId="ADAL" clId="{E3259367-A608-4094-A91A-7EC6D042BD96}" dt="2026-09-10T10:50:23.087" v="4295" actId="1036"/>
          <ac:spMkLst>
            <pc:docMk/>
            <pc:sldMk cId="2750383956" sldId="397"/>
            <ac:spMk id="11" creationId="{31D00608-CA1B-DE8C-3091-CAA438E278F8}"/>
          </ac:spMkLst>
        </pc:spChg>
        <pc:picChg chg="add mod">
          <ac:chgData name="Esmot Ara Tuli" userId="af206405-ded7-4f57-85df-4d201fa06a02" providerId="ADAL" clId="{E3259367-A608-4094-A91A-7EC6D042BD96}" dt="2026-09-10T10:50:23.087" v="4295" actId="1036"/>
          <ac:picMkLst>
            <pc:docMk/>
            <pc:sldMk cId="2750383956" sldId="397"/>
            <ac:picMk id="3" creationId="{A9CFF4BE-D838-843D-04E6-4C768BAA20F1}"/>
          </ac:picMkLst>
        </pc:picChg>
        <pc:picChg chg="del">
          <ac:chgData name="Esmot Ara Tuli" userId="af206405-ded7-4f57-85df-4d201fa06a02" providerId="ADAL" clId="{E3259367-A608-4094-A91A-7EC6D042BD96}" dt="2026-09-10T10:50:14.399" v="4276" actId="478"/>
          <ac:picMkLst>
            <pc:docMk/>
            <pc:sldMk cId="2750383956" sldId="397"/>
            <ac:picMk id="4" creationId="{F08F29C1-CBCA-DA11-739F-6BE15AE82DA3}"/>
          </ac:picMkLst>
        </pc:picChg>
      </pc:sldChg>
      <pc:sldChg chg="modSp add mod ord">
        <pc:chgData name="Esmot Ara Tuli" userId="af206405-ded7-4f57-85df-4d201fa06a02" providerId="ADAL" clId="{E3259367-A608-4094-A91A-7EC6D042BD96}" dt="2026-09-10T10:50:47.700" v="4307" actId="20577"/>
        <pc:sldMkLst>
          <pc:docMk/>
          <pc:sldMk cId="1655403616" sldId="398"/>
        </pc:sldMkLst>
        <pc:spChg chg="mod">
          <ac:chgData name="Esmot Ara Tuli" userId="af206405-ded7-4f57-85df-4d201fa06a02" providerId="ADAL" clId="{E3259367-A608-4094-A91A-7EC6D042BD96}" dt="2026-09-10T10:50:47.700" v="4307" actId="20577"/>
          <ac:spMkLst>
            <pc:docMk/>
            <pc:sldMk cId="1655403616" sldId="398"/>
            <ac:spMk id="2" creationId="{49EB1510-972E-4673-FAED-FEE0CB1B0AA3}"/>
          </ac:spMkLst>
        </pc:spChg>
      </pc:sldChg>
      <pc:sldChg chg="add del">
        <pc:chgData name="Esmot Ara Tuli" userId="af206405-ded7-4f57-85df-4d201fa06a02" providerId="ADAL" clId="{E3259367-A608-4094-A91A-7EC6D042BD96}" dt="2026-09-10T10:50:36.117" v="4297" actId="2890"/>
        <pc:sldMkLst>
          <pc:docMk/>
          <pc:sldMk cId="4004985088" sldId="398"/>
        </pc:sldMkLst>
      </pc:sldChg>
      <pc:sldChg chg="addSp delSp modSp add mod ord">
        <pc:chgData name="Esmot Ara Tuli" userId="af206405-ded7-4f57-85df-4d201fa06a02" providerId="ADAL" clId="{E3259367-A608-4094-A91A-7EC6D042BD96}" dt="2026-09-10T10:51:28.997" v="4317" actId="22"/>
        <pc:sldMkLst>
          <pc:docMk/>
          <pc:sldMk cId="307843163" sldId="399"/>
        </pc:sldMkLst>
        <pc:spChg chg="mod">
          <ac:chgData name="Esmot Ara Tuli" userId="af206405-ded7-4f57-85df-4d201fa06a02" providerId="ADAL" clId="{E3259367-A608-4094-A91A-7EC6D042BD96}" dt="2026-09-10T10:51:13.608" v="4314"/>
          <ac:spMkLst>
            <pc:docMk/>
            <pc:sldMk cId="307843163" sldId="399"/>
            <ac:spMk id="2" creationId="{614177BB-D893-CDCB-BC5D-3C3540AB4C71}"/>
          </ac:spMkLst>
        </pc:spChg>
        <pc:spChg chg="add mod">
          <ac:chgData name="Esmot Ara Tuli" userId="af206405-ded7-4f57-85df-4d201fa06a02" providerId="ADAL" clId="{E3259367-A608-4094-A91A-7EC6D042BD96}" dt="2026-09-10T10:51:22.407" v="4316" actId="1076"/>
          <ac:spMkLst>
            <pc:docMk/>
            <pc:sldMk cId="307843163" sldId="399"/>
            <ac:spMk id="4" creationId="{3E097FB3-F433-F548-11FD-28B6926B3642}"/>
          </ac:spMkLst>
        </pc:spChg>
        <pc:spChg chg="del">
          <ac:chgData name="Esmot Ara Tuli" userId="af206405-ded7-4f57-85df-4d201fa06a02" providerId="ADAL" clId="{E3259367-A608-4094-A91A-7EC6D042BD96}" dt="2026-09-10T10:51:08.141" v="4313" actId="478"/>
          <ac:spMkLst>
            <pc:docMk/>
            <pc:sldMk cId="307843163" sldId="399"/>
            <ac:spMk id="5" creationId="{E7988F97-9D42-C24F-AAFE-1F0C3DFA2910}"/>
          </ac:spMkLst>
        </pc:spChg>
        <pc:spChg chg="del">
          <ac:chgData name="Esmot Ara Tuli" userId="af206405-ded7-4f57-85df-4d201fa06a02" providerId="ADAL" clId="{E3259367-A608-4094-A91A-7EC6D042BD96}" dt="2026-09-10T10:51:06.383" v="4312" actId="478"/>
          <ac:spMkLst>
            <pc:docMk/>
            <pc:sldMk cId="307843163" sldId="399"/>
            <ac:spMk id="8" creationId="{886A2A8E-F2DF-EC91-8B93-8A6B35D3B56B}"/>
          </ac:spMkLst>
        </pc:spChg>
        <pc:picChg chg="add">
          <ac:chgData name="Esmot Ara Tuli" userId="af206405-ded7-4f57-85df-4d201fa06a02" providerId="ADAL" clId="{E3259367-A608-4094-A91A-7EC6D042BD96}" dt="2026-09-10T10:51:28.997" v="4317" actId="22"/>
          <ac:picMkLst>
            <pc:docMk/>
            <pc:sldMk cId="307843163" sldId="399"/>
            <ac:picMk id="9" creationId="{A2A48731-ABB6-4CF1-8D01-A9F7F1EA35A5}"/>
          </ac:picMkLst>
        </pc:picChg>
        <pc:picChg chg="add">
          <ac:chgData name="Esmot Ara Tuli" userId="af206405-ded7-4f57-85df-4d201fa06a02" providerId="ADAL" clId="{E3259367-A608-4094-A91A-7EC6D042BD96}" dt="2026-09-10T10:51:28.997" v="4317" actId="22"/>
          <ac:picMkLst>
            <pc:docMk/>
            <pc:sldMk cId="307843163" sldId="399"/>
            <ac:picMk id="11" creationId="{F2C206CF-494A-6286-4216-F3980224B74D}"/>
          </ac:picMkLst>
        </pc:picChg>
        <pc:picChg chg="del">
          <ac:chgData name="Esmot Ara Tuli" userId="af206405-ded7-4f57-85df-4d201fa06a02" providerId="ADAL" clId="{E3259367-A608-4094-A91A-7EC6D042BD96}" dt="2026-09-10T10:51:04.875" v="4311" actId="478"/>
          <ac:picMkLst>
            <pc:docMk/>
            <pc:sldMk cId="307843163" sldId="399"/>
            <ac:picMk id="12" creationId="{EF03E4BD-3491-F79A-0C4D-A089D92718DD}"/>
          </ac:picMkLst>
        </pc:picChg>
        <pc:picChg chg="add">
          <ac:chgData name="Esmot Ara Tuli" userId="af206405-ded7-4f57-85df-4d201fa06a02" providerId="ADAL" clId="{E3259367-A608-4094-A91A-7EC6D042BD96}" dt="2026-09-10T10:51:28.997" v="4317" actId="22"/>
          <ac:picMkLst>
            <pc:docMk/>
            <pc:sldMk cId="307843163" sldId="399"/>
            <ac:picMk id="14" creationId="{93922CC1-1ABF-4026-8C1D-A9D8FAF498FA}"/>
          </ac:picMkLst>
        </pc:picChg>
      </pc:sldChg>
      <pc:sldChg chg="addSp delSp modSp add mod">
        <pc:chgData name="Esmot Ara Tuli" userId="af206405-ded7-4f57-85df-4d201fa06a02" providerId="ADAL" clId="{E3259367-A608-4094-A91A-7EC6D042BD96}" dt="2026-09-10T10:51:57.641" v="4340" actId="1036"/>
        <pc:sldMkLst>
          <pc:docMk/>
          <pc:sldMk cId="2543796578" sldId="400"/>
        </pc:sldMkLst>
        <pc:spChg chg="del mod">
          <ac:chgData name="Esmot Ara Tuli" userId="af206405-ded7-4f57-85df-4d201fa06a02" providerId="ADAL" clId="{E3259367-A608-4094-A91A-7EC6D042BD96}" dt="2026-09-10T10:51:44.776" v="4323" actId="478"/>
          <ac:spMkLst>
            <pc:docMk/>
            <pc:sldMk cId="2543796578" sldId="400"/>
            <ac:spMk id="4" creationId="{503A24AF-3D64-7FD8-BB22-1A5D9AD1C4BF}"/>
          </ac:spMkLst>
        </pc:spChg>
        <pc:grpChg chg="add mod">
          <ac:chgData name="Esmot Ara Tuli" userId="af206405-ded7-4f57-85df-4d201fa06a02" providerId="ADAL" clId="{E3259367-A608-4094-A91A-7EC6D042BD96}" dt="2026-09-10T10:51:49.165" v="4324"/>
          <ac:grpSpMkLst>
            <pc:docMk/>
            <pc:sldMk cId="2543796578" sldId="400"/>
            <ac:grpSpMk id="3" creationId="{A9722A33-F16F-A4C8-EF5B-E0A32F5CCB28}"/>
          </ac:grpSpMkLst>
        </pc:grpChg>
        <pc:picChg chg="mod">
          <ac:chgData name="Esmot Ara Tuli" userId="af206405-ded7-4f57-85df-4d201fa06a02" providerId="ADAL" clId="{E3259367-A608-4094-A91A-7EC6D042BD96}" dt="2026-09-10T10:51:49.165" v="4324"/>
          <ac:picMkLst>
            <pc:docMk/>
            <pc:sldMk cId="2543796578" sldId="400"/>
            <ac:picMk id="5" creationId="{7585162E-4656-11E3-D3EF-40B4B3607F72}"/>
          </ac:picMkLst>
        </pc:picChg>
        <pc:picChg chg="mod">
          <ac:chgData name="Esmot Ara Tuli" userId="af206405-ded7-4f57-85df-4d201fa06a02" providerId="ADAL" clId="{E3259367-A608-4094-A91A-7EC6D042BD96}" dt="2026-09-10T10:51:49.165" v="4324"/>
          <ac:picMkLst>
            <pc:docMk/>
            <pc:sldMk cId="2543796578" sldId="400"/>
            <ac:picMk id="6" creationId="{440BDF1E-4D2C-C767-0694-0A2C3CC0D339}"/>
          </ac:picMkLst>
        </pc:picChg>
        <pc:picChg chg="del">
          <ac:chgData name="Esmot Ara Tuli" userId="af206405-ded7-4f57-85df-4d201fa06a02" providerId="ADAL" clId="{E3259367-A608-4094-A91A-7EC6D042BD96}" dt="2026-09-10T10:51:40.410" v="4321" actId="478"/>
          <ac:picMkLst>
            <pc:docMk/>
            <pc:sldMk cId="2543796578" sldId="400"/>
            <ac:picMk id="9" creationId="{6C400A6A-0E31-3513-4BB4-0C8D25D186A7}"/>
          </ac:picMkLst>
        </pc:picChg>
        <pc:picChg chg="add mod">
          <ac:chgData name="Esmot Ara Tuli" userId="af206405-ded7-4f57-85df-4d201fa06a02" providerId="ADAL" clId="{E3259367-A608-4094-A91A-7EC6D042BD96}" dt="2026-09-10T10:51:57.641" v="4340" actId="1036"/>
          <ac:picMkLst>
            <pc:docMk/>
            <pc:sldMk cId="2543796578" sldId="400"/>
            <ac:picMk id="10" creationId="{361A7AAC-1E15-E46E-D983-3CC2E2266F01}"/>
          </ac:picMkLst>
        </pc:picChg>
        <pc:picChg chg="del">
          <ac:chgData name="Esmot Ara Tuli" userId="af206405-ded7-4f57-85df-4d201fa06a02" providerId="ADAL" clId="{E3259367-A608-4094-A91A-7EC6D042BD96}" dt="2026-09-10T10:51:39.794" v="4320" actId="478"/>
          <ac:picMkLst>
            <pc:docMk/>
            <pc:sldMk cId="2543796578" sldId="400"/>
            <ac:picMk id="11" creationId="{486C3A57-EE79-8C82-E12F-1ACA2DB4C518}"/>
          </ac:picMkLst>
        </pc:picChg>
        <pc:picChg chg="add mod">
          <ac:chgData name="Esmot Ara Tuli" userId="af206405-ded7-4f57-85df-4d201fa06a02" providerId="ADAL" clId="{E3259367-A608-4094-A91A-7EC6D042BD96}" dt="2026-09-10T10:51:57.641" v="4340" actId="1036"/>
          <ac:picMkLst>
            <pc:docMk/>
            <pc:sldMk cId="2543796578" sldId="400"/>
            <ac:picMk id="13" creationId="{7D04B086-B3F5-07B7-0E21-67074C05549F}"/>
          </ac:picMkLst>
        </pc:picChg>
        <pc:picChg chg="del">
          <ac:chgData name="Esmot Ara Tuli" userId="af206405-ded7-4f57-85df-4d201fa06a02" providerId="ADAL" clId="{E3259367-A608-4094-A91A-7EC6D042BD96}" dt="2026-09-10T10:51:39.205" v="4319" actId="478"/>
          <ac:picMkLst>
            <pc:docMk/>
            <pc:sldMk cId="2543796578" sldId="400"/>
            <ac:picMk id="14" creationId="{51887A9C-CE22-70A1-86CC-437DCF42C0CF}"/>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6.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ata7.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ata8.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6.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rawing8.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C021CE-6DBD-4A8D-A344-50EC99AF0428}" type="doc">
      <dgm:prSet loTypeId="urn:microsoft.com/office/officeart/2018/5/layout/CenteredIconLabelDescriptionList" loCatId="icon" qsTypeId="urn:microsoft.com/office/officeart/2005/8/quickstyle/simple1#1" qsCatId="simple" csTypeId="urn:microsoft.com/office/officeart/2018/5/colors/Iconchunking_neutralbg_colorful2" csCatId="colorful" phldr="1"/>
      <dgm:spPr/>
      <dgm:t>
        <a:bodyPr/>
        <a:lstStyle/>
        <a:p>
          <a:endParaRPr lang="en-US"/>
        </a:p>
      </dgm:t>
    </dgm:pt>
    <dgm:pt modelId="{BCCAF720-D700-4A2D-8325-855D7FA3EF7F}">
      <dgm:prSet/>
      <dgm:spPr/>
      <dgm:t>
        <a:bodyPr/>
        <a:lstStyle/>
        <a:p>
          <a:pPr>
            <a:lnSpc>
              <a:spcPct val="100000"/>
            </a:lnSpc>
            <a:defRPr b="1"/>
          </a:pPr>
          <a:r>
            <a:rPr lang="en-US" b="1"/>
            <a:t>Front-end</a:t>
          </a:r>
          <a:endParaRPr lang="en-US"/>
        </a:p>
      </dgm:t>
    </dgm:pt>
    <dgm:pt modelId="{B9EE22B0-6323-47AE-A0E8-48F34EC74C43}" type="parTrans" cxnId="{10E9A4C7-B780-47C6-A862-D8AF42C783EC}">
      <dgm:prSet/>
      <dgm:spPr/>
      <dgm:t>
        <a:bodyPr/>
        <a:lstStyle/>
        <a:p>
          <a:endParaRPr lang="en-US"/>
        </a:p>
      </dgm:t>
    </dgm:pt>
    <dgm:pt modelId="{1AA7C84C-02CF-4565-B7FC-A9E909C2A12A}" type="sibTrans" cxnId="{10E9A4C7-B780-47C6-A862-D8AF42C783EC}">
      <dgm:prSet/>
      <dgm:spPr/>
      <dgm:t>
        <a:bodyPr/>
        <a:lstStyle/>
        <a:p>
          <a:endParaRPr lang="en-US"/>
        </a:p>
      </dgm:t>
    </dgm:pt>
    <dgm:pt modelId="{62A3A20E-131F-4798-AF75-082DAF201261}">
      <dgm:prSet custT="1"/>
      <dgm:spPr/>
      <dgm:t>
        <a:bodyPr/>
        <a:lstStyle/>
        <a:p>
          <a:pPr>
            <a:lnSpc>
              <a:spcPct val="100000"/>
            </a:lnSpc>
          </a:pPr>
          <a:r>
            <a:rPr lang="en-US" sz="1800" dirty="0"/>
            <a:t>HTML5 semantic elements CSS</a:t>
          </a:r>
        </a:p>
      </dgm:t>
    </dgm:pt>
    <dgm:pt modelId="{FB6A5151-8BD7-4BA1-B622-54273DD0DA66}" type="parTrans" cxnId="{FDABFD5E-287A-4642-B6E5-303A1C756CF9}">
      <dgm:prSet/>
      <dgm:spPr/>
      <dgm:t>
        <a:bodyPr/>
        <a:lstStyle/>
        <a:p>
          <a:endParaRPr lang="en-US"/>
        </a:p>
      </dgm:t>
    </dgm:pt>
    <dgm:pt modelId="{063AD1E7-A1CC-4B25-AB59-AC5A217890DD}" type="sibTrans" cxnId="{FDABFD5E-287A-4642-B6E5-303A1C756CF9}">
      <dgm:prSet/>
      <dgm:spPr/>
      <dgm:t>
        <a:bodyPr/>
        <a:lstStyle/>
        <a:p>
          <a:endParaRPr lang="en-US"/>
        </a:p>
      </dgm:t>
    </dgm:pt>
    <dgm:pt modelId="{D0D4AE74-BE39-4714-BDD3-5FA25D560CA5}">
      <dgm:prSet custT="1"/>
      <dgm:spPr/>
      <dgm:t>
        <a:bodyPr/>
        <a:lstStyle/>
        <a:p>
          <a:pPr>
            <a:lnSpc>
              <a:spcPct val="100000"/>
            </a:lnSpc>
          </a:pPr>
          <a:r>
            <a:rPr lang="en-US" sz="1800" dirty="0"/>
            <a:t>JavaScript to dynamically add/remove elements </a:t>
          </a:r>
        </a:p>
      </dgm:t>
    </dgm:pt>
    <dgm:pt modelId="{41222A21-E04F-434B-875F-34729E710717}" type="parTrans" cxnId="{7F0454C8-B027-4500-895F-581FB2E1BE38}">
      <dgm:prSet/>
      <dgm:spPr/>
      <dgm:t>
        <a:bodyPr/>
        <a:lstStyle/>
        <a:p>
          <a:endParaRPr lang="en-US"/>
        </a:p>
      </dgm:t>
    </dgm:pt>
    <dgm:pt modelId="{7A7BF63B-4487-46D4-A174-27C047366FB3}" type="sibTrans" cxnId="{7F0454C8-B027-4500-895F-581FB2E1BE38}">
      <dgm:prSet/>
      <dgm:spPr/>
      <dgm:t>
        <a:bodyPr/>
        <a:lstStyle/>
        <a:p>
          <a:endParaRPr lang="en-US"/>
        </a:p>
      </dgm:t>
    </dgm:pt>
    <dgm:pt modelId="{14C3E665-A83D-4CDC-B4BB-EB696A66A70D}">
      <dgm:prSet/>
      <dgm:spPr/>
      <dgm:t>
        <a:bodyPr/>
        <a:lstStyle/>
        <a:p>
          <a:pPr>
            <a:lnSpc>
              <a:spcPct val="100000"/>
            </a:lnSpc>
            <a:defRPr b="1"/>
          </a:pPr>
          <a:r>
            <a:rPr lang="en-US" b="1"/>
            <a:t>Back-end: data manipulation</a:t>
          </a:r>
          <a:endParaRPr lang="en-US"/>
        </a:p>
      </dgm:t>
    </dgm:pt>
    <dgm:pt modelId="{59717340-8325-44C3-838A-0AF77648CE93}" type="parTrans" cxnId="{6A3154CE-671A-4F42-8E53-D95974C68EF9}">
      <dgm:prSet/>
      <dgm:spPr/>
      <dgm:t>
        <a:bodyPr/>
        <a:lstStyle/>
        <a:p>
          <a:endParaRPr lang="en-US"/>
        </a:p>
      </dgm:t>
    </dgm:pt>
    <dgm:pt modelId="{7927FE25-A2A3-4965-BED4-1423992E3340}" type="sibTrans" cxnId="{6A3154CE-671A-4F42-8E53-D95974C68EF9}">
      <dgm:prSet/>
      <dgm:spPr/>
      <dgm:t>
        <a:bodyPr/>
        <a:lstStyle/>
        <a:p>
          <a:endParaRPr lang="en-US"/>
        </a:p>
      </dgm:t>
    </dgm:pt>
    <dgm:pt modelId="{05AE98F9-E8A2-478A-9E10-8EDA7B2E1A84}">
      <dgm:prSet custT="1"/>
      <dgm:spPr/>
      <dgm:t>
        <a:bodyPr/>
        <a:lstStyle/>
        <a:p>
          <a:pPr>
            <a:lnSpc>
              <a:spcPct val="100000"/>
            </a:lnSpc>
          </a:pPr>
          <a:r>
            <a:rPr lang="en-US" sz="1800" dirty="0"/>
            <a:t>Create, Store, Edit, Delete data (using a database) </a:t>
          </a:r>
        </a:p>
      </dgm:t>
    </dgm:pt>
    <dgm:pt modelId="{06CAF2D7-721A-4783-8659-9A55DD55F519}" type="parTrans" cxnId="{3C5171B0-61D8-47ED-A813-BFB7CA85E89B}">
      <dgm:prSet/>
      <dgm:spPr/>
      <dgm:t>
        <a:bodyPr/>
        <a:lstStyle/>
        <a:p>
          <a:endParaRPr lang="en-US"/>
        </a:p>
      </dgm:t>
    </dgm:pt>
    <dgm:pt modelId="{6911A0C5-FA91-43AC-A6DB-A0FBAED4D6B0}" type="sibTrans" cxnId="{3C5171B0-61D8-47ED-A813-BFB7CA85E89B}">
      <dgm:prSet/>
      <dgm:spPr/>
      <dgm:t>
        <a:bodyPr/>
        <a:lstStyle/>
        <a:p>
          <a:endParaRPr lang="en-US"/>
        </a:p>
      </dgm:t>
    </dgm:pt>
    <dgm:pt modelId="{86F14170-56D9-41DF-AA45-A12DAFB334B5}">
      <dgm:prSet custT="1"/>
      <dgm:spPr/>
      <dgm:t>
        <a:bodyPr/>
        <a:lstStyle/>
        <a:p>
          <a:pPr>
            <a:lnSpc>
              <a:spcPct val="100000"/>
            </a:lnSpc>
          </a:pPr>
          <a:r>
            <a:rPr lang="en-US" sz="1800" dirty="0"/>
            <a:t>Display </a:t>
          </a:r>
          <a:r>
            <a:rPr lang="en-US" sz="1800" i="1" dirty="0"/>
            <a:t>all </a:t>
          </a:r>
          <a:r>
            <a:rPr lang="en-US" sz="1800" dirty="0"/>
            <a:t>resources (index), display </a:t>
          </a:r>
          <a:r>
            <a:rPr lang="en-US" sz="1800" i="1" dirty="0"/>
            <a:t>one </a:t>
          </a:r>
          <a:r>
            <a:rPr lang="en-US" sz="1800" dirty="0"/>
            <a:t>resource (show)</a:t>
          </a:r>
        </a:p>
      </dgm:t>
    </dgm:pt>
    <dgm:pt modelId="{1753A722-D5D2-423E-B2F9-CB25B02BAFB6}" type="parTrans" cxnId="{84C37903-16ED-4501-BD00-FB65F57F23C7}">
      <dgm:prSet/>
      <dgm:spPr/>
      <dgm:t>
        <a:bodyPr/>
        <a:lstStyle/>
        <a:p>
          <a:endParaRPr lang="en-US"/>
        </a:p>
      </dgm:t>
    </dgm:pt>
    <dgm:pt modelId="{E4C7AC7C-19FB-440C-A34D-FB53E421D1E6}" type="sibTrans" cxnId="{84C37903-16ED-4501-BD00-FB65F57F23C7}">
      <dgm:prSet/>
      <dgm:spPr/>
      <dgm:t>
        <a:bodyPr/>
        <a:lstStyle/>
        <a:p>
          <a:endParaRPr lang="en-US"/>
        </a:p>
      </dgm:t>
    </dgm:pt>
    <dgm:pt modelId="{F8EB71DD-F987-4041-9E09-058B6A4024F3}">
      <dgm:prSet/>
      <dgm:spPr/>
      <dgm:t>
        <a:bodyPr/>
        <a:lstStyle/>
        <a:p>
          <a:pPr>
            <a:lnSpc>
              <a:spcPct val="100000"/>
            </a:lnSpc>
            <a:defRPr b="1"/>
          </a:pPr>
          <a:r>
            <a:rPr lang="en-US" b="1"/>
            <a:t>Authentication / Authorization </a:t>
          </a:r>
          <a:endParaRPr lang="en-US"/>
        </a:p>
      </dgm:t>
    </dgm:pt>
    <dgm:pt modelId="{33B9E51C-EE73-4614-AE73-9BF745CFA6C4}" type="parTrans" cxnId="{6B945B3D-BA3E-4FEB-B87E-3D64568EF9DA}">
      <dgm:prSet/>
      <dgm:spPr/>
      <dgm:t>
        <a:bodyPr/>
        <a:lstStyle/>
        <a:p>
          <a:endParaRPr lang="en-US"/>
        </a:p>
      </dgm:t>
    </dgm:pt>
    <dgm:pt modelId="{EAF97894-B3B1-4030-859A-4651E30E55BA}" type="sibTrans" cxnId="{6B945B3D-BA3E-4FEB-B87E-3D64568EF9DA}">
      <dgm:prSet/>
      <dgm:spPr/>
      <dgm:t>
        <a:bodyPr/>
        <a:lstStyle/>
        <a:p>
          <a:endParaRPr lang="en-US"/>
        </a:p>
      </dgm:t>
    </dgm:pt>
    <dgm:pt modelId="{FFA073ED-0319-4F5A-A0EC-6FEA4FB87183}">
      <dgm:prSet custT="1"/>
      <dgm:spPr/>
      <dgm:t>
        <a:bodyPr/>
        <a:lstStyle/>
        <a:p>
          <a:pPr>
            <a:lnSpc>
              <a:spcPct val="100000"/>
            </a:lnSpc>
          </a:pPr>
          <a:r>
            <a:rPr lang="en-US" sz="1800" dirty="0"/>
            <a:t>Log in using a password</a:t>
          </a:r>
        </a:p>
      </dgm:t>
    </dgm:pt>
    <dgm:pt modelId="{699E1B56-2D04-4FCC-BC20-90A019BCAEE1}" type="parTrans" cxnId="{43F73BD9-2866-40BD-8067-59FDFA168F73}">
      <dgm:prSet/>
      <dgm:spPr/>
      <dgm:t>
        <a:bodyPr/>
        <a:lstStyle/>
        <a:p>
          <a:endParaRPr lang="en-US"/>
        </a:p>
      </dgm:t>
    </dgm:pt>
    <dgm:pt modelId="{1B9A1ACB-5696-4F56-AE45-341A6A4812A9}" type="sibTrans" cxnId="{43F73BD9-2866-40BD-8067-59FDFA168F73}">
      <dgm:prSet/>
      <dgm:spPr/>
      <dgm:t>
        <a:bodyPr/>
        <a:lstStyle/>
        <a:p>
          <a:endParaRPr lang="en-US"/>
        </a:p>
      </dgm:t>
    </dgm:pt>
    <dgm:pt modelId="{42CEEA1B-843E-4DF7-835E-BE139A44AE32}">
      <dgm:prSet custT="1"/>
      <dgm:spPr/>
      <dgm:t>
        <a:bodyPr/>
        <a:lstStyle/>
        <a:p>
          <a:pPr>
            <a:lnSpc>
              <a:spcPct val="100000"/>
            </a:lnSpc>
          </a:pPr>
          <a:r>
            <a:rPr lang="en-US" sz="1800" dirty="0"/>
            <a:t>(At least) two users: logged user and guest (not logged) user</a:t>
          </a:r>
        </a:p>
      </dgm:t>
    </dgm:pt>
    <dgm:pt modelId="{F569EEAE-5D0F-4E01-90A0-42AC4C5D72CB}" type="parTrans" cxnId="{152A2882-015D-42C5-9286-FBB1CABE535A}">
      <dgm:prSet/>
      <dgm:spPr/>
      <dgm:t>
        <a:bodyPr/>
        <a:lstStyle/>
        <a:p>
          <a:endParaRPr lang="en-US"/>
        </a:p>
      </dgm:t>
    </dgm:pt>
    <dgm:pt modelId="{4E0C9217-C047-4B2B-A086-91EEAE720601}" type="sibTrans" cxnId="{152A2882-015D-42C5-9286-FBB1CABE535A}">
      <dgm:prSet/>
      <dgm:spPr/>
      <dgm:t>
        <a:bodyPr/>
        <a:lstStyle/>
        <a:p>
          <a:endParaRPr lang="en-US"/>
        </a:p>
      </dgm:t>
    </dgm:pt>
    <dgm:pt modelId="{01306086-304B-4371-B8BA-3816BF29273B}" type="pres">
      <dgm:prSet presAssocID="{DFC021CE-6DBD-4A8D-A344-50EC99AF0428}" presName="root" presStyleCnt="0">
        <dgm:presLayoutVars>
          <dgm:dir/>
          <dgm:resizeHandles val="exact"/>
        </dgm:presLayoutVars>
      </dgm:prSet>
      <dgm:spPr/>
    </dgm:pt>
    <dgm:pt modelId="{E58067B1-7A51-47AD-862D-B32EC6CC0DE3}" type="pres">
      <dgm:prSet presAssocID="{BCCAF720-D700-4A2D-8325-855D7FA3EF7F}" presName="compNode" presStyleCnt="0"/>
      <dgm:spPr/>
    </dgm:pt>
    <dgm:pt modelId="{789DA6EE-9046-4965-B452-9ADCB3253A70}" type="pres">
      <dgm:prSet presAssocID="{BCCAF720-D700-4A2D-8325-855D7FA3EF7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b Design"/>
        </a:ext>
      </dgm:extLst>
    </dgm:pt>
    <dgm:pt modelId="{C63E6B39-F96D-45AC-83EE-5AE8171F3B96}" type="pres">
      <dgm:prSet presAssocID="{BCCAF720-D700-4A2D-8325-855D7FA3EF7F}" presName="iconSpace" presStyleCnt="0"/>
      <dgm:spPr/>
    </dgm:pt>
    <dgm:pt modelId="{C38EF756-9C75-41E9-9906-ABD2E9898A77}" type="pres">
      <dgm:prSet presAssocID="{BCCAF720-D700-4A2D-8325-855D7FA3EF7F}" presName="parTx" presStyleLbl="revTx" presStyleIdx="0" presStyleCnt="6">
        <dgm:presLayoutVars>
          <dgm:chMax val="0"/>
          <dgm:chPref val="0"/>
        </dgm:presLayoutVars>
      </dgm:prSet>
      <dgm:spPr/>
    </dgm:pt>
    <dgm:pt modelId="{1AB6C6EA-80B2-4321-BB52-81A9F553DF03}" type="pres">
      <dgm:prSet presAssocID="{BCCAF720-D700-4A2D-8325-855D7FA3EF7F}" presName="txSpace" presStyleCnt="0"/>
      <dgm:spPr/>
    </dgm:pt>
    <dgm:pt modelId="{BE139F06-F3BB-4467-A570-FED726FAB990}" type="pres">
      <dgm:prSet presAssocID="{BCCAF720-D700-4A2D-8325-855D7FA3EF7F}" presName="desTx" presStyleLbl="revTx" presStyleIdx="1" presStyleCnt="6">
        <dgm:presLayoutVars/>
      </dgm:prSet>
      <dgm:spPr/>
    </dgm:pt>
    <dgm:pt modelId="{F14E6132-3405-4D69-A493-34FB2B765417}" type="pres">
      <dgm:prSet presAssocID="{1AA7C84C-02CF-4565-B7FC-A9E909C2A12A}" presName="sibTrans" presStyleCnt="0"/>
      <dgm:spPr/>
    </dgm:pt>
    <dgm:pt modelId="{2DE70954-1798-4663-8B9F-BB164DA8B00E}" type="pres">
      <dgm:prSet presAssocID="{14C3E665-A83D-4CDC-B4BB-EB696A66A70D}" presName="compNode" presStyleCnt="0"/>
      <dgm:spPr/>
    </dgm:pt>
    <dgm:pt modelId="{175D1229-09E8-41D9-8FC8-AFDF799579E9}" type="pres">
      <dgm:prSet presAssocID="{14C3E665-A83D-4CDC-B4BB-EB696A66A70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70B83DE7-BCE6-4392-AB0C-0EB209804191}" type="pres">
      <dgm:prSet presAssocID="{14C3E665-A83D-4CDC-B4BB-EB696A66A70D}" presName="iconSpace" presStyleCnt="0"/>
      <dgm:spPr/>
    </dgm:pt>
    <dgm:pt modelId="{E10EF70A-E0AF-4F8F-B3DE-DC89228A9115}" type="pres">
      <dgm:prSet presAssocID="{14C3E665-A83D-4CDC-B4BB-EB696A66A70D}" presName="parTx" presStyleLbl="revTx" presStyleIdx="2" presStyleCnt="6">
        <dgm:presLayoutVars>
          <dgm:chMax val="0"/>
          <dgm:chPref val="0"/>
        </dgm:presLayoutVars>
      </dgm:prSet>
      <dgm:spPr/>
    </dgm:pt>
    <dgm:pt modelId="{6C63AFEC-E1EF-4715-987D-CB9ED51E63EF}" type="pres">
      <dgm:prSet presAssocID="{14C3E665-A83D-4CDC-B4BB-EB696A66A70D}" presName="txSpace" presStyleCnt="0"/>
      <dgm:spPr/>
    </dgm:pt>
    <dgm:pt modelId="{313C6EC5-3742-44D7-AEE4-8F024F83AC32}" type="pres">
      <dgm:prSet presAssocID="{14C3E665-A83D-4CDC-B4BB-EB696A66A70D}" presName="desTx" presStyleLbl="revTx" presStyleIdx="3" presStyleCnt="6">
        <dgm:presLayoutVars/>
      </dgm:prSet>
      <dgm:spPr/>
    </dgm:pt>
    <dgm:pt modelId="{3A501D33-15EE-4CC3-AA44-B9E3F82058E0}" type="pres">
      <dgm:prSet presAssocID="{7927FE25-A2A3-4965-BED4-1423992E3340}" presName="sibTrans" presStyleCnt="0"/>
      <dgm:spPr/>
    </dgm:pt>
    <dgm:pt modelId="{6C818C37-6C02-470F-A129-527796619C42}" type="pres">
      <dgm:prSet presAssocID="{F8EB71DD-F987-4041-9E09-058B6A4024F3}" presName="compNode" presStyleCnt="0"/>
      <dgm:spPr/>
    </dgm:pt>
    <dgm:pt modelId="{3C8B12DF-CDCD-40AE-A158-CFA61BBCD425}" type="pres">
      <dgm:prSet presAssocID="{F8EB71DD-F987-4041-9E09-058B6A4024F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nlock"/>
        </a:ext>
      </dgm:extLst>
    </dgm:pt>
    <dgm:pt modelId="{7CC83E6B-CDE1-4E58-8C90-5962EF6257B8}" type="pres">
      <dgm:prSet presAssocID="{F8EB71DD-F987-4041-9E09-058B6A4024F3}" presName="iconSpace" presStyleCnt="0"/>
      <dgm:spPr/>
    </dgm:pt>
    <dgm:pt modelId="{7D54B2CD-0625-4E52-B9AD-648FED7FF17E}" type="pres">
      <dgm:prSet presAssocID="{F8EB71DD-F987-4041-9E09-058B6A4024F3}" presName="parTx" presStyleLbl="revTx" presStyleIdx="4" presStyleCnt="6">
        <dgm:presLayoutVars>
          <dgm:chMax val="0"/>
          <dgm:chPref val="0"/>
        </dgm:presLayoutVars>
      </dgm:prSet>
      <dgm:spPr/>
    </dgm:pt>
    <dgm:pt modelId="{8A78E075-6F97-49D3-BEF4-FB5933944AFF}" type="pres">
      <dgm:prSet presAssocID="{F8EB71DD-F987-4041-9E09-058B6A4024F3}" presName="txSpace" presStyleCnt="0"/>
      <dgm:spPr/>
    </dgm:pt>
    <dgm:pt modelId="{31388354-535C-47B2-9B95-EA785AAF69C6}" type="pres">
      <dgm:prSet presAssocID="{F8EB71DD-F987-4041-9E09-058B6A4024F3}" presName="desTx" presStyleLbl="revTx" presStyleIdx="5" presStyleCnt="6">
        <dgm:presLayoutVars/>
      </dgm:prSet>
      <dgm:spPr/>
    </dgm:pt>
  </dgm:ptLst>
  <dgm:cxnLst>
    <dgm:cxn modelId="{84C37903-16ED-4501-BD00-FB65F57F23C7}" srcId="{14C3E665-A83D-4CDC-B4BB-EB696A66A70D}" destId="{86F14170-56D9-41DF-AA45-A12DAFB334B5}" srcOrd="1" destOrd="0" parTransId="{1753A722-D5D2-423E-B2F9-CB25B02BAFB6}" sibTransId="{E4C7AC7C-19FB-440C-A34D-FB53E421D1E6}"/>
    <dgm:cxn modelId="{5068210A-48DF-4D9C-9F54-B9A8AC883174}" type="presOf" srcId="{D0D4AE74-BE39-4714-BDD3-5FA25D560CA5}" destId="{BE139F06-F3BB-4467-A570-FED726FAB990}" srcOrd="0" destOrd="1" presId="urn:microsoft.com/office/officeart/2018/5/layout/CenteredIconLabelDescriptionList"/>
    <dgm:cxn modelId="{3E4A1E12-75F3-4D15-8C8A-5019A1BC8067}" type="presOf" srcId="{42CEEA1B-843E-4DF7-835E-BE139A44AE32}" destId="{31388354-535C-47B2-9B95-EA785AAF69C6}" srcOrd="0" destOrd="1" presId="urn:microsoft.com/office/officeart/2018/5/layout/CenteredIconLabelDescriptionList"/>
    <dgm:cxn modelId="{C640FC1C-133E-471F-B299-75187E1106B6}" type="presOf" srcId="{05AE98F9-E8A2-478A-9E10-8EDA7B2E1A84}" destId="{313C6EC5-3742-44D7-AEE4-8F024F83AC32}" srcOrd="0" destOrd="0" presId="urn:microsoft.com/office/officeart/2018/5/layout/CenteredIconLabelDescriptionList"/>
    <dgm:cxn modelId="{1F3B3925-05D5-4B95-9426-9BDA4745BF7C}" type="presOf" srcId="{14C3E665-A83D-4CDC-B4BB-EB696A66A70D}" destId="{E10EF70A-E0AF-4F8F-B3DE-DC89228A9115}" srcOrd="0" destOrd="0" presId="urn:microsoft.com/office/officeart/2018/5/layout/CenteredIconLabelDescriptionList"/>
    <dgm:cxn modelId="{6B945B3D-BA3E-4FEB-B87E-3D64568EF9DA}" srcId="{DFC021CE-6DBD-4A8D-A344-50EC99AF0428}" destId="{F8EB71DD-F987-4041-9E09-058B6A4024F3}" srcOrd="2" destOrd="0" parTransId="{33B9E51C-EE73-4614-AE73-9BF745CFA6C4}" sibTransId="{EAF97894-B3B1-4030-859A-4651E30E55BA}"/>
    <dgm:cxn modelId="{FDABFD5E-287A-4642-B6E5-303A1C756CF9}" srcId="{BCCAF720-D700-4A2D-8325-855D7FA3EF7F}" destId="{62A3A20E-131F-4798-AF75-082DAF201261}" srcOrd="0" destOrd="0" parTransId="{FB6A5151-8BD7-4BA1-B622-54273DD0DA66}" sibTransId="{063AD1E7-A1CC-4B25-AB59-AC5A217890DD}"/>
    <dgm:cxn modelId="{152A2882-015D-42C5-9286-FBB1CABE535A}" srcId="{F8EB71DD-F987-4041-9E09-058B6A4024F3}" destId="{42CEEA1B-843E-4DF7-835E-BE139A44AE32}" srcOrd="1" destOrd="0" parTransId="{F569EEAE-5D0F-4E01-90A0-42AC4C5D72CB}" sibTransId="{4E0C9217-C047-4B2B-A086-91EEAE720601}"/>
    <dgm:cxn modelId="{49E52586-0A5A-4BC6-BB9C-ADBA9FA314D7}" type="presOf" srcId="{62A3A20E-131F-4798-AF75-082DAF201261}" destId="{BE139F06-F3BB-4467-A570-FED726FAB990}" srcOrd="0" destOrd="0" presId="urn:microsoft.com/office/officeart/2018/5/layout/CenteredIconLabelDescriptionList"/>
    <dgm:cxn modelId="{4790F7AE-6242-4D3A-9BA5-144FD63F1EAC}" type="presOf" srcId="{BCCAF720-D700-4A2D-8325-855D7FA3EF7F}" destId="{C38EF756-9C75-41E9-9906-ABD2E9898A77}" srcOrd="0" destOrd="0" presId="urn:microsoft.com/office/officeart/2018/5/layout/CenteredIconLabelDescriptionList"/>
    <dgm:cxn modelId="{3C5171B0-61D8-47ED-A813-BFB7CA85E89B}" srcId="{14C3E665-A83D-4CDC-B4BB-EB696A66A70D}" destId="{05AE98F9-E8A2-478A-9E10-8EDA7B2E1A84}" srcOrd="0" destOrd="0" parTransId="{06CAF2D7-721A-4783-8659-9A55DD55F519}" sibTransId="{6911A0C5-FA91-43AC-A6DB-A0FBAED4D6B0}"/>
    <dgm:cxn modelId="{236981BE-19CF-43CA-821D-0D4A8058FC34}" type="presOf" srcId="{DFC021CE-6DBD-4A8D-A344-50EC99AF0428}" destId="{01306086-304B-4371-B8BA-3816BF29273B}" srcOrd="0" destOrd="0" presId="urn:microsoft.com/office/officeart/2018/5/layout/CenteredIconLabelDescriptionList"/>
    <dgm:cxn modelId="{2C7F10C1-E148-4E9F-9C12-70DEC9830D85}" type="presOf" srcId="{86F14170-56D9-41DF-AA45-A12DAFB334B5}" destId="{313C6EC5-3742-44D7-AEE4-8F024F83AC32}" srcOrd="0" destOrd="1" presId="urn:microsoft.com/office/officeart/2018/5/layout/CenteredIconLabelDescriptionList"/>
    <dgm:cxn modelId="{10E9A4C7-B780-47C6-A862-D8AF42C783EC}" srcId="{DFC021CE-6DBD-4A8D-A344-50EC99AF0428}" destId="{BCCAF720-D700-4A2D-8325-855D7FA3EF7F}" srcOrd="0" destOrd="0" parTransId="{B9EE22B0-6323-47AE-A0E8-48F34EC74C43}" sibTransId="{1AA7C84C-02CF-4565-B7FC-A9E909C2A12A}"/>
    <dgm:cxn modelId="{7F0454C8-B027-4500-895F-581FB2E1BE38}" srcId="{BCCAF720-D700-4A2D-8325-855D7FA3EF7F}" destId="{D0D4AE74-BE39-4714-BDD3-5FA25D560CA5}" srcOrd="1" destOrd="0" parTransId="{41222A21-E04F-434B-875F-34729E710717}" sibTransId="{7A7BF63B-4487-46D4-A174-27C047366FB3}"/>
    <dgm:cxn modelId="{6A3154CE-671A-4F42-8E53-D95974C68EF9}" srcId="{DFC021CE-6DBD-4A8D-A344-50EC99AF0428}" destId="{14C3E665-A83D-4CDC-B4BB-EB696A66A70D}" srcOrd="1" destOrd="0" parTransId="{59717340-8325-44C3-838A-0AF77648CE93}" sibTransId="{7927FE25-A2A3-4965-BED4-1423992E3340}"/>
    <dgm:cxn modelId="{43F73BD9-2866-40BD-8067-59FDFA168F73}" srcId="{F8EB71DD-F987-4041-9E09-058B6A4024F3}" destId="{FFA073ED-0319-4F5A-A0EC-6FEA4FB87183}" srcOrd="0" destOrd="0" parTransId="{699E1B56-2D04-4FCC-BC20-90A019BCAEE1}" sibTransId="{1B9A1ACB-5696-4F56-AE45-341A6A4812A9}"/>
    <dgm:cxn modelId="{7CAE49ED-08BE-4FAD-A07B-94EC389F429E}" type="presOf" srcId="{F8EB71DD-F987-4041-9E09-058B6A4024F3}" destId="{7D54B2CD-0625-4E52-B9AD-648FED7FF17E}" srcOrd="0" destOrd="0" presId="urn:microsoft.com/office/officeart/2018/5/layout/CenteredIconLabelDescriptionList"/>
    <dgm:cxn modelId="{8C84D9F0-EA66-476D-A3D5-7B95BBFA4498}" type="presOf" srcId="{FFA073ED-0319-4F5A-A0EC-6FEA4FB87183}" destId="{31388354-535C-47B2-9B95-EA785AAF69C6}" srcOrd="0" destOrd="0" presId="urn:microsoft.com/office/officeart/2018/5/layout/CenteredIconLabelDescriptionList"/>
    <dgm:cxn modelId="{14C1DFB1-8F77-4E4E-B718-7C888267E445}" type="presParOf" srcId="{01306086-304B-4371-B8BA-3816BF29273B}" destId="{E58067B1-7A51-47AD-862D-B32EC6CC0DE3}" srcOrd="0" destOrd="0" presId="urn:microsoft.com/office/officeart/2018/5/layout/CenteredIconLabelDescriptionList"/>
    <dgm:cxn modelId="{CD7B209E-CA23-4276-89E4-D262EFF4346A}" type="presParOf" srcId="{E58067B1-7A51-47AD-862D-B32EC6CC0DE3}" destId="{789DA6EE-9046-4965-B452-9ADCB3253A70}" srcOrd="0" destOrd="0" presId="urn:microsoft.com/office/officeart/2018/5/layout/CenteredIconLabelDescriptionList"/>
    <dgm:cxn modelId="{AC8EAAF7-DF68-4732-8381-83DE924C5A79}" type="presParOf" srcId="{E58067B1-7A51-47AD-862D-B32EC6CC0DE3}" destId="{C63E6B39-F96D-45AC-83EE-5AE8171F3B96}" srcOrd="1" destOrd="0" presId="urn:microsoft.com/office/officeart/2018/5/layout/CenteredIconLabelDescriptionList"/>
    <dgm:cxn modelId="{67EE7B07-50FF-4D01-B69C-1CD233B0D1BA}" type="presParOf" srcId="{E58067B1-7A51-47AD-862D-B32EC6CC0DE3}" destId="{C38EF756-9C75-41E9-9906-ABD2E9898A77}" srcOrd="2" destOrd="0" presId="urn:microsoft.com/office/officeart/2018/5/layout/CenteredIconLabelDescriptionList"/>
    <dgm:cxn modelId="{8017890F-3FE7-4E4C-A314-A964FC797056}" type="presParOf" srcId="{E58067B1-7A51-47AD-862D-B32EC6CC0DE3}" destId="{1AB6C6EA-80B2-4321-BB52-81A9F553DF03}" srcOrd="3" destOrd="0" presId="urn:microsoft.com/office/officeart/2018/5/layout/CenteredIconLabelDescriptionList"/>
    <dgm:cxn modelId="{6179BAA3-AB72-43C0-9E75-AEAC42B1BAB3}" type="presParOf" srcId="{E58067B1-7A51-47AD-862D-B32EC6CC0DE3}" destId="{BE139F06-F3BB-4467-A570-FED726FAB990}" srcOrd="4" destOrd="0" presId="urn:microsoft.com/office/officeart/2018/5/layout/CenteredIconLabelDescriptionList"/>
    <dgm:cxn modelId="{A62DCB85-7F6B-4C7D-A99E-1AA08D575234}" type="presParOf" srcId="{01306086-304B-4371-B8BA-3816BF29273B}" destId="{F14E6132-3405-4D69-A493-34FB2B765417}" srcOrd="1" destOrd="0" presId="urn:microsoft.com/office/officeart/2018/5/layout/CenteredIconLabelDescriptionList"/>
    <dgm:cxn modelId="{49B9928D-4AD3-4EFD-8C87-95F1A7796F90}" type="presParOf" srcId="{01306086-304B-4371-B8BA-3816BF29273B}" destId="{2DE70954-1798-4663-8B9F-BB164DA8B00E}" srcOrd="2" destOrd="0" presId="urn:microsoft.com/office/officeart/2018/5/layout/CenteredIconLabelDescriptionList"/>
    <dgm:cxn modelId="{5528653B-7128-43CE-8EDA-11F2AA48310D}" type="presParOf" srcId="{2DE70954-1798-4663-8B9F-BB164DA8B00E}" destId="{175D1229-09E8-41D9-8FC8-AFDF799579E9}" srcOrd="0" destOrd="0" presId="urn:microsoft.com/office/officeart/2018/5/layout/CenteredIconLabelDescriptionList"/>
    <dgm:cxn modelId="{30D22A42-85BA-4DE8-8110-DCBA92DDBA3D}" type="presParOf" srcId="{2DE70954-1798-4663-8B9F-BB164DA8B00E}" destId="{70B83DE7-BCE6-4392-AB0C-0EB209804191}" srcOrd="1" destOrd="0" presId="urn:microsoft.com/office/officeart/2018/5/layout/CenteredIconLabelDescriptionList"/>
    <dgm:cxn modelId="{139EA64D-2556-4F1B-B90D-2675E7F96149}" type="presParOf" srcId="{2DE70954-1798-4663-8B9F-BB164DA8B00E}" destId="{E10EF70A-E0AF-4F8F-B3DE-DC89228A9115}" srcOrd="2" destOrd="0" presId="urn:microsoft.com/office/officeart/2018/5/layout/CenteredIconLabelDescriptionList"/>
    <dgm:cxn modelId="{29BF0B20-7388-4BE0-BE12-F9FECE4B277A}" type="presParOf" srcId="{2DE70954-1798-4663-8B9F-BB164DA8B00E}" destId="{6C63AFEC-E1EF-4715-987D-CB9ED51E63EF}" srcOrd="3" destOrd="0" presId="urn:microsoft.com/office/officeart/2018/5/layout/CenteredIconLabelDescriptionList"/>
    <dgm:cxn modelId="{085A1477-D17D-452F-9177-FA01CFA5E838}" type="presParOf" srcId="{2DE70954-1798-4663-8B9F-BB164DA8B00E}" destId="{313C6EC5-3742-44D7-AEE4-8F024F83AC32}" srcOrd="4" destOrd="0" presId="urn:microsoft.com/office/officeart/2018/5/layout/CenteredIconLabelDescriptionList"/>
    <dgm:cxn modelId="{1FA5C24C-9517-45E4-923B-C4660D25BC4A}" type="presParOf" srcId="{01306086-304B-4371-B8BA-3816BF29273B}" destId="{3A501D33-15EE-4CC3-AA44-B9E3F82058E0}" srcOrd="3" destOrd="0" presId="urn:microsoft.com/office/officeart/2018/5/layout/CenteredIconLabelDescriptionList"/>
    <dgm:cxn modelId="{9F338733-917D-49F8-A5D6-4E28C583CE96}" type="presParOf" srcId="{01306086-304B-4371-B8BA-3816BF29273B}" destId="{6C818C37-6C02-470F-A129-527796619C42}" srcOrd="4" destOrd="0" presId="urn:microsoft.com/office/officeart/2018/5/layout/CenteredIconLabelDescriptionList"/>
    <dgm:cxn modelId="{D23A4FEF-2E49-4E8E-B1C9-9174B018A094}" type="presParOf" srcId="{6C818C37-6C02-470F-A129-527796619C42}" destId="{3C8B12DF-CDCD-40AE-A158-CFA61BBCD425}" srcOrd="0" destOrd="0" presId="urn:microsoft.com/office/officeart/2018/5/layout/CenteredIconLabelDescriptionList"/>
    <dgm:cxn modelId="{4A753CF1-4BFD-4618-B47E-8C4EB918EDB3}" type="presParOf" srcId="{6C818C37-6C02-470F-A129-527796619C42}" destId="{7CC83E6B-CDE1-4E58-8C90-5962EF6257B8}" srcOrd="1" destOrd="0" presId="urn:microsoft.com/office/officeart/2018/5/layout/CenteredIconLabelDescriptionList"/>
    <dgm:cxn modelId="{4101DACA-4873-4E89-9F58-94D14DA0F024}" type="presParOf" srcId="{6C818C37-6C02-470F-A129-527796619C42}" destId="{7D54B2CD-0625-4E52-B9AD-648FED7FF17E}" srcOrd="2" destOrd="0" presId="urn:microsoft.com/office/officeart/2018/5/layout/CenteredIconLabelDescriptionList"/>
    <dgm:cxn modelId="{58AFA8D6-1C4E-446F-A0C0-FDF9DCB28DA3}" type="presParOf" srcId="{6C818C37-6C02-470F-A129-527796619C42}" destId="{8A78E075-6F97-49D3-BEF4-FB5933944AFF}" srcOrd="3" destOrd="0" presId="urn:microsoft.com/office/officeart/2018/5/layout/CenteredIconLabelDescriptionList"/>
    <dgm:cxn modelId="{3635BF0A-C14D-47E1-9BAE-A07B35011F51}" type="presParOf" srcId="{6C818C37-6C02-470F-A129-527796619C42}" destId="{31388354-535C-47B2-9B95-EA785AAF69C6}"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AFA37E-55E6-4C64-ABCD-834F77C01290}" type="doc">
      <dgm:prSet loTypeId="urn:microsoft.com/office/officeart/2005/8/layout/hList1" loCatId="list" qsTypeId="urn:microsoft.com/office/officeart/2005/8/quickstyle/simple1#2" qsCatId="simple" csTypeId="urn:microsoft.com/office/officeart/2005/8/colors/colorful1#1" csCatId="colorful" phldr="1"/>
      <dgm:spPr/>
      <dgm:t>
        <a:bodyPr/>
        <a:lstStyle/>
        <a:p>
          <a:endParaRPr lang="en-US"/>
        </a:p>
      </dgm:t>
    </dgm:pt>
    <dgm:pt modelId="{74A4FF26-5458-4AF2-830D-A742FCB1C837}">
      <dgm:prSet/>
      <dgm:spPr/>
      <dgm:t>
        <a:bodyPr/>
        <a:lstStyle/>
        <a:p>
          <a:r>
            <a:rPr lang="en-US" b="1" dirty="0"/>
            <a:t>Before We Dive into UI Design:</a:t>
          </a:r>
          <a:endParaRPr lang="en-US" dirty="0"/>
        </a:p>
      </dgm:t>
    </dgm:pt>
    <dgm:pt modelId="{6AEAA97F-7F8A-47A0-96FF-A948C3CE434C}" type="parTrans" cxnId="{37C5638E-83F4-4BCC-BD2B-A08E7AE9FC85}">
      <dgm:prSet/>
      <dgm:spPr/>
      <dgm:t>
        <a:bodyPr/>
        <a:lstStyle/>
        <a:p>
          <a:endParaRPr lang="en-US"/>
        </a:p>
      </dgm:t>
    </dgm:pt>
    <dgm:pt modelId="{7F8848BF-0FC1-49E7-86EE-60E0233B7330}" type="sibTrans" cxnId="{37C5638E-83F4-4BCC-BD2B-A08E7AE9FC85}">
      <dgm:prSet/>
      <dgm:spPr/>
      <dgm:t>
        <a:bodyPr/>
        <a:lstStyle/>
        <a:p>
          <a:endParaRPr lang="en-US"/>
        </a:p>
      </dgm:t>
    </dgm:pt>
    <dgm:pt modelId="{5C965658-52A9-4DD9-8AC0-451EEF90B5CC}">
      <dgm:prSet/>
      <dgm:spPr/>
      <dgm:t>
        <a:bodyPr/>
        <a:lstStyle/>
        <a:p>
          <a:pPr algn="ctr">
            <a:buNone/>
          </a:pPr>
          <a:r>
            <a:rPr lang="en-US" b="1" i="1" dirty="0"/>
            <a:t>Make a List of What Your Project Will Do (Functional &amp; Non-functional Requirements), submit on its learning</a:t>
          </a:r>
          <a:endParaRPr lang="en-US" dirty="0"/>
        </a:p>
      </dgm:t>
    </dgm:pt>
    <dgm:pt modelId="{8E276752-F73B-42F8-B805-55A9E5EE83B5}" type="parTrans" cxnId="{AEB93592-C984-4D68-AE12-EDD3F956E94C}">
      <dgm:prSet/>
      <dgm:spPr/>
      <dgm:t>
        <a:bodyPr/>
        <a:lstStyle/>
        <a:p>
          <a:endParaRPr lang="en-US"/>
        </a:p>
      </dgm:t>
    </dgm:pt>
    <dgm:pt modelId="{061C614A-9462-4FD0-A73B-E8B54EB947C9}" type="sibTrans" cxnId="{AEB93592-C984-4D68-AE12-EDD3F956E94C}">
      <dgm:prSet/>
      <dgm:spPr/>
      <dgm:t>
        <a:bodyPr/>
        <a:lstStyle/>
        <a:p>
          <a:endParaRPr lang="en-US"/>
        </a:p>
      </dgm:t>
    </dgm:pt>
    <dgm:pt modelId="{889A9B9A-555F-466A-A548-078BD1048B2C}">
      <dgm:prSet/>
      <dgm:spPr/>
      <dgm:t>
        <a:bodyPr/>
        <a:lstStyle/>
        <a:p>
          <a:pPr algn="l">
            <a:buFont typeface="Wingdings" panose="05000000000000000000" pitchFamily="2" charset="2"/>
            <a:buChar char="Ø"/>
          </a:pPr>
          <a:r>
            <a:rPr lang="en-US" dirty="0"/>
            <a:t> Non-exhaustive: Don't worry! This list doesn’t need to be perfect or complete. I'm not grading it! The goal is to help us understand what your project will look like and if it’s big enough for this course.</a:t>
          </a:r>
        </a:p>
      </dgm:t>
    </dgm:pt>
    <dgm:pt modelId="{3938FD51-2FD2-472E-9345-1D4EB9045F17}" type="parTrans" cxnId="{4932A041-AA2A-4961-9299-C2B4712B987A}">
      <dgm:prSet/>
      <dgm:spPr/>
      <dgm:t>
        <a:bodyPr/>
        <a:lstStyle/>
        <a:p>
          <a:endParaRPr lang="en-US"/>
        </a:p>
      </dgm:t>
    </dgm:pt>
    <dgm:pt modelId="{58B00A9A-C891-4375-93AF-39E58E992BCF}" type="sibTrans" cxnId="{4932A041-AA2A-4961-9299-C2B4712B987A}">
      <dgm:prSet/>
      <dgm:spPr/>
      <dgm:t>
        <a:bodyPr/>
        <a:lstStyle/>
        <a:p>
          <a:endParaRPr lang="en-US"/>
        </a:p>
      </dgm:t>
    </dgm:pt>
    <dgm:pt modelId="{1AA4A290-18A8-4755-B2C1-88D551F797F0}">
      <dgm:prSet/>
      <dgm:spPr/>
      <dgm:t>
        <a:bodyPr/>
        <a:lstStyle/>
        <a:p>
          <a:pPr algn="l">
            <a:buFont typeface="Wingdings" panose="05000000000000000000" pitchFamily="2" charset="2"/>
            <a:buChar char="Ø"/>
          </a:pPr>
          <a:r>
            <a:rPr lang="en-US" dirty="0"/>
            <a:t> Functional requirements are about </a:t>
          </a:r>
          <a:r>
            <a:rPr lang="en-US" b="1" dirty="0"/>
            <a:t>what</a:t>
          </a:r>
          <a:r>
            <a:rPr lang="en-US" dirty="0"/>
            <a:t> your app should do (e.g., user login, creating posts).</a:t>
          </a:r>
        </a:p>
      </dgm:t>
    </dgm:pt>
    <dgm:pt modelId="{2825C98D-CA20-4862-B114-C783BE20EF5B}" type="parTrans" cxnId="{898F2D44-8069-4899-BCAE-09AD0A50C2B5}">
      <dgm:prSet/>
      <dgm:spPr/>
      <dgm:t>
        <a:bodyPr/>
        <a:lstStyle/>
        <a:p>
          <a:endParaRPr lang="en-US"/>
        </a:p>
      </dgm:t>
    </dgm:pt>
    <dgm:pt modelId="{05EA23EF-1700-4C88-92F7-EE15F57F937C}" type="sibTrans" cxnId="{898F2D44-8069-4899-BCAE-09AD0A50C2B5}">
      <dgm:prSet/>
      <dgm:spPr/>
      <dgm:t>
        <a:bodyPr/>
        <a:lstStyle/>
        <a:p>
          <a:endParaRPr lang="en-US"/>
        </a:p>
      </dgm:t>
    </dgm:pt>
    <dgm:pt modelId="{82633ED9-7AE8-4E28-B98A-B99F42A0CD18}">
      <dgm:prSet/>
      <dgm:spPr/>
      <dgm:t>
        <a:bodyPr/>
        <a:lstStyle/>
        <a:p>
          <a:pPr algn="l">
            <a:buFont typeface="Wingdings" panose="05000000000000000000" pitchFamily="2" charset="2"/>
            <a:buChar char="Ø"/>
          </a:pPr>
          <a:r>
            <a:rPr lang="en-US" dirty="0"/>
            <a:t> Non-functional requirements focus on </a:t>
          </a:r>
          <a:r>
            <a:rPr lang="en-US" b="1" dirty="0"/>
            <a:t>how</a:t>
          </a:r>
          <a:r>
            <a:rPr lang="en-US" dirty="0"/>
            <a:t> it should work (e.g., fast loading times, secure passwords).</a:t>
          </a:r>
        </a:p>
      </dgm:t>
    </dgm:pt>
    <dgm:pt modelId="{B4523D53-29BC-4973-8792-C46F95D47874}" type="parTrans" cxnId="{A90D5F5A-21DD-4BD2-B647-82B90B843AA8}">
      <dgm:prSet/>
      <dgm:spPr/>
      <dgm:t>
        <a:bodyPr/>
        <a:lstStyle/>
        <a:p>
          <a:endParaRPr lang="en-US"/>
        </a:p>
      </dgm:t>
    </dgm:pt>
    <dgm:pt modelId="{DA79B761-D595-45C9-A7FB-936FA2644943}" type="sibTrans" cxnId="{A90D5F5A-21DD-4BD2-B647-82B90B843AA8}">
      <dgm:prSet/>
      <dgm:spPr/>
      <dgm:t>
        <a:bodyPr/>
        <a:lstStyle/>
        <a:p>
          <a:endParaRPr lang="en-US"/>
        </a:p>
      </dgm:t>
    </dgm:pt>
    <dgm:pt modelId="{7C138CBD-0BCF-482D-A1A7-A86308223464}" type="pres">
      <dgm:prSet presAssocID="{F8AFA37E-55E6-4C64-ABCD-834F77C01290}" presName="Name0" presStyleCnt="0">
        <dgm:presLayoutVars>
          <dgm:dir/>
          <dgm:animLvl val="lvl"/>
          <dgm:resizeHandles val="exact"/>
        </dgm:presLayoutVars>
      </dgm:prSet>
      <dgm:spPr/>
    </dgm:pt>
    <dgm:pt modelId="{171B5AF1-A62B-49A0-B920-6D9C94EC24A2}" type="pres">
      <dgm:prSet presAssocID="{74A4FF26-5458-4AF2-830D-A742FCB1C837}" presName="composite" presStyleCnt="0"/>
      <dgm:spPr/>
    </dgm:pt>
    <dgm:pt modelId="{6C4AAE27-CBFC-4E16-8EB5-476C2D53930A}" type="pres">
      <dgm:prSet presAssocID="{74A4FF26-5458-4AF2-830D-A742FCB1C837}" presName="parTx" presStyleLbl="alignNode1" presStyleIdx="0" presStyleCnt="1">
        <dgm:presLayoutVars>
          <dgm:chMax val="0"/>
          <dgm:chPref val="0"/>
          <dgm:bulletEnabled val="1"/>
        </dgm:presLayoutVars>
      </dgm:prSet>
      <dgm:spPr/>
    </dgm:pt>
    <dgm:pt modelId="{F545263D-90DF-4DA8-A390-609CA88A8984}" type="pres">
      <dgm:prSet presAssocID="{74A4FF26-5458-4AF2-830D-A742FCB1C837}" presName="desTx" presStyleLbl="alignAccFollowNode1" presStyleIdx="0" presStyleCnt="1">
        <dgm:presLayoutVars>
          <dgm:bulletEnabled val="1"/>
        </dgm:presLayoutVars>
      </dgm:prSet>
      <dgm:spPr/>
    </dgm:pt>
  </dgm:ptLst>
  <dgm:cxnLst>
    <dgm:cxn modelId="{1E63CA08-9FCE-476A-83FC-83EAF260F102}" type="presOf" srcId="{82633ED9-7AE8-4E28-B98A-B99F42A0CD18}" destId="{F545263D-90DF-4DA8-A390-609CA88A8984}" srcOrd="0" destOrd="3" presId="urn:microsoft.com/office/officeart/2005/8/layout/hList1"/>
    <dgm:cxn modelId="{4959042D-4953-4F71-A1D2-29DC9DB128BC}" type="presOf" srcId="{5C965658-52A9-4DD9-8AC0-451EEF90B5CC}" destId="{F545263D-90DF-4DA8-A390-609CA88A8984}" srcOrd="0" destOrd="0" presId="urn:microsoft.com/office/officeart/2005/8/layout/hList1"/>
    <dgm:cxn modelId="{4932A041-AA2A-4961-9299-C2B4712B987A}" srcId="{5C965658-52A9-4DD9-8AC0-451EEF90B5CC}" destId="{889A9B9A-555F-466A-A548-078BD1048B2C}" srcOrd="0" destOrd="0" parTransId="{3938FD51-2FD2-472E-9345-1D4EB9045F17}" sibTransId="{58B00A9A-C891-4375-93AF-39E58E992BCF}"/>
    <dgm:cxn modelId="{898F2D44-8069-4899-BCAE-09AD0A50C2B5}" srcId="{5C965658-52A9-4DD9-8AC0-451EEF90B5CC}" destId="{1AA4A290-18A8-4755-B2C1-88D551F797F0}" srcOrd="1" destOrd="0" parTransId="{2825C98D-CA20-4862-B114-C783BE20EF5B}" sibTransId="{05EA23EF-1700-4C88-92F7-EE15F57F937C}"/>
    <dgm:cxn modelId="{2EF28D52-5047-4716-81BC-0086EB579F39}" type="presOf" srcId="{74A4FF26-5458-4AF2-830D-A742FCB1C837}" destId="{6C4AAE27-CBFC-4E16-8EB5-476C2D53930A}" srcOrd="0" destOrd="0" presId="urn:microsoft.com/office/officeart/2005/8/layout/hList1"/>
    <dgm:cxn modelId="{A90D5F5A-21DD-4BD2-B647-82B90B843AA8}" srcId="{5C965658-52A9-4DD9-8AC0-451EEF90B5CC}" destId="{82633ED9-7AE8-4E28-B98A-B99F42A0CD18}" srcOrd="2" destOrd="0" parTransId="{B4523D53-29BC-4973-8792-C46F95D47874}" sibTransId="{DA79B761-D595-45C9-A7FB-936FA2644943}"/>
    <dgm:cxn modelId="{8EA14C89-2C67-440C-B96C-C477F722B103}" type="presOf" srcId="{889A9B9A-555F-466A-A548-078BD1048B2C}" destId="{F545263D-90DF-4DA8-A390-609CA88A8984}" srcOrd="0" destOrd="1" presId="urn:microsoft.com/office/officeart/2005/8/layout/hList1"/>
    <dgm:cxn modelId="{37C5638E-83F4-4BCC-BD2B-A08E7AE9FC85}" srcId="{F8AFA37E-55E6-4C64-ABCD-834F77C01290}" destId="{74A4FF26-5458-4AF2-830D-A742FCB1C837}" srcOrd="0" destOrd="0" parTransId="{6AEAA97F-7F8A-47A0-96FF-A948C3CE434C}" sibTransId="{7F8848BF-0FC1-49E7-86EE-60E0233B7330}"/>
    <dgm:cxn modelId="{AEB93592-C984-4D68-AE12-EDD3F956E94C}" srcId="{74A4FF26-5458-4AF2-830D-A742FCB1C837}" destId="{5C965658-52A9-4DD9-8AC0-451EEF90B5CC}" srcOrd="0" destOrd="0" parTransId="{8E276752-F73B-42F8-B805-55A9E5EE83B5}" sibTransId="{061C614A-9462-4FD0-A73B-E8B54EB947C9}"/>
    <dgm:cxn modelId="{18E077C1-E57B-4643-B2AC-B79C9CA4E40B}" type="presOf" srcId="{1AA4A290-18A8-4755-B2C1-88D551F797F0}" destId="{F545263D-90DF-4DA8-A390-609CA88A8984}" srcOrd="0" destOrd="2" presId="urn:microsoft.com/office/officeart/2005/8/layout/hList1"/>
    <dgm:cxn modelId="{9A2865C5-C8B4-4ED3-B5D3-CF9E0FB8BD46}" type="presOf" srcId="{F8AFA37E-55E6-4C64-ABCD-834F77C01290}" destId="{7C138CBD-0BCF-482D-A1A7-A86308223464}" srcOrd="0" destOrd="0" presId="urn:microsoft.com/office/officeart/2005/8/layout/hList1"/>
    <dgm:cxn modelId="{95A4C513-84EC-4D81-80DF-E6420F9CFF30}" type="presParOf" srcId="{7C138CBD-0BCF-482D-A1A7-A86308223464}" destId="{171B5AF1-A62B-49A0-B920-6D9C94EC24A2}" srcOrd="0" destOrd="0" presId="urn:microsoft.com/office/officeart/2005/8/layout/hList1"/>
    <dgm:cxn modelId="{23243248-A7A6-452D-A334-447BDB185FEA}" type="presParOf" srcId="{171B5AF1-A62B-49A0-B920-6D9C94EC24A2}" destId="{6C4AAE27-CBFC-4E16-8EB5-476C2D53930A}" srcOrd="0" destOrd="0" presId="urn:microsoft.com/office/officeart/2005/8/layout/hList1"/>
    <dgm:cxn modelId="{BA6845C6-E553-4C6D-B457-0A8E1ECC83AE}" type="presParOf" srcId="{171B5AF1-A62B-49A0-B920-6D9C94EC24A2}" destId="{F545263D-90DF-4DA8-A390-609CA88A898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F791CDD-DBCD-44B9-B85D-9561389E0F56}" type="doc">
      <dgm:prSet loTypeId="urn:microsoft.com/office/officeart/2018/2/layout/IconVerticalSolidList" loCatId="icon" qsTypeId="urn:microsoft.com/office/officeart/2005/8/quickstyle/simple1#3" qsCatId="simple" csTypeId="urn:microsoft.com/office/officeart/2018/5/colors/Iconchunking_neutralbg_colorful1" csCatId="colorful" phldr="1"/>
      <dgm:spPr/>
      <dgm:t>
        <a:bodyPr/>
        <a:lstStyle/>
        <a:p>
          <a:endParaRPr lang="en-US"/>
        </a:p>
      </dgm:t>
    </dgm:pt>
    <dgm:pt modelId="{9CC13C39-8826-4C2D-AD57-C2992A22E846}">
      <dgm:prSet/>
      <dgm:spPr/>
      <dgm:t>
        <a:bodyPr/>
        <a:lstStyle/>
        <a:p>
          <a:r>
            <a:rPr lang="en-US" b="1" dirty="0"/>
            <a:t>Hyper Text Markup Language </a:t>
          </a:r>
          <a:r>
            <a:rPr lang="en-US" dirty="0"/>
            <a:t>Standard for creating web pages</a:t>
          </a:r>
          <a:r>
            <a:rPr lang="da-DK" dirty="0"/>
            <a:t>.</a:t>
          </a:r>
          <a:endParaRPr lang="en-US" dirty="0"/>
        </a:p>
      </dgm:t>
    </dgm:pt>
    <dgm:pt modelId="{ECDB3713-A12E-4429-88CD-EC88AD7889F2}" type="parTrans" cxnId="{97EE7A34-563D-41F2-A13B-A2DD69E22FDE}">
      <dgm:prSet/>
      <dgm:spPr/>
      <dgm:t>
        <a:bodyPr/>
        <a:lstStyle/>
        <a:p>
          <a:endParaRPr lang="en-US"/>
        </a:p>
      </dgm:t>
    </dgm:pt>
    <dgm:pt modelId="{C31E74F8-0456-4CFB-949E-BC095BFFD912}" type="sibTrans" cxnId="{97EE7A34-563D-41F2-A13B-A2DD69E22FDE}">
      <dgm:prSet/>
      <dgm:spPr/>
      <dgm:t>
        <a:bodyPr/>
        <a:lstStyle/>
        <a:p>
          <a:endParaRPr lang="en-US"/>
        </a:p>
      </dgm:t>
    </dgm:pt>
    <dgm:pt modelId="{650DDBE0-267B-45CA-BA2D-7C81653EDCA5}">
      <dgm:prSet/>
      <dgm:spPr/>
      <dgm:t>
        <a:bodyPr/>
        <a:lstStyle/>
        <a:p>
          <a:r>
            <a:rPr lang="en-US" dirty="0"/>
            <a:t>It describes a structured format for describing documents, which a web browser interprets and display as a web page.</a:t>
          </a:r>
        </a:p>
      </dgm:t>
    </dgm:pt>
    <dgm:pt modelId="{ED5FCD52-6AB6-481D-9E72-2EFC3AD31228}" type="parTrans" cxnId="{BABCAADF-41E9-46CC-8491-953535FF71A3}">
      <dgm:prSet/>
      <dgm:spPr/>
      <dgm:t>
        <a:bodyPr/>
        <a:lstStyle/>
        <a:p>
          <a:endParaRPr lang="en-US"/>
        </a:p>
      </dgm:t>
    </dgm:pt>
    <dgm:pt modelId="{D6577A4B-F717-4313-A24D-AEE6D7DA9AD7}" type="sibTrans" cxnId="{BABCAADF-41E9-46CC-8491-953535FF71A3}">
      <dgm:prSet/>
      <dgm:spPr/>
      <dgm:t>
        <a:bodyPr/>
        <a:lstStyle/>
        <a:p>
          <a:endParaRPr lang="en-US"/>
        </a:p>
      </dgm:t>
    </dgm:pt>
    <dgm:pt modelId="{E478F4E3-D469-4E2C-AA72-3C6589EBA22C}">
      <dgm:prSet/>
      <dgm:spPr/>
      <dgm:t>
        <a:bodyPr/>
        <a:lstStyle/>
        <a:p>
          <a:r>
            <a:rPr lang="en-US"/>
            <a:t>It relies on HTML Elements</a:t>
          </a:r>
          <a:r>
            <a:rPr lang="da-DK"/>
            <a:t>.</a:t>
          </a:r>
          <a:endParaRPr lang="en-US"/>
        </a:p>
      </dgm:t>
    </dgm:pt>
    <dgm:pt modelId="{C3511467-3E41-44D9-9762-387D175DD218}" type="parTrans" cxnId="{5E440C2C-9236-4E00-947A-082955BD298E}">
      <dgm:prSet/>
      <dgm:spPr/>
      <dgm:t>
        <a:bodyPr/>
        <a:lstStyle/>
        <a:p>
          <a:endParaRPr lang="en-US"/>
        </a:p>
      </dgm:t>
    </dgm:pt>
    <dgm:pt modelId="{BA1398BC-8863-4A54-8D27-E62BEB44EBF1}" type="sibTrans" cxnId="{5E440C2C-9236-4E00-947A-082955BD298E}">
      <dgm:prSet/>
      <dgm:spPr/>
      <dgm:t>
        <a:bodyPr/>
        <a:lstStyle/>
        <a:p>
          <a:endParaRPr lang="en-US"/>
        </a:p>
      </dgm:t>
    </dgm:pt>
    <dgm:pt modelId="{02FD3777-FB61-4EBF-9F00-B9390F1524B5}" type="pres">
      <dgm:prSet presAssocID="{7F791CDD-DBCD-44B9-B85D-9561389E0F56}" presName="root" presStyleCnt="0">
        <dgm:presLayoutVars>
          <dgm:dir/>
          <dgm:resizeHandles val="exact"/>
        </dgm:presLayoutVars>
      </dgm:prSet>
      <dgm:spPr/>
    </dgm:pt>
    <dgm:pt modelId="{10299B6D-6C6C-4345-839B-D1D0EA639F73}" type="pres">
      <dgm:prSet presAssocID="{9CC13C39-8826-4C2D-AD57-C2992A22E846}" presName="compNode" presStyleCnt="0"/>
      <dgm:spPr/>
    </dgm:pt>
    <dgm:pt modelId="{ECAE3FC0-B5CD-4950-8178-D65C91E18C26}" type="pres">
      <dgm:prSet presAssocID="{9CC13C39-8826-4C2D-AD57-C2992A22E846}" presName="bgRect" presStyleLbl="bgShp" presStyleIdx="0" presStyleCnt="3"/>
      <dgm:spPr/>
    </dgm:pt>
    <dgm:pt modelId="{4C4FF4AD-AA46-4F3A-AD51-203FDCA2FE33}" type="pres">
      <dgm:prSet presAssocID="{9CC13C39-8826-4C2D-AD57-C2992A22E84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b Design"/>
        </a:ext>
      </dgm:extLst>
    </dgm:pt>
    <dgm:pt modelId="{02FF4694-158F-4027-ADD9-297750D1E2E4}" type="pres">
      <dgm:prSet presAssocID="{9CC13C39-8826-4C2D-AD57-C2992A22E846}" presName="spaceRect" presStyleCnt="0"/>
      <dgm:spPr/>
    </dgm:pt>
    <dgm:pt modelId="{17EE9E30-B943-41E3-93FE-D45583AB253E}" type="pres">
      <dgm:prSet presAssocID="{9CC13C39-8826-4C2D-AD57-C2992A22E846}" presName="parTx" presStyleLbl="revTx" presStyleIdx="0" presStyleCnt="3">
        <dgm:presLayoutVars>
          <dgm:chMax val="0"/>
          <dgm:chPref val="0"/>
        </dgm:presLayoutVars>
      </dgm:prSet>
      <dgm:spPr/>
    </dgm:pt>
    <dgm:pt modelId="{F417783B-2940-4510-8B60-253E495085C6}" type="pres">
      <dgm:prSet presAssocID="{C31E74F8-0456-4CFB-949E-BC095BFFD912}" presName="sibTrans" presStyleCnt="0"/>
      <dgm:spPr/>
    </dgm:pt>
    <dgm:pt modelId="{47B2FC56-1B32-4FD2-B2C1-434AC2D42ACD}" type="pres">
      <dgm:prSet presAssocID="{650DDBE0-267B-45CA-BA2D-7C81653EDCA5}" presName="compNode" presStyleCnt="0"/>
      <dgm:spPr/>
    </dgm:pt>
    <dgm:pt modelId="{4403FE30-4E7A-46AD-A78B-E31D78132468}" type="pres">
      <dgm:prSet presAssocID="{650DDBE0-267B-45CA-BA2D-7C81653EDCA5}" presName="bgRect" presStyleLbl="bgShp" presStyleIdx="1" presStyleCnt="3"/>
      <dgm:spPr/>
    </dgm:pt>
    <dgm:pt modelId="{20F235DF-B500-403A-ADD7-BDA2B19F1859}" type="pres">
      <dgm:prSet presAssocID="{650DDBE0-267B-45CA-BA2D-7C81653EDCA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61D62B12-B6E8-4406-9A68-39C05FCDEA0D}" type="pres">
      <dgm:prSet presAssocID="{650DDBE0-267B-45CA-BA2D-7C81653EDCA5}" presName="spaceRect" presStyleCnt="0"/>
      <dgm:spPr/>
    </dgm:pt>
    <dgm:pt modelId="{307B6F7F-B476-420F-B97D-08A1CB1DC81F}" type="pres">
      <dgm:prSet presAssocID="{650DDBE0-267B-45CA-BA2D-7C81653EDCA5}" presName="parTx" presStyleLbl="revTx" presStyleIdx="1" presStyleCnt="3">
        <dgm:presLayoutVars>
          <dgm:chMax val="0"/>
          <dgm:chPref val="0"/>
        </dgm:presLayoutVars>
      </dgm:prSet>
      <dgm:spPr/>
    </dgm:pt>
    <dgm:pt modelId="{8194E775-DF69-4C2E-A430-9CE7A62DD5C2}" type="pres">
      <dgm:prSet presAssocID="{D6577A4B-F717-4313-A24D-AEE6D7DA9AD7}" presName="sibTrans" presStyleCnt="0"/>
      <dgm:spPr/>
    </dgm:pt>
    <dgm:pt modelId="{6B42CD0B-EAE6-43A3-82F3-6925AA0456D9}" type="pres">
      <dgm:prSet presAssocID="{E478F4E3-D469-4E2C-AA72-3C6589EBA22C}" presName="compNode" presStyleCnt="0"/>
      <dgm:spPr/>
    </dgm:pt>
    <dgm:pt modelId="{4FB1B91A-3DEF-4B78-8A16-7FD8D93CF8EB}" type="pres">
      <dgm:prSet presAssocID="{E478F4E3-D469-4E2C-AA72-3C6589EBA22C}" presName="bgRect" presStyleLbl="bgShp" presStyleIdx="2" presStyleCnt="3"/>
      <dgm:spPr/>
    </dgm:pt>
    <dgm:pt modelId="{4C56DD67-C81E-496F-A7F4-EB77A7A8B7A9}" type="pres">
      <dgm:prSet presAssocID="{E478F4E3-D469-4E2C-AA72-3C6589EBA22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95156B7E-A124-4331-BABB-06C2FE54AB0F}" type="pres">
      <dgm:prSet presAssocID="{E478F4E3-D469-4E2C-AA72-3C6589EBA22C}" presName="spaceRect" presStyleCnt="0"/>
      <dgm:spPr/>
    </dgm:pt>
    <dgm:pt modelId="{16D6D5A7-8443-411C-943F-8DE95233EBEA}" type="pres">
      <dgm:prSet presAssocID="{E478F4E3-D469-4E2C-AA72-3C6589EBA22C}" presName="parTx" presStyleLbl="revTx" presStyleIdx="2" presStyleCnt="3">
        <dgm:presLayoutVars>
          <dgm:chMax val="0"/>
          <dgm:chPref val="0"/>
        </dgm:presLayoutVars>
      </dgm:prSet>
      <dgm:spPr/>
    </dgm:pt>
  </dgm:ptLst>
  <dgm:cxnLst>
    <dgm:cxn modelId="{2C9AA703-3BA4-41E9-8763-89DE7EDAED6A}" type="presOf" srcId="{E478F4E3-D469-4E2C-AA72-3C6589EBA22C}" destId="{16D6D5A7-8443-411C-943F-8DE95233EBEA}" srcOrd="0" destOrd="0" presId="urn:microsoft.com/office/officeart/2018/2/layout/IconVerticalSolidList"/>
    <dgm:cxn modelId="{5E440C2C-9236-4E00-947A-082955BD298E}" srcId="{7F791CDD-DBCD-44B9-B85D-9561389E0F56}" destId="{E478F4E3-D469-4E2C-AA72-3C6589EBA22C}" srcOrd="2" destOrd="0" parTransId="{C3511467-3E41-44D9-9762-387D175DD218}" sibTransId="{BA1398BC-8863-4A54-8D27-E62BEB44EBF1}"/>
    <dgm:cxn modelId="{97EE7A34-563D-41F2-A13B-A2DD69E22FDE}" srcId="{7F791CDD-DBCD-44B9-B85D-9561389E0F56}" destId="{9CC13C39-8826-4C2D-AD57-C2992A22E846}" srcOrd="0" destOrd="0" parTransId="{ECDB3713-A12E-4429-88CD-EC88AD7889F2}" sibTransId="{C31E74F8-0456-4CFB-949E-BC095BFFD912}"/>
    <dgm:cxn modelId="{10934964-D15F-4959-A600-4313F2C1CA63}" type="presOf" srcId="{7F791CDD-DBCD-44B9-B85D-9561389E0F56}" destId="{02FD3777-FB61-4EBF-9F00-B9390F1524B5}" srcOrd="0" destOrd="0" presId="urn:microsoft.com/office/officeart/2018/2/layout/IconVerticalSolidList"/>
    <dgm:cxn modelId="{774BD4B2-E156-4D17-91D2-1FCFB72083C5}" type="presOf" srcId="{9CC13C39-8826-4C2D-AD57-C2992A22E846}" destId="{17EE9E30-B943-41E3-93FE-D45583AB253E}" srcOrd="0" destOrd="0" presId="urn:microsoft.com/office/officeart/2018/2/layout/IconVerticalSolidList"/>
    <dgm:cxn modelId="{BABCAADF-41E9-46CC-8491-953535FF71A3}" srcId="{7F791CDD-DBCD-44B9-B85D-9561389E0F56}" destId="{650DDBE0-267B-45CA-BA2D-7C81653EDCA5}" srcOrd="1" destOrd="0" parTransId="{ED5FCD52-6AB6-481D-9E72-2EFC3AD31228}" sibTransId="{D6577A4B-F717-4313-A24D-AEE6D7DA9AD7}"/>
    <dgm:cxn modelId="{6392E8FD-7C65-4DA0-A2D5-F1BEE88474EB}" type="presOf" srcId="{650DDBE0-267B-45CA-BA2D-7C81653EDCA5}" destId="{307B6F7F-B476-420F-B97D-08A1CB1DC81F}" srcOrd="0" destOrd="0" presId="urn:microsoft.com/office/officeart/2018/2/layout/IconVerticalSolidList"/>
    <dgm:cxn modelId="{97065423-4510-4802-964B-C633C7059100}" type="presParOf" srcId="{02FD3777-FB61-4EBF-9F00-B9390F1524B5}" destId="{10299B6D-6C6C-4345-839B-D1D0EA639F73}" srcOrd="0" destOrd="0" presId="urn:microsoft.com/office/officeart/2018/2/layout/IconVerticalSolidList"/>
    <dgm:cxn modelId="{8E31CB2F-83A1-4E21-950F-DDA2AF6B7CA7}" type="presParOf" srcId="{10299B6D-6C6C-4345-839B-D1D0EA639F73}" destId="{ECAE3FC0-B5CD-4950-8178-D65C91E18C26}" srcOrd="0" destOrd="0" presId="urn:microsoft.com/office/officeart/2018/2/layout/IconVerticalSolidList"/>
    <dgm:cxn modelId="{96271A64-7D35-4BA5-BC7D-DB5FD5C3B864}" type="presParOf" srcId="{10299B6D-6C6C-4345-839B-D1D0EA639F73}" destId="{4C4FF4AD-AA46-4F3A-AD51-203FDCA2FE33}" srcOrd="1" destOrd="0" presId="urn:microsoft.com/office/officeart/2018/2/layout/IconVerticalSolidList"/>
    <dgm:cxn modelId="{C2477F70-74D2-457C-B450-69E58E9F5DBF}" type="presParOf" srcId="{10299B6D-6C6C-4345-839B-D1D0EA639F73}" destId="{02FF4694-158F-4027-ADD9-297750D1E2E4}" srcOrd="2" destOrd="0" presId="urn:microsoft.com/office/officeart/2018/2/layout/IconVerticalSolidList"/>
    <dgm:cxn modelId="{7DC7A076-516C-4A4D-A56E-8858026A71A4}" type="presParOf" srcId="{10299B6D-6C6C-4345-839B-D1D0EA639F73}" destId="{17EE9E30-B943-41E3-93FE-D45583AB253E}" srcOrd="3" destOrd="0" presId="urn:microsoft.com/office/officeart/2018/2/layout/IconVerticalSolidList"/>
    <dgm:cxn modelId="{71594BC3-45E6-4675-A9BC-86FBBAD6193F}" type="presParOf" srcId="{02FD3777-FB61-4EBF-9F00-B9390F1524B5}" destId="{F417783B-2940-4510-8B60-253E495085C6}" srcOrd="1" destOrd="0" presId="urn:microsoft.com/office/officeart/2018/2/layout/IconVerticalSolidList"/>
    <dgm:cxn modelId="{F08D1023-FD80-4956-846C-94F362B1E527}" type="presParOf" srcId="{02FD3777-FB61-4EBF-9F00-B9390F1524B5}" destId="{47B2FC56-1B32-4FD2-B2C1-434AC2D42ACD}" srcOrd="2" destOrd="0" presId="urn:microsoft.com/office/officeart/2018/2/layout/IconVerticalSolidList"/>
    <dgm:cxn modelId="{251E87F9-2281-4BCB-958D-4234945DC537}" type="presParOf" srcId="{47B2FC56-1B32-4FD2-B2C1-434AC2D42ACD}" destId="{4403FE30-4E7A-46AD-A78B-E31D78132468}" srcOrd="0" destOrd="0" presId="urn:microsoft.com/office/officeart/2018/2/layout/IconVerticalSolidList"/>
    <dgm:cxn modelId="{3DC98267-2EEB-4DB7-A12B-A873225C57ED}" type="presParOf" srcId="{47B2FC56-1B32-4FD2-B2C1-434AC2D42ACD}" destId="{20F235DF-B500-403A-ADD7-BDA2B19F1859}" srcOrd="1" destOrd="0" presId="urn:microsoft.com/office/officeart/2018/2/layout/IconVerticalSolidList"/>
    <dgm:cxn modelId="{BEDCF4D6-8613-41AD-9A69-63C40637F98F}" type="presParOf" srcId="{47B2FC56-1B32-4FD2-B2C1-434AC2D42ACD}" destId="{61D62B12-B6E8-4406-9A68-39C05FCDEA0D}" srcOrd="2" destOrd="0" presId="urn:microsoft.com/office/officeart/2018/2/layout/IconVerticalSolidList"/>
    <dgm:cxn modelId="{7BBBFF6B-ACBA-4097-B618-EAEA532A7D83}" type="presParOf" srcId="{47B2FC56-1B32-4FD2-B2C1-434AC2D42ACD}" destId="{307B6F7F-B476-420F-B97D-08A1CB1DC81F}" srcOrd="3" destOrd="0" presId="urn:microsoft.com/office/officeart/2018/2/layout/IconVerticalSolidList"/>
    <dgm:cxn modelId="{AE56901B-D00E-463C-9508-00BB09E0A7E3}" type="presParOf" srcId="{02FD3777-FB61-4EBF-9F00-B9390F1524B5}" destId="{8194E775-DF69-4C2E-A430-9CE7A62DD5C2}" srcOrd="3" destOrd="0" presId="urn:microsoft.com/office/officeart/2018/2/layout/IconVerticalSolidList"/>
    <dgm:cxn modelId="{EEF34D08-752F-4B37-9829-9A963EB5F382}" type="presParOf" srcId="{02FD3777-FB61-4EBF-9F00-B9390F1524B5}" destId="{6B42CD0B-EAE6-43A3-82F3-6925AA0456D9}" srcOrd="4" destOrd="0" presId="urn:microsoft.com/office/officeart/2018/2/layout/IconVerticalSolidList"/>
    <dgm:cxn modelId="{DDC2667D-95C1-40EC-850E-2F7EB0CBD4B4}" type="presParOf" srcId="{6B42CD0B-EAE6-43A3-82F3-6925AA0456D9}" destId="{4FB1B91A-3DEF-4B78-8A16-7FD8D93CF8EB}" srcOrd="0" destOrd="0" presId="urn:microsoft.com/office/officeart/2018/2/layout/IconVerticalSolidList"/>
    <dgm:cxn modelId="{BCBA89B7-F475-40D0-8C54-6953B80CD530}" type="presParOf" srcId="{6B42CD0B-EAE6-43A3-82F3-6925AA0456D9}" destId="{4C56DD67-C81E-496F-A7F4-EB77A7A8B7A9}" srcOrd="1" destOrd="0" presId="urn:microsoft.com/office/officeart/2018/2/layout/IconVerticalSolidList"/>
    <dgm:cxn modelId="{0DD90646-7D99-4522-A699-DCCEEBD57864}" type="presParOf" srcId="{6B42CD0B-EAE6-43A3-82F3-6925AA0456D9}" destId="{95156B7E-A124-4331-BABB-06C2FE54AB0F}" srcOrd="2" destOrd="0" presId="urn:microsoft.com/office/officeart/2018/2/layout/IconVerticalSolidList"/>
    <dgm:cxn modelId="{8DEFAC04-18CB-461C-8A7B-A803FF5512C7}" type="presParOf" srcId="{6B42CD0B-EAE6-43A3-82F3-6925AA0456D9}" destId="{16D6D5A7-8443-411C-943F-8DE95233EB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1EF2DD-D0E4-4287-BBB9-A20223B5DF16}" type="doc">
      <dgm:prSet loTypeId="urn:microsoft.com/office/officeart/2005/8/layout/vList2" loCatId="list" qsTypeId="urn:microsoft.com/office/officeart/2005/8/quickstyle/simple1#8" qsCatId="simple" csTypeId="urn:microsoft.com/office/officeart/2005/8/colors/accent1_2#1" csCatId="accent1" phldr="1"/>
      <dgm:spPr/>
      <dgm:t>
        <a:bodyPr/>
        <a:lstStyle/>
        <a:p>
          <a:endParaRPr lang="en-US"/>
        </a:p>
      </dgm:t>
    </dgm:pt>
    <dgm:pt modelId="{9400D719-D54B-4E25-AB34-D72EB98452B5}">
      <dgm:prSet/>
      <dgm:spPr>
        <a:solidFill>
          <a:schemeClr val="bg2">
            <a:lumMod val="50000"/>
          </a:schemeClr>
        </a:solidFill>
      </dgm:spPr>
      <dgm:t>
        <a:bodyPr/>
        <a:lstStyle/>
        <a:p>
          <a:r>
            <a:rPr lang="da-DK" b="1" i="0" baseline="0"/>
            <a:t>Semantic HTML Elements</a:t>
          </a:r>
          <a:br>
            <a:rPr lang="da-DK" b="0" i="0" baseline="0"/>
          </a:br>
          <a:r>
            <a:rPr lang="da-DK" b="0" i="0" baseline="0"/>
            <a:t>These elements clearly describe their purpose and the type of content they contain.</a:t>
          </a:r>
          <a:endParaRPr lang="en-US"/>
        </a:p>
      </dgm:t>
    </dgm:pt>
    <dgm:pt modelId="{99BAC0BB-3045-41DA-B50C-39A0D2800370}" type="parTrans" cxnId="{BBF3F9A3-5045-43B3-8E49-82EFD2C162D1}">
      <dgm:prSet/>
      <dgm:spPr/>
      <dgm:t>
        <a:bodyPr/>
        <a:lstStyle/>
        <a:p>
          <a:endParaRPr lang="en-US"/>
        </a:p>
      </dgm:t>
    </dgm:pt>
    <dgm:pt modelId="{071BC3A9-66F2-4DA7-BA0D-F3F3FCCCA90B}" type="sibTrans" cxnId="{BBF3F9A3-5045-43B3-8E49-82EFD2C162D1}">
      <dgm:prSet/>
      <dgm:spPr/>
      <dgm:t>
        <a:bodyPr/>
        <a:lstStyle/>
        <a:p>
          <a:endParaRPr lang="en-US"/>
        </a:p>
      </dgm:t>
    </dgm:pt>
    <dgm:pt modelId="{84AA4148-DEE3-479E-ACDC-20A3ED50F52E}">
      <dgm:prSet/>
      <dgm:spPr>
        <a:solidFill>
          <a:schemeClr val="bg2">
            <a:lumMod val="50000"/>
          </a:schemeClr>
        </a:solidFill>
      </dgm:spPr>
      <dgm:t>
        <a:bodyPr/>
        <a:lstStyle/>
        <a:p>
          <a:r>
            <a:rPr lang="da-DK" b="1" i="0" baseline="0"/>
            <a:t>Examples: </a:t>
          </a:r>
          <a:r>
            <a:rPr lang="da-DK" b="0" i="0" baseline="0"/>
            <a:t>&lt;header&gt;, &lt;footer&gt;, &lt;article&gt;, &lt;section&gt;, &lt;nav&gt;, &lt;aside&gt;, &lt;main&gt;</a:t>
          </a:r>
          <a:endParaRPr lang="en-US"/>
        </a:p>
      </dgm:t>
    </dgm:pt>
    <dgm:pt modelId="{95EE0A03-E431-43C6-9FD3-93907528B6E6}" type="parTrans" cxnId="{56FC9E73-BE6C-48F5-AD11-06D49F9DDDB3}">
      <dgm:prSet/>
      <dgm:spPr/>
      <dgm:t>
        <a:bodyPr/>
        <a:lstStyle/>
        <a:p>
          <a:endParaRPr lang="en-US"/>
        </a:p>
      </dgm:t>
    </dgm:pt>
    <dgm:pt modelId="{CD5EFCA8-CC88-4684-9A89-9C5EEACC7CFD}" type="sibTrans" cxnId="{56FC9E73-BE6C-48F5-AD11-06D49F9DDDB3}">
      <dgm:prSet/>
      <dgm:spPr/>
      <dgm:t>
        <a:bodyPr/>
        <a:lstStyle/>
        <a:p>
          <a:endParaRPr lang="en-US"/>
        </a:p>
      </dgm:t>
    </dgm:pt>
    <dgm:pt modelId="{C37B0577-1727-4FD2-ADDC-005243775055}">
      <dgm:prSet/>
      <dgm:spPr/>
      <dgm:t>
        <a:bodyPr/>
        <a:lstStyle/>
        <a:p>
          <a:r>
            <a:rPr lang="da-DK" b="1" i="0" baseline="0"/>
            <a:t>Non-Semantic (Normal) HTML Elements</a:t>
          </a:r>
          <a:br>
            <a:rPr lang="da-DK" b="0" i="0" baseline="0"/>
          </a:br>
          <a:r>
            <a:rPr lang="da-DK" b="0" i="0" baseline="0"/>
            <a:t>These elements don’t provide any meaning about the content they wrap. They are generic containers.</a:t>
          </a:r>
          <a:endParaRPr lang="en-US"/>
        </a:p>
      </dgm:t>
    </dgm:pt>
    <dgm:pt modelId="{012B41FC-9901-4550-BC68-867C8D92F636}" type="parTrans" cxnId="{25560421-82DD-4F46-8205-0647186D393B}">
      <dgm:prSet/>
      <dgm:spPr/>
      <dgm:t>
        <a:bodyPr/>
        <a:lstStyle/>
        <a:p>
          <a:endParaRPr lang="en-US"/>
        </a:p>
      </dgm:t>
    </dgm:pt>
    <dgm:pt modelId="{B3351FCC-3352-4C9C-AE69-8131749A3530}" type="sibTrans" cxnId="{25560421-82DD-4F46-8205-0647186D393B}">
      <dgm:prSet/>
      <dgm:spPr/>
      <dgm:t>
        <a:bodyPr/>
        <a:lstStyle/>
        <a:p>
          <a:endParaRPr lang="en-US"/>
        </a:p>
      </dgm:t>
    </dgm:pt>
    <dgm:pt modelId="{F5E364DD-FBD8-4908-B321-F1125B50745B}">
      <dgm:prSet/>
      <dgm:spPr/>
      <dgm:t>
        <a:bodyPr/>
        <a:lstStyle/>
        <a:p>
          <a:r>
            <a:rPr lang="da-DK" b="1" i="0" baseline="0"/>
            <a:t>Examples: </a:t>
          </a:r>
          <a:r>
            <a:rPr lang="da-DK" b="0" i="0" baseline="0"/>
            <a:t>&lt;div&gt;, &lt;p&gt;</a:t>
          </a:r>
          <a:endParaRPr lang="en-US"/>
        </a:p>
      </dgm:t>
    </dgm:pt>
    <dgm:pt modelId="{832704E1-B6D4-40DF-B51E-345806F1BAA8}" type="parTrans" cxnId="{C4FE7989-0491-45D0-8D9E-EA81C65282F4}">
      <dgm:prSet/>
      <dgm:spPr/>
      <dgm:t>
        <a:bodyPr/>
        <a:lstStyle/>
        <a:p>
          <a:endParaRPr lang="en-US"/>
        </a:p>
      </dgm:t>
    </dgm:pt>
    <dgm:pt modelId="{591633C5-B7D3-4268-BB73-3D22EB76F67F}" type="sibTrans" cxnId="{C4FE7989-0491-45D0-8D9E-EA81C65282F4}">
      <dgm:prSet/>
      <dgm:spPr/>
      <dgm:t>
        <a:bodyPr/>
        <a:lstStyle/>
        <a:p>
          <a:endParaRPr lang="en-US"/>
        </a:p>
      </dgm:t>
    </dgm:pt>
    <dgm:pt modelId="{4E701CDA-B3F9-428E-A495-CD15E4903849}" type="pres">
      <dgm:prSet presAssocID="{861EF2DD-D0E4-4287-BBB9-A20223B5DF16}" presName="linear" presStyleCnt="0">
        <dgm:presLayoutVars>
          <dgm:animLvl val="lvl"/>
          <dgm:resizeHandles val="exact"/>
        </dgm:presLayoutVars>
      </dgm:prSet>
      <dgm:spPr/>
    </dgm:pt>
    <dgm:pt modelId="{F74DF4E5-7173-49CC-8415-8D909E72B4B3}" type="pres">
      <dgm:prSet presAssocID="{9400D719-D54B-4E25-AB34-D72EB98452B5}" presName="parentText" presStyleLbl="node1" presStyleIdx="0" presStyleCnt="4">
        <dgm:presLayoutVars>
          <dgm:chMax val="0"/>
          <dgm:bulletEnabled val="1"/>
        </dgm:presLayoutVars>
      </dgm:prSet>
      <dgm:spPr/>
    </dgm:pt>
    <dgm:pt modelId="{BA0A5E7E-DC88-466F-9AFD-7FC3F96E78B5}" type="pres">
      <dgm:prSet presAssocID="{071BC3A9-66F2-4DA7-BA0D-F3F3FCCCA90B}" presName="spacer" presStyleCnt="0"/>
      <dgm:spPr/>
    </dgm:pt>
    <dgm:pt modelId="{99CF5C22-C157-46AF-9056-4E1A99D42511}" type="pres">
      <dgm:prSet presAssocID="{84AA4148-DEE3-479E-ACDC-20A3ED50F52E}" presName="parentText" presStyleLbl="node1" presStyleIdx="1" presStyleCnt="4">
        <dgm:presLayoutVars>
          <dgm:chMax val="0"/>
          <dgm:bulletEnabled val="1"/>
        </dgm:presLayoutVars>
      </dgm:prSet>
      <dgm:spPr/>
    </dgm:pt>
    <dgm:pt modelId="{E7F6718D-CDD6-49DA-9B1E-402676DE3FD0}" type="pres">
      <dgm:prSet presAssocID="{CD5EFCA8-CC88-4684-9A89-9C5EEACC7CFD}" presName="spacer" presStyleCnt="0"/>
      <dgm:spPr/>
    </dgm:pt>
    <dgm:pt modelId="{DBE1D75E-4044-433F-B9EA-C4CB7988D6C2}" type="pres">
      <dgm:prSet presAssocID="{C37B0577-1727-4FD2-ADDC-005243775055}" presName="parentText" presStyleLbl="node1" presStyleIdx="2" presStyleCnt="4">
        <dgm:presLayoutVars>
          <dgm:chMax val="0"/>
          <dgm:bulletEnabled val="1"/>
        </dgm:presLayoutVars>
      </dgm:prSet>
      <dgm:spPr/>
    </dgm:pt>
    <dgm:pt modelId="{18F00E48-5D40-47E6-A9AB-33C19D8C1E08}" type="pres">
      <dgm:prSet presAssocID="{B3351FCC-3352-4C9C-AE69-8131749A3530}" presName="spacer" presStyleCnt="0"/>
      <dgm:spPr/>
    </dgm:pt>
    <dgm:pt modelId="{7549D09F-54DC-4DE0-9915-D4405A159D88}" type="pres">
      <dgm:prSet presAssocID="{F5E364DD-FBD8-4908-B321-F1125B50745B}" presName="parentText" presStyleLbl="node1" presStyleIdx="3" presStyleCnt="4">
        <dgm:presLayoutVars>
          <dgm:chMax val="0"/>
          <dgm:bulletEnabled val="1"/>
        </dgm:presLayoutVars>
      </dgm:prSet>
      <dgm:spPr/>
    </dgm:pt>
  </dgm:ptLst>
  <dgm:cxnLst>
    <dgm:cxn modelId="{F4FEB214-5181-427F-88B3-434782B2A395}" type="presOf" srcId="{9400D719-D54B-4E25-AB34-D72EB98452B5}" destId="{F74DF4E5-7173-49CC-8415-8D909E72B4B3}" srcOrd="0" destOrd="0" presId="urn:microsoft.com/office/officeart/2005/8/layout/vList2"/>
    <dgm:cxn modelId="{25560421-82DD-4F46-8205-0647186D393B}" srcId="{861EF2DD-D0E4-4287-BBB9-A20223B5DF16}" destId="{C37B0577-1727-4FD2-ADDC-005243775055}" srcOrd="2" destOrd="0" parTransId="{012B41FC-9901-4550-BC68-867C8D92F636}" sibTransId="{B3351FCC-3352-4C9C-AE69-8131749A3530}"/>
    <dgm:cxn modelId="{19998423-0EAC-466E-8EC9-D9223A6D03A1}" type="presOf" srcId="{84AA4148-DEE3-479E-ACDC-20A3ED50F52E}" destId="{99CF5C22-C157-46AF-9056-4E1A99D42511}" srcOrd="0" destOrd="0" presId="urn:microsoft.com/office/officeart/2005/8/layout/vList2"/>
    <dgm:cxn modelId="{93647269-FBC7-4AC9-B77C-0D18085D4E61}" type="presOf" srcId="{861EF2DD-D0E4-4287-BBB9-A20223B5DF16}" destId="{4E701CDA-B3F9-428E-A495-CD15E4903849}" srcOrd="0" destOrd="0" presId="urn:microsoft.com/office/officeart/2005/8/layout/vList2"/>
    <dgm:cxn modelId="{56FC9E73-BE6C-48F5-AD11-06D49F9DDDB3}" srcId="{861EF2DD-D0E4-4287-BBB9-A20223B5DF16}" destId="{84AA4148-DEE3-479E-ACDC-20A3ED50F52E}" srcOrd="1" destOrd="0" parTransId="{95EE0A03-E431-43C6-9FD3-93907528B6E6}" sibTransId="{CD5EFCA8-CC88-4684-9A89-9C5EEACC7CFD}"/>
    <dgm:cxn modelId="{45574D5A-7C0A-48AC-B843-08E5A7336C05}" type="presOf" srcId="{C37B0577-1727-4FD2-ADDC-005243775055}" destId="{DBE1D75E-4044-433F-B9EA-C4CB7988D6C2}" srcOrd="0" destOrd="0" presId="urn:microsoft.com/office/officeart/2005/8/layout/vList2"/>
    <dgm:cxn modelId="{C4FE7989-0491-45D0-8D9E-EA81C65282F4}" srcId="{861EF2DD-D0E4-4287-BBB9-A20223B5DF16}" destId="{F5E364DD-FBD8-4908-B321-F1125B50745B}" srcOrd="3" destOrd="0" parTransId="{832704E1-B6D4-40DF-B51E-345806F1BAA8}" sibTransId="{591633C5-B7D3-4268-BB73-3D22EB76F67F}"/>
    <dgm:cxn modelId="{FE710E96-2E95-476A-8554-E2E54BF51B7C}" type="presOf" srcId="{F5E364DD-FBD8-4908-B321-F1125B50745B}" destId="{7549D09F-54DC-4DE0-9915-D4405A159D88}" srcOrd="0" destOrd="0" presId="urn:microsoft.com/office/officeart/2005/8/layout/vList2"/>
    <dgm:cxn modelId="{BBF3F9A3-5045-43B3-8E49-82EFD2C162D1}" srcId="{861EF2DD-D0E4-4287-BBB9-A20223B5DF16}" destId="{9400D719-D54B-4E25-AB34-D72EB98452B5}" srcOrd="0" destOrd="0" parTransId="{99BAC0BB-3045-41DA-B50C-39A0D2800370}" sibTransId="{071BC3A9-66F2-4DA7-BA0D-F3F3FCCCA90B}"/>
    <dgm:cxn modelId="{7C620860-1215-45FE-91FB-BF8697CF051D}" type="presParOf" srcId="{4E701CDA-B3F9-428E-A495-CD15E4903849}" destId="{F74DF4E5-7173-49CC-8415-8D909E72B4B3}" srcOrd="0" destOrd="0" presId="urn:microsoft.com/office/officeart/2005/8/layout/vList2"/>
    <dgm:cxn modelId="{390C8C5A-49E2-405C-AF03-1C4374FD4014}" type="presParOf" srcId="{4E701CDA-B3F9-428E-A495-CD15E4903849}" destId="{BA0A5E7E-DC88-466F-9AFD-7FC3F96E78B5}" srcOrd="1" destOrd="0" presId="urn:microsoft.com/office/officeart/2005/8/layout/vList2"/>
    <dgm:cxn modelId="{4E5837C6-D7F1-45E9-B5D8-E5F909BCC317}" type="presParOf" srcId="{4E701CDA-B3F9-428E-A495-CD15E4903849}" destId="{99CF5C22-C157-46AF-9056-4E1A99D42511}" srcOrd="2" destOrd="0" presId="urn:microsoft.com/office/officeart/2005/8/layout/vList2"/>
    <dgm:cxn modelId="{5C72B4C4-696E-4DE8-8A24-0994BB8ED937}" type="presParOf" srcId="{4E701CDA-B3F9-428E-A495-CD15E4903849}" destId="{E7F6718D-CDD6-49DA-9B1E-402676DE3FD0}" srcOrd="3" destOrd="0" presId="urn:microsoft.com/office/officeart/2005/8/layout/vList2"/>
    <dgm:cxn modelId="{583E45BD-B778-4C8D-A46B-46E9CA325DC3}" type="presParOf" srcId="{4E701CDA-B3F9-428E-A495-CD15E4903849}" destId="{DBE1D75E-4044-433F-B9EA-C4CB7988D6C2}" srcOrd="4" destOrd="0" presId="urn:microsoft.com/office/officeart/2005/8/layout/vList2"/>
    <dgm:cxn modelId="{ED4897A8-FDBE-413E-9021-ACE9E22737F3}" type="presParOf" srcId="{4E701CDA-B3F9-428E-A495-CD15E4903849}" destId="{18F00E48-5D40-47E6-A9AB-33C19D8C1E08}" srcOrd="5" destOrd="0" presId="urn:microsoft.com/office/officeart/2005/8/layout/vList2"/>
    <dgm:cxn modelId="{55C104A3-22C3-4137-A67F-0EC958E5A42F}" type="presParOf" srcId="{4E701CDA-B3F9-428E-A495-CD15E4903849}" destId="{7549D09F-54DC-4DE0-9915-D4405A159D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1F995F-C855-44A2-B0E5-4C541C9624CF}" type="doc">
      <dgm:prSet loTypeId="urn:microsoft.com/office/officeart/2005/8/layout/list1" loCatId="list" qsTypeId="urn:microsoft.com/office/officeart/2005/8/quickstyle/simple1#9" qsCatId="simple" csTypeId="urn:microsoft.com/office/officeart/2005/8/colors/colorful1#4" csCatId="colorful"/>
      <dgm:spPr/>
      <dgm:t>
        <a:bodyPr/>
        <a:lstStyle/>
        <a:p>
          <a:endParaRPr lang="en-US"/>
        </a:p>
      </dgm:t>
    </dgm:pt>
    <dgm:pt modelId="{992FCB45-F1B6-4290-9CC9-08771094BF61}">
      <dgm:prSet/>
      <dgm:spPr/>
      <dgm:t>
        <a:bodyPr/>
        <a:lstStyle/>
        <a:p>
          <a:r>
            <a:rPr lang="en-US" b="0" i="0"/>
            <a:t>There are three ways of inserting a style sheet:</a:t>
          </a:r>
          <a:endParaRPr lang="en-US"/>
        </a:p>
      </dgm:t>
    </dgm:pt>
    <dgm:pt modelId="{D83D24CB-825E-44D4-B075-1DC953A47A80}" type="parTrans" cxnId="{8E9E5858-0DFA-4255-972E-BE9DDE3C1FCA}">
      <dgm:prSet/>
      <dgm:spPr/>
      <dgm:t>
        <a:bodyPr/>
        <a:lstStyle/>
        <a:p>
          <a:endParaRPr lang="en-US"/>
        </a:p>
      </dgm:t>
    </dgm:pt>
    <dgm:pt modelId="{C23885B7-F3E7-48E3-B866-83546C07FAEF}" type="sibTrans" cxnId="{8E9E5858-0DFA-4255-972E-BE9DDE3C1FCA}">
      <dgm:prSet/>
      <dgm:spPr/>
      <dgm:t>
        <a:bodyPr/>
        <a:lstStyle/>
        <a:p>
          <a:endParaRPr lang="en-US"/>
        </a:p>
      </dgm:t>
    </dgm:pt>
    <dgm:pt modelId="{7948B260-91AA-495D-99FC-0DA030669AA4}">
      <dgm:prSet/>
      <dgm:spPr/>
      <dgm:t>
        <a:bodyPr/>
        <a:lstStyle/>
        <a:p>
          <a:r>
            <a:rPr lang="en-US" b="0" i="0" dirty="0"/>
            <a:t>External CSS</a:t>
          </a:r>
          <a:endParaRPr lang="en-US" dirty="0"/>
        </a:p>
      </dgm:t>
    </dgm:pt>
    <dgm:pt modelId="{873E0701-AED8-47D5-B789-6ED095BDADC7}" type="parTrans" cxnId="{0985266B-8F6D-4F73-A432-857FFD9497C9}">
      <dgm:prSet/>
      <dgm:spPr/>
      <dgm:t>
        <a:bodyPr/>
        <a:lstStyle/>
        <a:p>
          <a:endParaRPr lang="en-US"/>
        </a:p>
      </dgm:t>
    </dgm:pt>
    <dgm:pt modelId="{5DA1FA94-007A-44A3-8746-545CBCD4BB56}" type="sibTrans" cxnId="{0985266B-8F6D-4F73-A432-857FFD9497C9}">
      <dgm:prSet/>
      <dgm:spPr/>
      <dgm:t>
        <a:bodyPr/>
        <a:lstStyle/>
        <a:p>
          <a:endParaRPr lang="en-US"/>
        </a:p>
      </dgm:t>
    </dgm:pt>
    <dgm:pt modelId="{BE2B659B-ED6E-4DE4-90D2-8FE73B027763}">
      <dgm:prSet/>
      <dgm:spPr/>
      <dgm:t>
        <a:bodyPr/>
        <a:lstStyle/>
        <a:p>
          <a:r>
            <a:rPr lang="en-US" b="0" i="0"/>
            <a:t>Internal CSS</a:t>
          </a:r>
          <a:endParaRPr lang="en-US"/>
        </a:p>
      </dgm:t>
    </dgm:pt>
    <dgm:pt modelId="{49FB1CE3-C898-4AAC-AC3B-6BABE344CF37}" type="parTrans" cxnId="{A7D6A4C6-DD6F-473A-AA54-EB9EF86BFBC7}">
      <dgm:prSet/>
      <dgm:spPr/>
      <dgm:t>
        <a:bodyPr/>
        <a:lstStyle/>
        <a:p>
          <a:endParaRPr lang="en-US"/>
        </a:p>
      </dgm:t>
    </dgm:pt>
    <dgm:pt modelId="{696E2C29-E268-4B35-900F-14D9B1D66F25}" type="sibTrans" cxnId="{A7D6A4C6-DD6F-473A-AA54-EB9EF86BFBC7}">
      <dgm:prSet/>
      <dgm:spPr/>
      <dgm:t>
        <a:bodyPr/>
        <a:lstStyle/>
        <a:p>
          <a:endParaRPr lang="en-US"/>
        </a:p>
      </dgm:t>
    </dgm:pt>
    <dgm:pt modelId="{CC8EA94C-B56F-4728-91F1-A527FF81F825}">
      <dgm:prSet/>
      <dgm:spPr/>
      <dgm:t>
        <a:bodyPr/>
        <a:lstStyle/>
        <a:p>
          <a:r>
            <a:rPr lang="en-US" b="0" i="0"/>
            <a:t>Inline CSS</a:t>
          </a:r>
          <a:endParaRPr lang="en-US"/>
        </a:p>
      </dgm:t>
    </dgm:pt>
    <dgm:pt modelId="{2CA56477-31EC-4D1E-8640-8F34BE5AD748}" type="parTrans" cxnId="{C60315BA-D7A6-4C6E-8F8E-25F3DADF928C}">
      <dgm:prSet/>
      <dgm:spPr/>
      <dgm:t>
        <a:bodyPr/>
        <a:lstStyle/>
        <a:p>
          <a:endParaRPr lang="en-US"/>
        </a:p>
      </dgm:t>
    </dgm:pt>
    <dgm:pt modelId="{7CE58326-3523-4F3B-9274-F6930959D3EA}" type="sibTrans" cxnId="{C60315BA-D7A6-4C6E-8F8E-25F3DADF928C}">
      <dgm:prSet/>
      <dgm:spPr/>
      <dgm:t>
        <a:bodyPr/>
        <a:lstStyle/>
        <a:p>
          <a:endParaRPr lang="en-US"/>
        </a:p>
      </dgm:t>
    </dgm:pt>
    <dgm:pt modelId="{DD06ED7A-5144-4DA4-97E9-8077D23F3587}" type="pres">
      <dgm:prSet presAssocID="{DD1F995F-C855-44A2-B0E5-4C541C9624CF}" presName="linear" presStyleCnt="0">
        <dgm:presLayoutVars>
          <dgm:dir/>
          <dgm:animLvl val="lvl"/>
          <dgm:resizeHandles val="exact"/>
        </dgm:presLayoutVars>
      </dgm:prSet>
      <dgm:spPr/>
    </dgm:pt>
    <dgm:pt modelId="{603266CA-3C8E-428C-89AD-DA945ED27C52}" type="pres">
      <dgm:prSet presAssocID="{992FCB45-F1B6-4290-9CC9-08771094BF61}" presName="parentLin" presStyleCnt="0"/>
      <dgm:spPr/>
    </dgm:pt>
    <dgm:pt modelId="{48B16C61-65F3-4E0D-A713-5A9E7ED310C6}" type="pres">
      <dgm:prSet presAssocID="{992FCB45-F1B6-4290-9CC9-08771094BF61}" presName="parentLeftMargin" presStyleLbl="node1" presStyleIdx="0" presStyleCnt="1"/>
      <dgm:spPr/>
    </dgm:pt>
    <dgm:pt modelId="{E83BB4A7-76C6-4359-95F7-2F74414C19CF}" type="pres">
      <dgm:prSet presAssocID="{992FCB45-F1B6-4290-9CC9-08771094BF61}" presName="parentText" presStyleLbl="node1" presStyleIdx="0" presStyleCnt="1">
        <dgm:presLayoutVars>
          <dgm:chMax val="0"/>
          <dgm:bulletEnabled val="1"/>
        </dgm:presLayoutVars>
      </dgm:prSet>
      <dgm:spPr/>
    </dgm:pt>
    <dgm:pt modelId="{82061BCE-A9E2-48BC-A89F-AE45F1ECD170}" type="pres">
      <dgm:prSet presAssocID="{992FCB45-F1B6-4290-9CC9-08771094BF61}" presName="negativeSpace" presStyleCnt="0"/>
      <dgm:spPr/>
    </dgm:pt>
    <dgm:pt modelId="{ADA27DBC-F7AF-49F6-9BA8-C499D4A62220}" type="pres">
      <dgm:prSet presAssocID="{992FCB45-F1B6-4290-9CC9-08771094BF61}" presName="childText" presStyleLbl="conFgAcc1" presStyleIdx="0" presStyleCnt="1">
        <dgm:presLayoutVars>
          <dgm:bulletEnabled val="1"/>
        </dgm:presLayoutVars>
      </dgm:prSet>
      <dgm:spPr/>
    </dgm:pt>
  </dgm:ptLst>
  <dgm:cxnLst>
    <dgm:cxn modelId="{4C9D5827-1451-41BA-90A9-5ABFB613319C}" type="presOf" srcId="{992FCB45-F1B6-4290-9CC9-08771094BF61}" destId="{E83BB4A7-76C6-4359-95F7-2F74414C19CF}" srcOrd="1" destOrd="0" presId="urn:microsoft.com/office/officeart/2005/8/layout/list1"/>
    <dgm:cxn modelId="{EE84F045-035B-4DEF-9BC8-7C915D0E09C6}" type="presOf" srcId="{CC8EA94C-B56F-4728-91F1-A527FF81F825}" destId="{ADA27DBC-F7AF-49F6-9BA8-C499D4A62220}" srcOrd="0" destOrd="2" presId="urn:microsoft.com/office/officeart/2005/8/layout/list1"/>
    <dgm:cxn modelId="{0985266B-8F6D-4F73-A432-857FFD9497C9}" srcId="{992FCB45-F1B6-4290-9CC9-08771094BF61}" destId="{7948B260-91AA-495D-99FC-0DA030669AA4}" srcOrd="0" destOrd="0" parTransId="{873E0701-AED8-47D5-B789-6ED095BDADC7}" sibTransId="{5DA1FA94-007A-44A3-8746-545CBCD4BB56}"/>
    <dgm:cxn modelId="{8E9E5858-0DFA-4255-972E-BE9DDE3C1FCA}" srcId="{DD1F995F-C855-44A2-B0E5-4C541C9624CF}" destId="{992FCB45-F1B6-4290-9CC9-08771094BF61}" srcOrd="0" destOrd="0" parTransId="{D83D24CB-825E-44D4-B075-1DC953A47A80}" sibTransId="{C23885B7-F3E7-48E3-B866-83546C07FAEF}"/>
    <dgm:cxn modelId="{D4A368A3-6D42-42AB-A105-8DF0A15E3E28}" type="presOf" srcId="{992FCB45-F1B6-4290-9CC9-08771094BF61}" destId="{48B16C61-65F3-4E0D-A713-5A9E7ED310C6}" srcOrd="0" destOrd="0" presId="urn:microsoft.com/office/officeart/2005/8/layout/list1"/>
    <dgm:cxn modelId="{2B0B16B4-B1E0-4C05-88D9-54C01569A123}" type="presOf" srcId="{DD1F995F-C855-44A2-B0E5-4C541C9624CF}" destId="{DD06ED7A-5144-4DA4-97E9-8077D23F3587}" srcOrd="0" destOrd="0" presId="urn:microsoft.com/office/officeart/2005/8/layout/list1"/>
    <dgm:cxn modelId="{C60315BA-D7A6-4C6E-8F8E-25F3DADF928C}" srcId="{992FCB45-F1B6-4290-9CC9-08771094BF61}" destId="{CC8EA94C-B56F-4728-91F1-A527FF81F825}" srcOrd="2" destOrd="0" parTransId="{2CA56477-31EC-4D1E-8640-8F34BE5AD748}" sibTransId="{7CE58326-3523-4F3B-9274-F6930959D3EA}"/>
    <dgm:cxn modelId="{A7D6A4C6-DD6F-473A-AA54-EB9EF86BFBC7}" srcId="{992FCB45-F1B6-4290-9CC9-08771094BF61}" destId="{BE2B659B-ED6E-4DE4-90D2-8FE73B027763}" srcOrd="1" destOrd="0" parTransId="{49FB1CE3-C898-4AAC-AC3B-6BABE344CF37}" sibTransId="{696E2C29-E268-4B35-900F-14D9B1D66F25}"/>
    <dgm:cxn modelId="{1B5D50DF-D554-4E05-AFA8-D6AA6DB03A81}" type="presOf" srcId="{7948B260-91AA-495D-99FC-0DA030669AA4}" destId="{ADA27DBC-F7AF-49F6-9BA8-C499D4A62220}" srcOrd="0" destOrd="0" presId="urn:microsoft.com/office/officeart/2005/8/layout/list1"/>
    <dgm:cxn modelId="{026EB2F1-737A-49F0-B884-EB20402672EF}" type="presOf" srcId="{BE2B659B-ED6E-4DE4-90D2-8FE73B027763}" destId="{ADA27DBC-F7AF-49F6-9BA8-C499D4A62220}" srcOrd="0" destOrd="1" presId="urn:microsoft.com/office/officeart/2005/8/layout/list1"/>
    <dgm:cxn modelId="{95CAE850-EED7-44B9-9BDB-B3279058AB93}" type="presParOf" srcId="{DD06ED7A-5144-4DA4-97E9-8077D23F3587}" destId="{603266CA-3C8E-428C-89AD-DA945ED27C52}" srcOrd="0" destOrd="0" presId="urn:microsoft.com/office/officeart/2005/8/layout/list1"/>
    <dgm:cxn modelId="{D5FBB530-BFB0-45EA-8A9C-08F914B13BCB}" type="presParOf" srcId="{603266CA-3C8E-428C-89AD-DA945ED27C52}" destId="{48B16C61-65F3-4E0D-A713-5A9E7ED310C6}" srcOrd="0" destOrd="0" presId="urn:microsoft.com/office/officeart/2005/8/layout/list1"/>
    <dgm:cxn modelId="{805C9010-506C-4B5A-A892-17876764CA53}" type="presParOf" srcId="{603266CA-3C8E-428C-89AD-DA945ED27C52}" destId="{E83BB4A7-76C6-4359-95F7-2F74414C19CF}" srcOrd="1" destOrd="0" presId="urn:microsoft.com/office/officeart/2005/8/layout/list1"/>
    <dgm:cxn modelId="{A8A55EF0-0A10-4F8C-BD8C-7994541280C8}" type="presParOf" srcId="{DD06ED7A-5144-4DA4-97E9-8077D23F3587}" destId="{82061BCE-A9E2-48BC-A89F-AE45F1ECD170}" srcOrd="1" destOrd="0" presId="urn:microsoft.com/office/officeart/2005/8/layout/list1"/>
    <dgm:cxn modelId="{D0A972AA-31CD-4DED-A754-2B5827D997FD}" type="presParOf" srcId="{DD06ED7A-5144-4DA4-97E9-8077D23F3587}" destId="{ADA27DBC-F7AF-49F6-9BA8-C499D4A6222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BD58493-6886-45EA-950E-B6F68F51C494}" type="doc">
      <dgm:prSet loTypeId="urn:microsoft.com/office/officeart/2018/2/layout/IconVerticalSolidList" loCatId="icon" qsTypeId="urn:microsoft.com/office/officeart/2005/8/quickstyle/simple1#10" qsCatId="simple" csTypeId="urn:microsoft.com/office/officeart/2005/8/colors/accent1_2#2" csCatId="accent1" phldr="1"/>
      <dgm:spPr/>
      <dgm:t>
        <a:bodyPr/>
        <a:lstStyle/>
        <a:p>
          <a:endParaRPr lang="en-US"/>
        </a:p>
      </dgm:t>
    </dgm:pt>
    <dgm:pt modelId="{6FB22708-BED8-40AA-A922-67FAC0B4D1F0}">
      <dgm:prSet/>
      <dgm:spPr/>
      <dgm:t>
        <a:bodyPr/>
        <a:lstStyle/>
        <a:p>
          <a:pPr>
            <a:lnSpc>
              <a:spcPct val="100000"/>
            </a:lnSpc>
          </a:pPr>
          <a:r>
            <a:rPr lang="en-US" b="0" i="0"/>
            <a:t>With an external style sheet, you can change the look of an entire website by changing just one file!</a:t>
          </a:r>
          <a:endParaRPr lang="en-US"/>
        </a:p>
      </dgm:t>
    </dgm:pt>
    <dgm:pt modelId="{B0F32C8F-9D4B-4A24-831C-F012B4A7E5AA}" type="parTrans" cxnId="{AF5BED87-F6BC-4DC6-806E-2293B71083A4}">
      <dgm:prSet/>
      <dgm:spPr/>
      <dgm:t>
        <a:bodyPr/>
        <a:lstStyle/>
        <a:p>
          <a:endParaRPr lang="en-US"/>
        </a:p>
      </dgm:t>
    </dgm:pt>
    <dgm:pt modelId="{FBE32720-6DC7-4ADE-BFA6-1AEF0CB9EC1A}" type="sibTrans" cxnId="{AF5BED87-F6BC-4DC6-806E-2293B71083A4}">
      <dgm:prSet/>
      <dgm:spPr/>
      <dgm:t>
        <a:bodyPr/>
        <a:lstStyle/>
        <a:p>
          <a:endParaRPr lang="en-US"/>
        </a:p>
      </dgm:t>
    </dgm:pt>
    <dgm:pt modelId="{2365F831-6742-48D7-87FC-0A42394CEBC5}">
      <dgm:prSet/>
      <dgm:spPr/>
      <dgm:t>
        <a:bodyPr/>
        <a:lstStyle/>
        <a:p>
          <a:pPr>
            <a:lnSpc>
              <a:spcPct val="100000"/>
            </a:lnSpc>
          </a:pPr>
          <a:r>
            <a:rPr lang="en-US" b="0" i="0" dirty="0"/>
            <a:t>Each HTML page must include a reference to the external style sheet file inside the &lt;link&gt; element, inside the head section.</a:t>
          </a:r>
          <a:endParaRPr lang="en-US" dirty="0"/>
        </a:p>
      </dgm:t>
    </dgm:pt>
    <dgm:pt modelId="{1703FB5D-D0AB-451D-A292-FD78718B91DF}" type="parTrans" cxnId="{D47918AF-5FAF-4876-8A87-BAA8A7128F17}">
      <dgm:prSet/>
      <dgm:spPr/>
      <dgm:t>
        <a:bodyPr/>
        <a:lstStyle/>
        <a:p>
          <a:endParaRPr lang="en-US"/>
        </a:p>
      </dgm:t>
    </dgm:pt>
    <dgm:pt modelId="{F6310D24-1C97-451F-BA6F-82008F680F02}" type="sibTrans" cxnId="{D47918AF-5FAF-4876-8A87-BAA8A7128F17}">
      <dgm:prSet/>
      <dgm:spPr/>
      <dgm:t>
        <a:bodyPr/>
        <a:lstStyle/>
        <a:p>
          <a:endParaRPr lang="en-US"/>
        </a:p>
      </dgm:t>
    </dgm:pt>
    <dgm:pt modelId="{D588A0E8-248A-41AC-88C3-49C399419BC8}" type="pres">
      <dgm:prSet presAssocID="{5BD58493-6886-45EA-950E-B6F68F51C494}" presName="root" presStyleCnt="0">
        <dgm:presLayoutVars>
          <dgm:dir/>
          <dgm:resizeHandles val="exact"/>
        </dgm:presLayoutVars>
      </dgm:prSet>
      <dgm:spPr/>
    </dgm:pt>
    <dgm:pt modelId="{47FFAF01-0B39-49F7-B74C-9B9FB35811CD}" type="pres">
      <dgm:prSet presAssocID="{6FB22708-BED8-40AA-A922-67FAC0B4D1F0}" presName="compNode" presStyleCnt="0"/>
      <dgm:spPr/>
    </dgm:pt>
    <dgm:pt modelId="{8533B6E8-2B90-4DA3-99AC-564CEDD2D0EA}" type="pres">
      <dgm:prSet presAssocID="{6FB22708-BED8-40AA-A922-67FAC0B4D1F0}" presName="bgRect" presStyleLbl="bgShp" presStyleIdx="0" presStyleCnt="2"/>
      <dgm:spPr/>
    </dgm:pt>
    <dgm:pt modelId="{18EA8C1C-9FE7-4C69-BC62-087A1ECB6C47}" type="pres">
      <dgm:prSet presAssocID="{6FB22708-BED8-40AA-A922-67FAC0B4D1F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40D6F8AC-DCC8-4B9D-8253-9190C32EC998}" type="pres">
      <dgm:prSet presAssocID="{6FB22708-BED8-40AA-A922-67FAC0B4D1F0}" presName="spaceRect" presStyleCnt="0"/>
      <dgm:spPr/>
    </dgm:pt>
    <dgm:pt modelId="{66B10BF1-807D-401D-A612-BC2D49566047}" type="pres">
      <dgm:prSet presAssocID="{6FB22708-BED8-40AA-A922-67FAC0B4D1F0}" presName="parTx" presStyleLbl="revTx" presStyleIdx="0" presStyleCnt="2">
        <dgm:presLayoutVars>
          <dgm:chMax val="0"/>
          <dgm:chPref val="0"/>
        </dgm:presLayoutVars>
      </dgm:prSet>
      <dgm:spPr/>
    </dgm:pt>
    <dgm:pt modelId="{E0EB0E82-4105-4661-89E0-4C4D10C77A9A}" type="pres">
      <dgm:prSet presAssocID="{FBE32720-6DC7-4ADE-BFA6-1AEF0CB9EC1A}" presName="sibTrans" presStyleCnt="0"/>
      <dgm:spPr/>
    </dgm:pt>
    <dgm:pt modelId="{F082E183-61A0-4499-BEAE-940372092F5C}" type="pres">
      <dgm:prSet presAssocID="{2365F831-6742-48D7-87FC-0A42394CEBC5}" presName="compNode" presStyleCnt="0"/>
      <dgm:spPr/>
    </dgm:pt>
    <dgm:pt modelId="{06A1B987-6D09-431D-A4B5-5A68C59231F1}" type="pres">
      <dgm:prSet presAssocID="{2365F831-6742-48D7-87FC-0A42394CEBC5}" presName="bgRect" presStyleLbl="bgShp" presStyleIdx="1" presStyleCnt="2"/>
      <dgm:spPr/>
    </dgm:pt>
    <dgm:pt modelId="{5682ED3C-8764-4AE5-A8E4-DD26D03AA4C7}" type="pres">
      <dgm:prSet presAssocID="{2365F831-6742-48D7-87FC-0A42394CEBC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DBAC95FF-87A4-46D5-8009-210839982402}" type="pres">
      <dgm:prSet presAssocID="{2365F831-6742-48D7-87FC-0A42394CEBC5}" presName="spaceRect" presStyleCnt="0"/>
      <dgm:spPr/>
    </dgm:pt>
    <dgm:pt modelId="{B0694148-F77A-4293-AD29-2EC9AA6B483C}" type="pres">
      <dgm:prSet presAssocID="{2365F831-6742-48D7-87FC-0A42394CEBC5}" presName="parTx" presStyleLbl="revTx" presStyleIdx="1" presStyleCnt="2">
        <dgm:presLayoutVars>
          <dgm:chMax val="0"/>
          <dgm:chPref val="0"/>
        </dgm:presLayoutVars>
      </dgm:prSet>
      <dgm:spPr/>
    </dgm:pt>
  </dgm:ptLst>
  <dgm:cxnLst>
    <dgm:cxn modelId="{B4EB6D36-C118-4FDD-A63E-03ECCFC84BD2}" type="presOf" srcId="{6FB22708-BED8-40AA-A922-67FAC0B4D1F0}" destId="{66B10BF1-807D-401D-A612-BC2D49566047}" srcOrd="0" destOrd="0" presId="urn:microsoft.com/office/officeart/2018/2/layout/IconVerticalSolidList"/>
    <dgm:cxn modelId="{AF5BED87-F6BC-4DC6-806E-2293B71083A4}" srcId="{5BD58493-6886-45EA-950E-B6F68F51C494}" destId="{6FB22708-BED8-40AA-A922-67FAC0B4D1F0}" srcOrd="0" destOrd="0" parTransId="{B0F32C8F-9D4B-4A24-831C-F012B4A7E5AA}" sibTransId="{FBE32720-6DC7-4ADE-BFA6-1AEF0CB9EC1A}"/>
    <dgm:cxn modelId="{D47918AF-5FAF-4876-8A87-BAA8A7128F17}" srcId="{5BD58493-6886-45EA-950E-B6F68F51C494}" destId="{2365F831-6742-48D7-87FC-0A42394CEBC5}" srcOrd="1" destOrd="0" parTransId="{1703FB5D-D0AB-451D-A292-FD78718B91DF}" sibTransId="{F6310D24-1C97-451F-BA6F-82008F680F02}"/>
    <dgm:cxn modelId="{04DBD8B8-B31E-4772-BADA-8B2F08F53626}" type="presOf" srcId="{5BD58493-6886-45EA-950E-B6F68F51C494}" destId="{D588A0E8-248A-41AC-88C3-49C399419BC8}" srcOrd="0" destOrd="0" presId="urn:microsoft.com/office/officeart/2018/2/layout/IconVerticalSolidList"/>
    <dgm:cxn modelId="{58487EC2-0922-49B2-9947-4C6D333DA993}" type="presOf" srcId="{2365F831-6742-48D7-87FC-0A42394CEBC5}" destId="{B0694148-F77A-4293-AD29-2EC9AA6B483C}" srcOrd="0" destOrd="0" presId="urn:microsoft.com/office/officeart/2018/2/layout/IconVerticalSolidList"/>
    <dgm:cxn modelId="{8DCF5A2B-432D-4BDE-8A66-FFA0A5295577}" type="presParOf" srcId="{D588A0E8-248A-41AC-88C3-49C399419BC8}" destId="{47FFAF01-0B39-49F7-B74C-9B9FB35811CD}" srcOrd="0" destOrd="0" presId="urn:microsoft.com/office/officeart/2018/2/layout/IconVerticalSolidList"/>
    <dgm:cxn modelId="{601364D0-D2F7-4F20-92F6-140D55C627B7}" type="presParOf" srcId="{47FFAF01-0B39-49F7-B74C-9B9FB35811CD}" destId="{8533B6E8-2B90-4DA3-99AC-564CEDD2D0EA}" srcOrd="0" destOrd="0" presId="urn:microsoft.com/office/officeart/2018/2/layout/IconVerticalSolidList"/>
    <dgm:cxn modelId="{C4FE2727-F0ED-416A-96C4-040F2E85F886}" type="presParOf" srcId="{47FFAF01-0B39-49F7-B74C-9B9FB35811CD}" destId="{18EA8C1C-9FE7-4C69-BC62-087A1ECB6C47}" srcOrd="1" destOrd="0" presId="urn:microsoft.com/office/officeart/2018/2/layout/IconVerticalSolidList"/>
    <dgm:cxn modelId="{69FF460C-39F2-4689-ACBB-07E17CC6DBD0}" type="presParOf" srcId="{47FFAF01-0B39-49F7-B74C-9B9FB35811CD}" destId="{40D6F8AC-DCC8-4B9D-8253-9190C32EC998}" srcOrd="2" destOrd="0" presId="urn:microsoft.com/office/officeart/2018/2/layout/IconVerticalSolidList"/>
    <dgm:cxn modelId="{BF18641F-BF8B-413C-892C-488368ECDABB}" type="presParOf" srcId="{47FFAF01-0B39-49F7-B74C-9B9FB35811CD}" destId="{66B10BF1-807D-401D-A612-BC2D49566047}" srcOrd="3" destOrd="0" presId="urn:microsoft.com/office/officeart/2018/2/layout/IconVerticalSolidList"/>
    <dgm:cxn modelId="{961FB09C-3B12-46F1-A234-CF14C307232F}" type="presParOf" srcId="{D588A0E8-248A-41AC-88C3-49C399419BC8}" destId="{E0EB0E82-4105-4661-89E0-4C4D10C77A9A}" srcOrd="1" destOrd="0" presId="urn:microsoft.com/office/officeart/2018/2/layout/IconVerticalSolidList"/>
    <dgm:cxn modelId="{22B51FF9-97B1-49C3-99B6-7F8B76963EF4}" type="presParOf" srcId="{D588A0E8-248A-41AC-88C3-49C399419BC8}" destId="{F082E183-61A0-4499-BEAE-940372092F5C}" srcOrd="2" destOrd="0" presId="urn:microsoft.com/office/officeart/2018/2/layout/IconVerticalSolidList"/>
    <dgm:cxn modelId="{C4425808-04DB-4E9F-A1FB-6B3930499821}" type="presParOf" srcId="{F082E183-61A0-4499-BEAE-940372092F5C}" destId="{06A1B987-6D09-431D-A4B5-5A68C59231F1}" srcOrd="0" destOrd="0" presId="urn:microsoft.com/office/officeart/2018/2/layout/IconVerticalSolidList"/>
    <dgm:cxn modelId="{F65F0134-9C3F-429B-9F50-B8113F2FEBA3}" type="presParOf" srcId="{F082E183-61A0-4499-BEAE-940372092F5C}" destId="{5682ED3C-8764-4AE5-A8E4-DD26D03AA4C7}" srcOrd="1" destOrd="0" presId="urn:microsoft.com/office/officeart/2018/2/layout/IconVerticalSolidList"/>
    <dgm:cxn modelId="{C2DEA1AA-9832-404F-9330-7FF32EDC0B06}" type="presParOf" srcId="{F082E183-61A0-4499-BEAE-940372092F5C}" destId="{DBAC95FF-87A4-46D5-8009-210839982402}" srcOrd="2" destOrd="0" presId="urn:microsoft.com/office/officeart/2018/2/layout/IconVerticalSolidList"/>
    <dgm:cxn modelId="{F4A2C6BE-F899-4609-A051-5C0EDCB19120}" type="presParOf" srcId="{F082E183-61A0-4499-BEAE-940372092F5C}" destId="{B0694148-F77A-4293-AD29-2EC9AA6B483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BD58493-6886-45EA-950E-B6F68F51C494}" type="doc">
      <dgm:prSet loTypeId="urn:microsoft.com/office/officeart/2018/2/layout/IconVerticalSolidList" loCatId="icon" qsTypeId="urn:microsoft.com/office/officeart/2005/8/quickstyle/simple1#10" qsCatId="simple" csTypeId="urn:microsoft.com/office/officeart/2005/8/colors/accent1_2#2" csCatId="accent1" phldr="1"/>
      <dgm:spPr/>
      <dgm:t>
        <a:bodyPr/>
        <a:lstStyle/>
        <a:p>
          <a:endParaRPr lang="en-US"/>
        </a:p>
      </dgm:t>
    </dgm:pt>
    <dgm:pt modelId="{6FB22708-BED8-40AA-A922-67FAC0B4D1F0}">
      <dgm:prSet/>
      <dgm:spPr/>
      <dgm:t>
        <a:bodyPr/>
        <a:lstStyle/>
        <a:p>
          <a:pPr>
            <a:lnSpc>
              <a:spcPct val="100000"/>
            </a:lnSpc>
          </a:pPr>
          <a:r>
            <a:rPr lang="en-US" b="0" i="0" dirty="0"/>
            <a:t>The internal style is defined inside the &lt;style&gt; element, inside the head section.</a:t>
          </a:r>
          <a:endParaRPr lang="en-US" dirty="0"/>
        </a:p>
      </dgm:t>
    </dgm:pt>
    <dgm:pt modelId="{B0F32C8F-9D4B-4A24-831C-F012B4A7E5AA}" type="parTrans" cxnId="{AF5BED87-F6BC-4DC6-806E-2293B71083A4}">
      <dgm:prSet/>
      <dgm:spPr/>
      <dgm:t>
        <a:bodyPr/>
        <a:lstStyle/>
        <a:p>
          <a:endParaRPr lang="en-US"/>
        </a:p>
      </dgm:t>
    </dgm:pt>
    <dgm:pt modelId="{FBE32720-6DC7-4ADE-BFA6-1AEF0CB9EC1A}" type="sibTrans" cxnId="{AF5BED87-F6BC-4DC6-806E-2293B71083A4}">
      <dgm:prSet/>
      <dgm:spPr/>
      <dgm:t>
        <a:bodyPr/>
        <a:lstStyle/>
        <a:p>
          <a:endParaRPr lang="en-US"/>
        </a:p>
      </dgm:t>
    </dgm:pt>
    <dgm:pt modelId="{2365F831-6742-48D7-87FC-0A42394CEBC5}">
      <dgm:prSet/>
      <dgm:spPr/>
      <dgm:t>
        <a:bodyPr/>
        <a:lstStyle/>
        <a:p>
          <a:pPr>
            <a:lnSpc>
              <a:spcPct val="100000"/>
            </a:lnSpc>
          </a:pPr>
          <a:r>
            <a:rPr lang="en-US" b="0" i="0" dirty="0"/>
            <a:t>An internal style sheet may be used if one single HTML page has a unique style.</a:t>
          </a:r>
          <a:endParaRPr lang="en-US" dirty="0"/>
        </a:p>
      </dgm:t>
    </dgm:pt>
    <dgm:pt modelId="{1703FB5D-D0AB-451D-A292-FD78718B91DF}" type="parTrans" cxnId="{D47918AF-5FAF-4876-8A87-BAA8A7128F17}">
      <dgm:prSet/>
      <dgm:spPr/>
      <dgm:t>
        <a:bodyPr/>
        <a:lstStyle/>
        <a:p>
          <a:endParaRPr lang="en-US"/>
        </a:p>
      </dgm:t>
    </dgm:pt>
    <dgm:pt modelId="{F6310D24-1C97-451F-BA6F-82008F680F02}" type="sibTrans" cxnId="{D47918AF-5FAF-4876-8A87-BAA8A7128F17}">
      <dgm:prSet/>
      <dgm:spPr/>
      <dgm:t>
        <a:bodyPr/>
        <a:lstStyle/>
        <a:p>
          <a:endParaRPr lang="en-US"/>
        </a:p>
      </dgm:t>
    </dgm:pt>
    <dgm:pt modelId="{D588A0E8-248A-41AC-88C3-49C399419BC8}" type="pres">
      <dgm:prSet presAssocID="{5BD58493-6886-45EA-950E-B6F68F51C494}" presName="root" presStyleCnt="0">
        <dgm:presLayoutVars>
          <dgm:dir/>
          <dgm:resizeHandles val="exact"/>
        </dgm:presLayoutVars>
      </dgm:prSet>
      <dgm:spPr/>
    </dgm:pt>
    <dgm:pt modelId="{47FFAF01-0B39-49F7-B74C-9B9FB35811CD}" type="pres">
      <dgm:prSet presAssocID="{6FB22708-BED8-40AA-A922-67FAC0B4D1F0}" presName="compNode" presStyleCnt="0"/>
      <dgm:spPr/>
    </dgm:pt>
    <dgm:pt modelId="{8533B6E8-2B90-4DA3-99AC-564CEDD2D0EA}" type="pres">
      <dgm:prSet presAssocID="{6FB22708-BED8-40AA-A922-67FAC0B4D1F0}" presName="bgRect" presStyleLbl="bgShp" presStyleIdx="0" presStyleCnt="2"/>
      <dgm:spPr/>
    </dgm:pt>
    <dgm:pt modelId="{18EA8C1C-9FE7-4C69-BC62-087A1ECB6C47}" type="pres">
      <dgm:prSet presAssocID="{6FB22708-BED8-40AA-A922-67FAC0B4D1F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40D6F8AC-DCC8-4B9D-8253-9190C32EC998}" type="pres">
      <dgm:prSet presAssocID="{6FB22708-BED8-40AA-A922-67FAC0B4D1F0}" presName="spaceRect" presStyleCnt="0"/>
      <dgm:spPr/>
    </dgm:pt>
    <dgm:pt modelId="{66B10BF1-807D-401D-A612-BC2D49566047}" type="pres">
      <dgm:prSet presAssocID="{6FB22708-BED8-40AA-A922-67FAC0B4D1F0}" presName="parTx" presStyleLbl="revTx" presStyleIdx="0" presStyleCnt="2">
        <dgm:presLayoutVars>
          <dgm:chMax val="0"/>
          <dgm:chPref val="0"/>
        </dgm:presLayoutVars>
      </dgm:prSet>
      <dgm:spPr/>
    </dgm:pt>
    <dgm:pt modelId="{E0EB0E82-4105-4661-89E0-4C4D10C77A9A}" type="pres">
      <dgm:prSet presAssocID="{FBE32720-6DC7-4ADE-BFA6-1AEF0CB9EC1A}" presName="sibTrans" presStyleCnt="0"/>
      <dgm:spPr/>
    </dgm:pt>
    <dgm:pt modelId="{F082E183-61A0-4499-BEAE-940372092F5C}" type="pres">
      <dgm:prSet presAssocID="{2365F831-6742-48D7-87FC-0A42394CEBC5}" presName="compNode" presStyleCnt="0"/>
      <dgm:spPr/>
    </dgm:pt>
    <dgm:pt modelId="{06A1B987-6D09-431D-A4B5-5A68C59231F1}" type="pres">
      <dgm:prSet presAssocID="{2365F831-6742-48D7-87FC-0A42394CEBC5}" presName="bgRect" presStyleLbl="bgShp" presStyleIdx="1" presStyleCnt="2"/>
      <dgm:spPr/>
    </dgm:pt>
    <dgm:pt modelId="{5682ED3C-8764-4AE5-A8E4-DD26D03AA4C7}" type="pres">
      <dgm:prSet presAssocID="{2365F831-6742-48D7-87FC-0A42394CEBC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DBAC95FF-87A4-46D5-8009-210839982402}" type="pres">
      <dgm:prSet presAssocID="{2365F831-6742-48D7-87FC-0A42394CEBC5}" presName="spaceRect" presStyleCnt="0"/>
      <dgm:spPr/>
    </dgm:pt>
    <dgm:pt modelId="{B0694148-F77A-4293-AD29-2EC9AA6B483C}" type="pres">
      <dgm:prSet presAssocID="{2365F831-6742-48D7-87FC-0A42394CEBC5}" presName="parTx" presStyleLbl="revTx" presStyleIdx="1" presStyleCnt="2">
        <dgm:presLayoutVars>
          <dgm:chMax val="0"/>
          <dgm:chPref val="0"/>
        </dgm:presLayoutVars>
      </dgm:prSet>
      <dgm:spPr/>
    </dgm:pt>
  </dgm:ptLst>
  <dgm:cxnLst>
    <dgm:cxn modelId="{B4EB6D36-C118-4FDD-A63E-03ECCFC84BD2}" type="presOf" srcId="{6FB22708-BED8-40AA-A922-67FAC0B4D1F0}" destId="{66B10BF1-807D-401D-A612-BC2D49566047}" srcOrd="0" destOrd="0" presId="urn:microsoft.com/office/officeart/2018/2/layout/IconVerticalSolidList"/>
    <dgm:cxn modelId="{AF5BED87-F6BC-4DC6-806E-2293B71083A4}" srcId="{5BD58493-6886-45EA-950E-B6F68F51C494}" destId="{6FB22708-BED8-40AA-A922-67FAC0B4D1F0}" srcOrd="0" destOrd="0" parTransId="{B0F32C8F-9D4B-4A24-831C-F012B4A7E5AA}" sibTransId="{FBE32720-6DC7-4ADE-BFA6-1AEF0CB9EC1A}"/>
    <dgm:cxn modelId="{D47918AF-5FAF-4876-8A87-BAA8A7128F17}" srcId="{5BD58493-6886-45EA-950E-B6F68F51C494}" destId="{2365F831-6742-48D7-87FC-0A42394CEBC5}" srcOrd="1" destOrd="0" parTransId="{1703FB5D-D0AB-451D-A292-FD78718B91DF}" sibTransId="{F6310D24-1C97-451F-BA6F-82008F680F02}"/>
    <dgm:cxn modelId="{04DBD8B8-B31E-4772-BADA-8B2F08F53626}" type="presOf" srcId="{5BD58493-6886-45EA-950E-B6F68F51C494}" destId="{D588A0E8-248A-41AC-88C3-49C399419BC8}" srcOrd="0" destOrd="0" presId="urn:microsoft.com/office/officeart/2018/2/layout/IconVerticalSolidList"/>
    <dgm:cxn modelId="{58487EC2-0922-49B2-9947-4C6D333DA993}" type="presOf" srcId="{2365F831-6742-48D7-87FC-0A42394CEBC5}" destId="{B0694148-F77A-4293-AD29-2EC9AA6B483C}" srcOrd="0" destOrd="0" presId="urn:microsoft.com/office/officeart/2018/2/layout/IconVerticalSolidList"/>
    <dgm:cxn modelId="{8DCF5A2B-432D-4BDE-8A66-FFA0A5295577}" type="presParOf" srcId="{D588A0E8-248A-41AC-88C3-49C399419BC8}" destId="{47FFAF01-0B39-49F7-B74C-9B9FB35811CD}" srcOrd="0" destOrd="0" presId="urn:microsoft.com/office/officeart/2018/2/layout/IconVerticalSolidList"/>
    <dgm:cxn modelId="{601364D0-D2F7-4F20-92F6-140D55C627B7}" type="presParOf" srcId="{47FFAF01-0B39-49F7-B74C-9B9FB35811CD}" destId="{8533B6E8-2B90-4DA3-99AC-564CEDD2D0EA}" srcOrd="0" destOrd="0" presId="urn:microsoft.com/office/officeart/2018/2/layout/IconVerticalSolidList"/>
    <dgm:cxn modelId="{C4FE2727-F0ED-416A-96C4-040F2E85F886}" type="presParOf" srcId="{47FFAF01-0B39-49F7-B74C-9B9FB35811CD}" destId="{18EA8C1C-9FE7-4C69-BC62-087A1ECB6C47}" srcOrd="1" destOrd="0" presId="urn:microsoft.com/office/officeart/2018/2/layout/IconVerticalSolidList"/>
    <dgm:cxn modelId="{69FF460C-39F2-4689-ACBB-07E17CC6DBD0}" type="presParOf" srcId="{47FFAF01-0B39-49F7-B74C-9B9FB35811CD}" destId="{40D6F8AC-DCC8-4B9D-8253-9190C32EC998}" srcOrd="2" destOrd="0" presId="urn:microsoft.com/office/officeart/2018/2/layout/IconVerticalSolidList"/>
    <dgm:cxn modelId="{BF18641F-BF8B-413C-892C-488368ECDABB}" type="presParOf" srcId="{47FFAF01-0B39-49F7-B74C-9B9FB35811CD}" destId="{66B10BF1-807D-401D-A612-BC2D49566047}" srcOrd="3" destOrd="0" presId="urn:microsoft.com/office/officeart/2018/2/layout/IconVerticalSolidList"/>
    <dgm:cxn modelId="{961FB09C-3B12-46F1-A234-CF14C307232F}" type="presParOf" srcId="{D588A0E8-248A-41AC-88C3-49C399419BC8}" destId="{E0EB0E82-4105-4661-89E0-4C4D10C77A9A}" srcOrd="1" destOrd="0" presId="urn:microsoft.com/office/officeart/2018/2/layout/IconVerticalSolidList"/>
    <dgm:cxn modelId="{22B51FF9-97B1-49C3-99B6-7F8B76963EF4}" type="presParOf" srcId="{D588A0E8-248A-41AC-88C3-49C399419BC8}" destId="{F082E183-61A0-4499-BEAE-940372092F5C}" srcOrd="2" destOrd="0" presId="urn:microsoft.com/office/officeart/2018/2/layout/IconVerticalSolidList"/>
    <dgm:cxn modelId="{C4425808-04DB-4E9F-A1FB-6B3930499821}" type="presParOf" srcId="{F082E183-61A0-4499-BEAE-940372092F5C}" destId="{06A1B987-6D09-431D-A4B5-5A68C59231F1}" srcOrd="0" destOrd="0" presId="urn:microsoft.com/office/officeart/2018/2/layout/IconVerticalSolidList"/>
    <dgm:cxn modelId="{F65F0134-9C3F-429B-9F50-B8113F2FEBA3}" type="presParOf" srcId="{F082E183-61A0-4499-BEAE-940372092F5C}" destId="{5682ED3C-8764-4AE5-A8E4-DD26D03AA4C7}" srcOrd="1" destOrd="0" presId="urn:microsoft.com/office/officeart/2018/2/layout/IconVerticalSolidList"/>
    <dgm:cxn modelId="{C2DEA1AA-9832-404F-9330-7FF32EDC0B06}" type="presParOf" srcId="{F082E183-61A0-4499-BEAE-940372092F5C}" destId="{DBAC95FF-87A4-46D5-8009-210839982402}" srcOrd="2" destOrd="0" presId="urn:microsoft.com/office/officeart/2018/2/layout/IconVerticalSolidList"/>
    <dgm:cxn modelId="{F4A2C6BE-F899-4609-A051-5C0EDCB19120}" type="presParOf" srcId="{F082E183-61A0-4499-BEAE-940372092F5C}" destId="{B0694148-F77A-4293-AD29-2EC9AA6B483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BD58493-6886-45EA-950E-B6F68F51C494}" type="doc">
      <dgm:prSet loTypeId="urn:microsoft.com/office/officeart/2018/2/layout/IconVerticalSolidList" loCatId="icon" qsTypeId="urn:microsoft.com/office/officeart/2005/8/quickstyle/simple1#10" qsCatId="simple" csTypeId="urn:microsoft.com/office/officeart/2005/8/colors/accent1_2#2" csCatId="accent1" phldr="1"/>
      <dgm:spPr/>
      <dgm:t>
        <a:bodyPr/>
        <a:lstStyle/>
        <a:p>
          <a:endParaRPr lang="en-US"/>
        </a:p>
      </dgm:t>
    </dgm:pt>
    <dgm:pt modelId="{6FB22708-BED8-40AA-A922-67FAC0B4D1F0}">
      <dgm:prSet/>
      <dgm:spPr/>
      <dgm:t>
        <a:bodyPr/>
        <a:lstStyle/>
        <a:p>
          <a:pPr>
            <a:lnSpc>
              <a:spcPct val="100000"/>
            </a:lnSpc>
          </a:pPr>
          <a:r>
            <a:rPr lang="en-US" b="0" i="0" dirty="0">
              <a:solidFill>
                <a:srgbClr val="000000"/>
              </a:solidFill>
              <a:effectLst/>
              <a:latin typeface="Aptos (Body)"/>
            </a:rPr>
            <a:t>An inline style may be used to apply a unique style for a single element.</a:t>
          </a:r>
          <a:endParaRPr lang="en-US" dirty="0">
            <a:latin typeface="Aptos (Body)"/>
          </a:endParaRPr>
        </a:p>
      </dgm:t>
    </dgm:pt>
    <dgm:pt modelId="{B0F32C8F-9D4B-4A24-831C-F012B4A7E5AA}" type="parTrans" cxnId="{AF5BED87-F6BC-4DC6-806E-2293B71083A4}">
      <dgm:prSet/>
      <dgm:spPr/>
      <dgm:t>
        <a:bodyPr/>
        <a:lstStyle/>
        <a:p>
          <a:endParaRPr lang="en-US"/>
        </a:p>
      </dgm:t>
    </dgm:pt>
    <dgm:pt modelId="{FBE32720-6DC7-4ADE-BFA6-1AEF0CB9EC1A}" type="sibTrans" cxnId="{AF5BED87-F6BC-4DC6-806E-2293B71083A4}">
      <dgm:prSet/>
      <dgm:spPr/>
      <dgm:t>
        <a:bodyPr/>
        <a:lstStyle/>
        <a:p>
          <a:endParaRPr lang="en-US"/>
        </a:p>
      </dgm:t>
    </dgm:pt>
    <dgm:pt modelId="{2365F831-6742-48D7-87FC-0A42394CEBC5}">
      <dgm:prSet/>
      <dgm:spPr/>
      <dgm:t>
        <a:bodyPr/>
        <a:lstStyle/>
        <a:p>
          <a:pPr>
            <a:lnSpc>
              <a:spcPct val="100000"/>
            </a:lnSpc>
          </a:pPr>
          <a:r>
            <a:rPr lang="en-US" b="0" i="0" dirty="0">
              <a:solidFill>
                <a:srgbClr val="000000"/>
              </a:solidFill>
              <a:effectLst/>
              <a:latin typeface="Aptos (Body)"/>
            </a:rPr>
            <a:t>To use inline styles, add the style attribute to the relevant element. The style attribute can contain any CSS property</a:t>
          </a:r>
          <a:endParaRPr lang="en-US" dirty="0">
            <a:latin typeface="Aptos (Body)"/>
          </a:endParaRPr>
        </a:p>
      </dgm:t>
    </dgm:pt>
    <dgm:pt modelId="{1703FB5D-D0AB-451D-A292-FD78718B91DF}" type="parTrans" cxnId="{D47918AF-5FAF-4876-8A87-BAA8A7128F17}">
      <dgm:prSet/>
      <dgm:spPr/>
      <dgm:t>
        <a:bodyPr/>
        <a:lstStyle/>
        <a:p>
          <a:endParaRPr lang="en-US"/>
        </a:p>
      </dgm:t>
    </dgm:pt>
    <dgm:pt modelId="{F6310D24-1C97-451F-BA6F-82008F680F02}" type="sibTrans" cxnId="{D47918AF-5FAF-4876-8A87-BAA8A7128F17}">
      <dgm:prSet/>
      <dgm:spPr/>
      <dgm:t>
        <a:bodyPr/>
        <a:lstStyle/>
        <a:p>
          <a:endParaRPr lang="en-US"/>
        </a:p>
      </dgm:t>
    </dgm:pt>
    <dgm:pt modelId="{D588A0E8-248A-41AC-88C3-49C399419BC8}" type="pres">
      <dgm:prSet presAssocID="{5BD58493-6886-45EA-950E-B6F68F51C494}" presName="root" presStyleCnt="0">
        <dgm:presLayoutVars>
          <dgm:dir/>
          <dgm:resizeHandles val="exact"/>
        </dgm:presLayoutVars>
      </dgm:prSet>
      <dgm:spPr/>
    </dgm:pt>
    <dgm:pt modelId="{47FFAF01-0B39-49F7-B74C-9B9FB35811CD}" type="pres">
      <dgm:prSet presAssocID="{6FB22708-BED8-40AA-A922-67FAC0B4D1F0}" presName="compNode" presStyleCnt="0"/>
      <dgm:spPr/>
    </dgm:pt>
    <dgm:pt modelId="{8533B6E8-2B90-4DA3-99AC-564CEDD2D0EA}" type="pres">
      <dgm:prSet presAssocID="{6FB22708-BED8-40AA-A922-67FAC0B4D1F0}" presName="bgRect" presStyleLbl="bgShp" presStyleIdx="0" presStyleCnt="2"/>
      <dgm:spPr/>
    </dgm:pt>
    <dgm:pt modelId="{18EA8C1C-9FE7-4C69-BC62-087A1ECB6C47}" type="pres">
      <dgm:prSet presAssocID="{6FB22708-BED8-40AA-A922-67FAC0B4D1F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40D6F8AC-DCC8-4B9D-8253-9190C32EC998}" type="pres">
      <dgm:prSet presAssocID="{6FB22708-BED8-40AA-A922-67FAC0B4D1F0}" presName="spaceRect" presStyleCnt="0"/>
      <dgm:spPr/>
    </dgm:pt>
    <dgm:pt modelId="{66B10BF1-807D-401D-A612-BC2D49566047}" type="pres">
      <dgm:prSet presAssocID="{6FB22708-BED8-40AA-A922-67FAC0B4D1F0}" presName="parTx" presStyleLbl="revTx" presStyleIdx="0" presStyleCnt="2">
        <dgm:presLayoutVars>
          <dgm:chMax val="0"/>
          <dgm:chPref val="0"/>
        </dgm:presLayoutVars>
      </dgm:prSet>
      <dgm:spPr/>
    </dgm:pt>
    <dgm:pt modelId="{E0EB0E82-4105-4661-89E0-4C4D10C77A9A}" type="pres">
      <dgm:prSet presAssocID="{FBE32720-6DC7-4ADE-BFA6-1AEF0CB9EC1A}" presName="sibTrans" presStyleCnt="0"/>
      <dgm:spPr/>
    </dgm:pt>
    <dgm:pt modelId="{F082E183-61A0-4499-BEAE-940372092F5C}" type="pres">
      <dgm:prSet presAssocID="{2365F831-6742-48D7-87FC-0A42394CEBC5}" presName="compNode" presStyleCnt="0"/>
      <dgm:spPr/>
    </dgm:pt>
    <dgm:pt modelId="{06A1B987-6D09-431D-A4B5-5A68C59231F1}" type="pres">
      <dgm:prSet presAssocID="{2365F831-6742-48D7-87FC-0A42394CEBC5}" presName="bgRect" presStyleLbl="bgShp" presStyleIdx="1" presStyleCnt="2"/>
      <dgm:spPr/>
    </dgm:pt>
    <dgm:pt modelId="{5682ED3C-8764-4AE5-A8E4-DD26D03AA4C7}" type="pres">
      <dgm:prSet presAssocID="{2365F831-6742-48D7-87FC-0A42394CEBC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DBAC95FF-87A4-46D5-8009-210839982402}" type="pres">
      <dgm:prSet presAssocID="{2365F831-6742-48D7-87FC-0A42394CEBC5}" presName="spaceRect" presStyleCnt="0"/>
      <dgm:spPr/>
    </dgm:pt>
    <dgm:pt modelId="{B0694148-F77A-4293-AD29-2EC9AA6B483C}" type="pres">
      <dgm:prSet presAssocID="{2365F831-6742-48D7-87FC-0A42394CEBC5}" presName="parTx" presStyleLbl="revTx" presStyleIdx="1" presStyleCnt="2">
        <dgm:presLayoutVars>
          <dgm:chMax val="0"/>
          <dgm:chPref val="0"/>
        </dgm:presLayoutVars>
      </dgm:prSet>
      <dgm:spPr/>
    </dgm:pt>
  </dgm:ptLst>
  <dgm:cxnLst>
    <dgm:cxn modelId="{B4EB6D36-C118-4FDD-A63E-03ECCFC84BD2}" type="presOf" srcId="{6FB22708-BED8-40AA-A922-67FAC0B4D1F0}" destId="{66B10BF1-807D-401D-A612-BC2D49566047}" srcOrd="0" destOrd="0" presId="urn:microsoft.com/office/officeart/2018/2/layout/IconVerticalSolidList"/>
    <dgm:cxn modelId="{AF5BED87-F6BC-4DC6-806E-2293B71083A4}" srcId="{5BD58493-6886-45EA-950E-B6F68F51C494}" destId="{6FB22708-BED8-40AA-A922-67FAC0B4D1F0}" srcOrd="0" destOrd="0" parTransId="{B0F32C8F-9D4B-4A24-831C-F012B4A7E5AA}" sibTransId="{FBE32720-6DC7-4ADE-BFA6-1AEF0CB9EC1A}"/>
    <dgm:cxn modelId="{D47918AF-5FAF-4876-8A87-BAA8A7128F17}" srcId="{5BD58493-6886-45EA-950E-B6F68F51C494}" destId="{2365F831-6742-48D7-87FC-0A42394CEBC5}" srcOrd="1" destOrd="0" parTransId="{1703FB5D-D0AB-451D-A292-FD78718B91DF}" sibTransId="{F6310D24-1C97-451F-BA6F-82008F680F02}"/>
    <dgm:cxn modelId="{04DBD8B8-B31E-4772-BADA-8B2F08F53626}" type="presOf" srcId="{5BD58493-6886-45EA-950E-B6F68F51C494}" destId="{D588A0E8-248A-41AC-88C3-49C399419BC8}" srcOrd="0" destOrd="0" presId="urn:microsoft.com/office/officeart/2018/2/layout/IconVerticalSolidList"/>
    <dgm:cxn modelId="{58487EC2-0922-49B2-9947-4C6D333DA993}" type="presOf" srcId="{2365F831-6742-48D7-87FC-0A42394CEBC5}" destId="{B0694148-F77A-4293-AD29-2EC9AA6B483C}" srcOrd="0" destOrd="0" presId="urn:microsoft.com/office/officeart/2018/2/layout/IconVerticalSolidList"/>
    <dgm:cxn modelId="{8DCF5A2B-432D-4BDE-8A66-FFA0A5295577}" type="presParOf" srcId="{D588A0E8-248A-41AC-88C3-49C399419BC8}" destId="{47FFAF01-0B39-49F7-B74C-9B9FB35811CD}" srcOrd="0" destOrd="0" presId="urn:microsoft.com/office/officeart/2018/2/layout/IconVerticalSolidList"/>
    <dgm:cxn modelId="{601364D0-D2F7-4F20-92F6-140D55C627B7}" type="presParOf" srcId="{47FFAF01-0B39-49F7-B74C-9B9FB35811CD}" destId="{8533B6E8-2B90-4DA3-99AC-564CEDD2D0EA}" srcOrd="0" destOrd="0" presId="urn:microsoft.com/office/officeart/2018/2/layout/IconVerticalSolidList"/>
    <dgm:cxn modelId="{C4FE2727-F0ED-416A-96C4-040F2E85F886}" type="presParOf" srcId="{47FFAF01-0B39-49F7-B74C-9B9FB35811CD}" destId="{18EA8C1C-9FE7-4C69-BC62-087A1ECB6C47}" srcOrd="1" destOrd="0" presId="urn:microsoft.com/office/officeart/2018/2/layout/IconVerticalSolidList"/>
    <dgm:cxn modelId="{69FF460C-39F2-4689-ACBB-07E17CC6DBD0}" type="presParOf" srcId="{47FFAF01-0B39-49F7-B74C-9B9FB35811CD}" destId="{40D6F8AC-DCC8-4B9D-8253-9190C32EC998}" srcOrd="2" destOrd="0" presId="urn:microsoft.com/office/officeart/2018/2/layout/IconVerticalSolidList"/>
    <dgm:cxn modelId="{BF18641F-BF8B-413C-892C-488368ECDABB}" type="presParOf" srcId="{47FFAF01-0B39-49F7-B74C-9B9FB35811CD}" destId="{66B10BF1-807D-401D-A612-BC2D49566047}" srcOrd="3" destOrd="0" presId="urn:microsoft.com/office/officeart/2018/2/layout/IconVerticalSolidList"/>
    <dgm:cxn modelId="{961FB09C-3B12-46F1-A234-CF14C307232F}" type="presParOf" srcId="{D588A0E8-248A-41AC-88C3-49C399419BC8}" destId="{E0EB0E82-4105-4661-89E0-4C4D10C77A9A}" srcOrd="1" destOrd="0" presId="urn:microsoft.com/office/officeart/2018/2/layout/IconVerticalSolidList"/>
    <dgm:cxn modelId="{22B51FF9-97B1-49C3-99B6-7F8B76963EF4}" type="presParOf" srcId="{D588A0E8-248A-41AC-88C3-49C399419BC8}" destId="{F082E183-61A0-4499-BEAE-940372092F5C}" srcOrd="2" destOrd="0" presId="urn:microsoft.com/office/officeart/2018/2/layout/IconVerticalSolidList"/>
    <dgm:cxn modelId="{C4425808-04DB-4E9F-A1FB-6B3930499821}" type="presParOf" srcId="{F082E183-61A0-4499-BEAE-940372092F5C}" destId="{06A1B987-6D09-431D-A4B5-5A68C59231F1}" srcOrd="0" destOrd="0" presId="urn:microsoft.com/office/officeart/2018/2/layout/IconVerticalSolidList"/>
    <dgm:cxn modelId="{F65F0134-9C3F-429B-9F50-B8113F2FEBA3}" type="presParOf" srcId="{F082E183-61A0-4499-BEAE-940372092F5C}" destId="{5682ED3C-8764-4AE5-A8E4-DD26D03AA4C7}" srcOrd="1" destOrd="0" presId="urn:microsoft.com/office/officeart/2018/2/layout/IconVerticalSolidList"/>
    <dgm:cxn modelId="{C2DEA1AA-9832-404F-9330-7FF32EDC0B06}" type="presParOf" srcId="{F082E183-61A0-4499-BEAE-940372092F5C}" destId="{DBAC95FF-87A4-46D5-8009-210839982402}" srcOrd="2" destOrd="0" presId="urn:microsoft.com/office/officeart/2018/2/layout/IconVerticalSolidList"/>
    <dgm:cxn modelId="{F4A2C6BE-F899-4609-A051-5C0EDCB19120}" type="presParOf" srcId="{F082E183-61A0-4499-BEAE-940372092F5C}" destId="{B0694148-F77A-4293-AD29-2EC9AA6B483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DA6EE-9046-4965-B452-9ADCB3253A70}">
      <dsp:nvSpPr>
        <dsp:cNvPr id="0" name=""/>
        <dsp:cNvSpPr/>
      </dsp:nvSpPr>
      <dsp:spPr>
        <a:xfrm>
          <a:off x="1061437" y="573061"/>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8EF756-9C75-41E9-9906-ABD2E9898A77}">
      <dsp:nvSpPr>
        <dsp:cNvPr id="0" name=""/>
        <dsp:cNvSpPr/>
      </dsp:nvSpPr>
      <dsp:spPr>
        <a:xfrm>
          <a:off x="1582" y="1845452"/>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b="1" kern="1200"/>
            <a:t>Front-end</a:t>
          </a:r>
          <a:endParaRPr lang="en-US" sz="1800" kern="1200"/>
        </a:p>
      </dsp:txBody>
      <dsp:txXfrm>
        <a:off x="1582" y="1845452"/>
        <a:ext cx="3261093" cy="489164"/>
      </dsp:txXfrm>
    </dsp:sp>
    <dsp:sp modelId="{BE139F06-F3BB-4467-A570-FED726FAB990}">
      <dsp:nvSpPr>
        <dsp:cNvPr id="0" name=""/>
        <dsp:cNvSpPr/>
      </dsp:nvSpPr>
      <dsp:spPr>
        <a:xfrm>
          <a:off x="1582" y="2395549"/>
          <a:ext cx="3261093" cy="1224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HTML5 semantic elements CSS</a:t>
          </a:r>
        </a:p>
        <a:p>
          <a:pPr marL="0" lvl="0" indent="0" algn="ctr" defTabSz="800100">
            <a:lnSpc>
              <a:spcPct val="100000"/>
            </a:lnSpc>
            <a:spcBef>
              <a:spcPct val="0"/>
            </a:spcBef>
            <a:spcAft>
              <a:spcPct val="35000"/>
            </a:spcAft>
            <a:buNone/>
          </a:pPr>
          <a:r>
            <a:rPr lang="en-US" sz="1800" kern="1200" dirty="0"/>
            <a:t>JavaScript to dynamically add/remove elements </a:t>
          </a:r>
        </a:p>
      </dsp:txBody>
      <dsp:txXfrm>
        <a:off x="1582" y="2395549"/>
        <a:ext cx="3261093" cy="1224193"/>
      </dsp:txXfrm>
    </dsp:sp>
    <dsp:sp modelId="{175D1229-09E8-41D9-8FC8-AFDF799579E9}">
      <dsp:nvSpPr>
        <dsp:cNvPr id="0" name=""/>
        <dsp:cNvSpPr/>
      </dsp:nvSpPr>
      <dsp:spPr>
        <a:xfrm>
          <a:off x="4893223" y="573061"/>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EF70A-E0AF-4F8F-B3DE-DC89228A9115}">
      <dsp:nvSpPr>
        <dsp:cNvPr id="0" name=""/>
        <dsp:cNvSpPr/>
      </dsp:nvSpPr>
      <dsp:spPr>
        <a:xfrm>
          <a:off x="3833367" y="1845452"/>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b="1" kern="1200"/>
            <a:t>Back-end: data manipulation</a:t>
          </a:r>
          <a:endParaRPr lang="en-US" sz="1800" kern="1200"/>
        </a:p>
      </dsp:txBody>
      <dsp:txXfrm>
        <a:off x="3833367" y="1845452"/>
        <a:ext cx="3261093" cy="489164"/>
      </dsp:txXfrm>
    </dsp:sp>
    <dsp:sp modelId="{313C6EC5-3742-44D7-AEE4-8F024F83AC32}">
      <dsp:nvSpPr>
        <dsp:cNvPr id="0" name=""/>
        <dsp:cNvSpPr/>
      </dsp:nvSpPr>
      <dsp:spPr>
        <a:xfrm>
          <a:off x="3833367" y="2395549"/>
          <a:ext cx="3261093" cy="1224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Create, Store, Edit, Delete data (using a database) </a:t>
          </a:r>
        </a:p>
        <a:p>
          <a:pPr marL="0" lvl="0" indent="0" algn="ctr" defTabSz="800100">
            <a:lnSpc>
              <a:spcPct val="100000"/>
            </a:lnSpc>
            <a:spcBef>
              <a:spcPct val="0"/>
            </a:spcBef>
            <a:spcAft>
              <a:spcPct val="35000"/>
            </a:spcAft>
            <a:buNone/>
          </a:pPr>
          <a:r>
            <a:rPr lang="en-US" sz="1800" kern="1200" dirty="0"/>
            <a:t>Display </a:t>
          </a:r>
          <a:r>
            <a:rPr lang="en-US" sz="1800" i="1" kern="1200" dirty="0"/>
            <a:t>all </a:t>
          </a:r>
          <a:r>
            <a:rPr lang="en-US" sz="1800" kern="1200" dirty="0"/>
            <a:t>resources (index), display </a:t>
          </a:r>
          <a:r>
            <a:rPr lang="en-US" sz="1800" i="1" kern="1200" dirty="0"/>
            <a:t>one </a:t>
          </a:r>
          <a:r>
            <a:rPr lang="en-US" sz="1800" kern="1200" dirty="0"/>
            <a:t>resource (show)</a:t>
          </a:r>
        </a:p>
      </dsp:txBody>
      <dsp:txXfrm>
        <a:off x="3833367" y="2395549"/>
        <a:ext cx="3261093" cy="1224193"/>
      </dsp:txXfrm>
    </dsp:sp>
    <dsp:sp modelId="{3C8B12DF-CDCD-40AE-A158-CFA61BBCD425}">
      <dsp:nvSpPr>
        <dsp:cNvPr id="0" name=""/>
        <dsp:cNvSpPr/>
      </dsp:nvSpPr>
      <dsp:spPr>
        <a:xfrm>
          <a:off x="8725008" y="573061"/>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54B2CD-0625-4E52-B9AD-648FED7FF17E}">
      <dsp:nvSpPr>
        <dsp:cNvPr id="0" name=""/>
        <dsp:cNvSpPr/>
      </dsp:nvSpPr>
      <dsp:spPr>
        <a:xfrm>
          <a:off x="7665152" y="1845452"/>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b="1" kern="1200"/>
            <a:t>Authentication / Authorization </a:t>
          </a:r>
          <a:endParaRPr lang="en-US" sz="1800" kern="1200"/>
        </a:p>
      </dsp:txBody>
      <dsp:txXfrm>
        <a:off x="7665152" y="1845452"/>
        <a:ext cx="3261093" cy="489164"/>
      </dsp:txXfrm>
    </dsp:sp>
    <dsp:sp modelId="{31388354-535C-47B2-9B95-EA785AAF69C6}">
      <dsp:nvSpPr>
        <dsp:cNvPr id="0" name=""/>
        <dsp:cNvSpPr/>
      </dsp:nvSpPr>
      <dsp:spPr>
        <a:xfrm>
          <a:off x="7665152" y="2395549"/>
          <a:ext cx="3261093" cy="1224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Log in using a password</a:t>
          </a:r>
        </a:p>
        <a:p>
          <a:pPr marL="0" lvl="0" indent="0" algn="ctr" defTabSz="800100">
            <a:lnSpc>
              <a:spcPct val="100000"/>
            </a:lnSpc>
            <a:spcBef>
              <a:spcPct val="0"/>
            </a:spcBef>
            <a:spcAft>
              <a:spcPct val="35000"/>
            </a:spcAft>
            <a:buNone/>
          </a:pPr>
          <a:r>
            <a:rPr lang="en-US" sz="1800" kern="1200" dirty="0"/>
            <a:t>(At least) two users: logged user and guest (not logged) user</a:t>
          </a:r>
        </a:p>
      </dsp:txBody>
      <dsp:txXfrm>
        <a:off x="7665152" y="2395549"/>
        <a:ext cx="3261093" cy="12241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4AAE27-CBFC-4E16-8EB5-476C2D53930A}">
      <dsp:nvSpPr>
        <dsp:cNvPr id="0" name=""/>
        <dsp:cNvSpPr/>
      </dsp:nvSpPr>
      <dsp:spPr>
        <a:xfrm>
          <a:off x="0" y="51309"/>
          <a:ext cx="10515600" cy="691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dirty="0"/>
            <a:t>Before We Dive into UI Design:</a:t>
          </a:r>
          <a:endParaRPr lang="en-US" sz="2400" kern="1200" dirty="0"/>
        </a:p>
      </dsp:txBody>
      <dsp:txXfrm>
        <a:off x="0" y="51309"/>
        <a:ext cx="10515600" cy="691200"/>
      </dsp:txXfrm>
    </dsp:sp>
    <dsp:sp modelId="{F545263D-90DF-4DA8-A390-609CA88A8984}">
      <dsp:nvSpPr>
        <dsp:cNvPr id="0" name=""/>
        <dsp:cNvSpPr/>
      </dsp:nvSpPr>
      <dsp:spPr>
        <a:xfrm>
          <a:off x="0" y="742509"/>
          <a:ext cx="10515600" cy="355752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ctr" defTabSz="1066800">
            <a:lnSpc>
              <a:spcPct val="90000"/>
            </a:lnSpc>
            <a:spcBef>
              <a:spcPct val="0"/>
            </a:spcBef>
            <a:spcAft>
              <a:spcPct val="15000"/>
            </a:spcAft>
            <a:buNone/>
          </a:pPr>
          <a:r>
            <a:rPr lang="en-US" sz="2400" b="1" i="1" kern="1200" dirty="0"/>
            <a:t>Make a List of What Your Project Will Do (Functional &amp; Non-functional Requirements), submit on its learning</a:t>
          </a:r>
          <a:endParaRPr lang="en-US" sz="2400" kern="1200" dirty="0"/>
        </a:p>
        <a:p>
          <a:pPr marL="457200" lvl="2" indent="-228600" algn="l" defTabSz="1066800">
            <a:lnSpc>
              <a:spcPct val="90000"/>
            </a:lnSpc>
            <a:spcBef>
              <a:spcPct val="0"/>
            </a:spcBef>
            <a:spcAft>
              <a:spcPct val="15000"/>
            </a:spcAft>
            <a:buFont typeface="Wingdings" panose="05000000000000000000" pitchFamily="2" charset="2"/>
            <a:buChar char="Ø"/>
          </a:pPr>
          <a:r>
            <a:rPr lang="en-US" sz="2400" kern="1200" dirty="0"/>
            <a:t> Non-exhaustive: Don't worry! This list doesn’t need to be perfect or complete. I'm not grading it! The goal is to help us understand what your project will look like and if it’s big enough for this course.</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kern="1200" dirty="0"/>
            <a:t> Functional requirements are about </a:t>
          </a:r>
          <a:r>
            <a:rPr lang="en-US" sz="2400" b="1" kern="1200" dirty="0"/>
            <a:t>what</a:t>
          </a:r>
          <a:r>
            <a:rPr lang="en-US" sz="2400" kern="1200" dirty="0"/>
            <a:t> your app should do (e.g., user login, creating posts).</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kern="1200" dirty="0"/>
            <a:t> Non-functional requirements focus on </a:t>
          </a:r>
          <a:r>
            <a:rPr lang="en-US" sz="2400" b="1" kern="1200" dirty="0"/>
            <a:t>how</a:t>
          </a:r>
          <a:r>
            <a:rPr lang="en-US" sz="2400" kern="1200" dirty="0"/>
            <a:t> it should work (e.g., fast loading times, secure passwords).</a:t>
          </a:r>
        </a:p>
      </dsp:txBody>
      <dsp:txXfrm>
        <a:off x="0" y="742509"/>
        <a:ext cx="10515600" cy="35575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AE3FC0-B5CD-4950-8178-D65C91E18C26}">
      <dsp:nvSpPr>
        <dsp:cNvPr id="0" name=""/>
        <dsp:cNvSpPr/>
      </dsp:nvSpPr>
      <dsp:spPr>
        <a:xfrm>
          <a:off x="0" y="663"/>
          <a:ext cx="6934199" cy="15514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FF4AD-AA46-4F3A-AD51-203FDCA2FE33}">
      <dsp:nvSpPr>
        <dsp:cNvPr id="0" name=""/>
        <dsp:cNvSpPr/>
      </dsp:nvSpPr>
      <dsp:spPr>
        <a:xfrm>
          <a:off x="469311" y="349737"/>
          <a:ext cx="853293" cy="8532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EE9E30-B943-41E3-93FE-D45583AB253E}">
      <dsp:nvSpPr>
        <dsp:cNvPr id="0" name=""/>
        <dsp:cNvSpPr/>
      </dsp:nvSpPr>
      <dsp:spPr>
        <a:xfrm>
          <a:off x="1791916" y="663"/>
          <a:ext cx="5142282" cy="15514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194" tIns="164194" rIns="164194" bIns="164194" numCol="1" spcCol="1270" anchor="ctr" anchorCtr="0">
          <a:noAutofit/>
        </a:bodyPr>
        <a:lstStyle/>
        <a:p>
          <a:pPr marL="0" lvl="0" indent="0" algn="l" defTabSz="933450">
            <a:lnSpc>
              <a:spcPct val="90000"/>
            </a:lnSpc>
            <a:spcBef>
              <a:spcPct val="0"/>
            </a:spcBef>
            <a:spcAft>
              <a:spcPct val="35000"/>
            </a:spcAft>
            <a:buNone/>
          </a:pPr>
          <a:r>
            <a:rPr lang="en-US" sz="2100" b="1" kern="1200" dirty="0"/>
            <a:t>Hyper Text Markup Language </a:t>
          </a:r>
          <a:r>
            <a:rPr lang="en-US" sz="2100" kern="1200" dirty="0"/>
            <a:t>Standard for creating web pages</a:t>
          </a:r>
          <a:r>
            <a:rPr lang="da-DK" sz="2100" kern="1200" dirty="0"/>
            <a:t>.</a:t>
          </a:r>
          <a:endParaRPr lang="en-US" sz="2100" kern="1200" dirty="0"/>
        </a:p>
      </dsp:txBody>
      <dsp:txXfrm>
        <a:off x="1791916" y="663"/>
        <a:ext cx="5142282" cy="1551443"/>
      </dsp:txXfrm>
    </dsp:sp>
    <dsp:sp modelId="{4403FE30-4E7A-46AD-A78B-E31D78132468}">
      <dsp:nvSpPr>
        <dsp:cNvPr id="0" name=""/>
        <dsp:cNvSpPr/>
      </dsp:nvSpPr>
      <dsp:spPr>
        <a:xfrm>
          <a:off x="0" y="1939966"/>
          <a:ext cx="6934199" cy="15514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F235DF-B500-403A-ADD7-BDA2B19F1859}">
      <dsp:nvSpPr>
        <dsp:cNvPr id="0" name=""/>
        <dsp:cNvSpPr/>
      </dsp:nvSpPr>
      <dsp:spPr>
        <a:xfrm>
          <a:off x="469311" y="2289041"/>
          <a:ext cx="853293" cy="8532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7B6F7F-B476-420F-B97D-08A1CB1DC81F}">
      <dsp:nvSpPr>
        <dsp:cNvPr id="0" name=""/>
        <dsp:cNvSpPr/>
      </dsp:nvSpPr>
      <dsp:spPr>
        <a:xfrm>
          <a:off x="1791916" y="1939966"/>
          <a:ext cx="5142282" cy="15514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194" tIns="164194" rIns="164194" bIns="164194" numCol="1" spcCol="1270" anchor="ctr" anchorCtr="0">
          <a:noAutofit/>
        </a:bodyPr>
        <a:lstStyle/>
        <a:p>
          <a:pPr marL="0" lvl="0" indent="0" algn="l" defTabSz="933450">
            <a:lnSpc>
              <a:spcPct val="90000"/>
            </a:lnSpc>
            <a:spcBef>
              <a:spcPct val="0"/>
            </a:spcBef>
            <a:spcAft>
              <a:spcPct val="35000"/>
            </a:spcAft>
            <a:buNone/>
          </a:pPr>
          <a:r>
            <a:rPr lang="en-US" sz="2100" kern="1200" dirty="0"/>
            <a:t>It describes a structured format for describing documents, which a web browser interprets and display as a web page.</a:t>
          </a:r>
        </a:p>
      </dsp:txBody>
      <dsp:txXfrm>
        <a:off x="1791916" y="1939966"/>
        <a:ext cx="5142282" cy="1551443"/>
      </dsp:txXfrm>
    </dsp:sp>
    <dsp:sp modelId="{4FB1B91A-3DEF-4B78-8A16-7FD8D93CF8EB}">
      <dsp:nvSpPr>
        <dsp:cNvPr id="0" name=""/>
        <dsp:cNvSpPr/>
      </dsp:nvSpPr>
      <dsp:spPr>
        <a:xfrm>
          <a:off x="0" y="3879270"/>
          <a:ext cx="6934199" cy="15514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56DD67-C81E-496F-A7F4-EB77A7A8B7A9}">
      <dsp:nvSpPr>
        <dsp:cNvPr id="0" name=""/>
        <dsp:cNvSpPr/>
      </dsp:nvSpPr>
      <dsp:spPr>
        <a:xfrm>
          <a:off x="469311" y="4228345"/>
          <a:ext cx="853293" cy="8532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D6D5A7-8443-411C-943F-8DE95233EBEA}">
      <dsp:nvSpPr>
        <dsp:cNvPr id="0" name=""/>
        <dsp:cNvSpPr/>
      </dsp:nvSpPr>
      <dsp:spPr>
        <a:xfrm>
          <a:off x="1791916" y="3879270"/>
          <a:ext cx="5142282" cy="15514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194" tIns="164194" rIns="164194" bIns="164194" numCol="1" spcCol="1270" anchor="ctr" anchorCtr="0">
          <a:noAutofit/>
        </a:bodyPr>
        <a:lstStyle/>
        <a:p>
          <a:pPr marL="0" lvl="0" indent="0" algn="l" defTabSz="933450">
            <a:lnSpc>
              <a:spcPct val="90000"/>
            </a:lnSpc>
            <a:spcBef>
              <a:spcPct val="0"/>
            </a:spcBef>
            <a:spcAft>
              <a:spcPct val="35000"/>
            </a:spcAft>
            <a:buNone/>
          </a:pPr>
          <a:r>
            <a:rPr lang="en-US" sz="2100" kern="1200"/>
            <a:t>It relies on HTML Elements</a:t>
          </a:r>
          <a:r>
            <a:rPr lang="da-DK" sz="2100" kern="1200"/>
            <a:t>.</a:t>
          </a:r>
          <a:endParaRPr lang="en-US" sz="2100" kern="1200"/>
        </a:p>
      </dsp:txBody>
      <dsp:txXfrm>
        <a:off x="1791916" y="3879270"/>
        <a:ext cx="5142282" cy="15514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DF4E5-7173-49CC-8415-8D909E72B4B3}">
      <dsp:nvSpPr>
        <dsp:cNvPr id="0" name=""/>
        <dsp:cNvSpPr/>
      </dsp:nvSpPr>
      <dsp:spPr>
        <a:xfrm>
          <a:off x="0" y="665829"/>
          <a:ext cx="10515600" cy="716040"/>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a-DK" sz="1800" b="1" i="0" kern="1200" baseline="0"/>
            <a:t>Semantic HTML Elements</a:t>
          </a:r>
          <a:br>
            <a:rPr lang="da-DK" sz="1800" b="0" i="0" kern="1200" baseline="0"/>
          </a:br>
          <a:r>
            <a:rPr lang="da-DK" sz="1800" b="0" i="0" kern="1200" baseline="0"/>
            <a:t>These elements clearly describe their purpose and the type of content they contain.</a:t>
          </a:r>
          <a:endParaRPr lang="en-US" sz="1800" kern="1200"/>
        </a:p>
      </dsp:txBody>
      <dsp:txXfrm>
        <a:off x="34954" y="700783"/>
        <a:ext cx="10445692" cy="646132"/>
      </dsp:txXfrm>
    </dsp:sp>
    <dsp:sp modelId="{99CF5C22-C157-46AF-9056-4E1A99D42511}">
      <dsp:nvSpPr>
        <dsp:cNvPr id="0" name=""/>
        <dsp:cNvSpPr/>
      </dsp:nvSpPr>
      <dsp:spPr>
        <a:xfrm>
          <a:off x="0" y="1433709"/>
          <a:ext cx="10515600" cy="716040"/>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a-DK" sz="1800" b="1" i="0" kern="1200" baseline="0"/>
            <a:t>Examples: </a:t>
          </a:r>
          <a:r>
            <a:rPr lang="da-DK" sz="1800" b="0" i="0" kern="1200" baseline="0"/>
            <a:t>&lt;header&gt;, &lt;footer&gt;, &lt;article&gt;, &lt;section&gt;, &lt;nav&gt;, &lt;aside&gt;, &lt;main&gt;</a:t>
          </a:r>
          <a:endParaRPr lang="en-US" sz="1800" kern="1200"/>
        </a:p>
      </dsp:txBody>
      <dsp:txXfrm>
        <a:off x="34954" y="1468663"/>
        <a:ext cx="10445692" cy="646132"/>
      </dsp:txXfrm>
    </dsp:sp>
    <dsp:sp modelId="{DBE1D75E-4044-433F-B9EA-C4CB7988D6C2}">
      <dsp:nvSpPr>
        <dsp:cNvPr id="0" name=""/>
        <dsp:cNvSpPr/>
      </dsp:nvSpPr>
      <dsp:spPr>
        <a:xfrm>
          <a:off x="0" y="2201589"/>
          <a:ext cx="10515600" cy="716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a-DK" sz="1800" b="1" i="0" kern="1200" baseline="0"/>
            <a:t>Non-Semantic (Normal) HTML Elements</a:t>
          </a:r>
          <a:br>
            <a:rPr lang="da-DK" sz="1800" b="0" i="0" kern="1200" baseline="0"/>
          </a:br>
          <a:r>
            <a:rPr lang="da-DK" sz="1800" b="0" i="0" kern="1200" baseline="0"/>
            <a:t>These elements don’t provide any meaning about the content they wrap. They are generic containers.</a:t>
          </a:r>
          <a:endParaRPr lang="en-US" sz="1800" kern="1200"/>
        </a:p>
      </dsp:txBody>
      <dsp:txXfrm>
        <a:off x="34954" y="2236543"/>
        <a:ext cx="10445692" cy="646132"/>
      </dsp:txXfrm>
    </dsp:sp>
    <dsp:sp modelId="{7549D09F-54DC-4DE0-9915-D4405A159D88}">
      <dsp:nvSpPr>
        <dsp:cNvPr id="0" name=""/>
        <dsp:cNvSpPr/>
      </dsp:nvSpPr>
      <dsp:spPr>
        <a:xfrm>
          <a:off x="0" y="2969469"/>
          <a:ext cx="10515600" cy="716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a-DK" sz="1800" b="1" i="0" kern="1200" baseline="0"/>
            <a:t>Examples: </a:t>
          </a:r>
          <a:r>
            <a:rPr lang="da-DK" sz="1800" b="0" i="0" kern="1200" baseline="0"/>
            <a:t>&lt;div&gt;, &lt;p&gt;</a:t>
          </a:r>
          <a:endParaRPr lang="en-US" sz="1800" kern="1200"/>
        </a:p>
      </dsp:txBody>
      <dsp:txXfrm>
        <a:off x="34954" y="3004423"/>
        <a:ext cx="10445692" cy="6461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27DBC-F7AF-49F6-9BA8-C499D4A62220}">
      <dsp:nvSpPr>
        <dsp:cNvPr id="0" name=""/>
        <dsp:cNvSpPr/>
      </dsp:nvSpPr>
      <dsp:spPr>
        <a:xfrm>
          <a:off x="0" y="1275062"/>
          <a:ext cx="10927829" cy="20412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562356" rIns="848121" bIns="192024" numCol="1" spcCol="1270" anchor="t" anchorCtr="0">
          <a:noAutofit/>
        </a:bodyPr>
        <a:lstStyle/>
        <a:p>
          <a:pPr marL="228600" lvl="1" indent="-228600" algn="l" defTabSz="1200150">
            <a:lnSpc>
              <a:spcPct val="90000"/>
            </a:lnSpc>
            <a:spcBef>
              <a:spcPct val="0"/>
            </a:spcBef>
            <a:spcAft>
              <a:spcPct val="15000"/>
            </a:spcAft>
            <a:buChar char="•"/>
          </a:pPr>
          <a:r>
            <a:rPr lang="en-US" sz="2700" b="0" i="0" kern="1200" dirty="0"/>
            <a:t>External CSS</a:t>
          </a:r>
          <a:endParaRPr lang="en-US" sz="2700" kern="1200" dirty="0"/>
        </a:p>
        <a:p>
          <a:pPr marL="228600" lvl="1" indent="-228600" algn="l" defTabSz="1200150">
            <a:lnSpc>
              <a:spcPct val="90000"/>
            </a:lnSpc>
            <a:spcBef>
              <a:spcPct val="0"/>
            </a:spcBef>
            <a:spcAft>
              <a:spcPct val="15000"/>
            </a:spcAft>
            <a:buChar char="•"/>
          </a:pPr>
          <a:r>
            <a:rPr lang="en-US" sz="2700" b="0" i="0" kern="1200"/>
            <a:t>Internal CSS</a:t>
          </a:r>
          <a:endParaRPr lang="en-US" sz="2700" kern="1200"/>
        </a:p>
        <a:p>
          <a:pPr marL="228600" lvl="1" indent="-228600" algn="l" defTabSz="1200150">
            <a:lnSpc>
              <a:spcPct val="90000"/>
            </a:lnSpc>
            <a:spcBef>
              <a:spcPct val="0"/>
            </a:spcBef>
            <a:spcAft>
              <a:spcPct val="15000"/>
            </a:spcAft>
            <a:buChar char="•"/>
          </a:pPr>
          <a:r>
            <a:rPr lang="en-US" sz="2700" b="0" i="0" kern="1200"/>
            <a:t>Inline CSS</a:t>
          </a:r>
          <a:endParaRPr lang="en-US" sz="2700" kern="1200"/>
        </a:p>
      </dsp:txBody>
      <dsp:txXfrm>
        <a:off x="0" y="1275062"/>
        <a:ext cx="10927829" cy="2041200"/>
      </dsp:txXfrm>
    </dsp:sp>
    <dsp:sp modelId="{E83BB4A7-76C6-4359-95F7-2F74414C19CF}">
      <dsp:nvSpPr>
        <dsp:cNvPr id="0" name=""/>
        <dsp:cNvSpPr/>
      </dsp:nvSpPr>
      <dsp:spPr>
        <a:xfrm>
          <a:off x="546391" y="876542"/>
          <a:ext cx="7649480" cy="7970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1200150">
            <a:lnSpc>
              <a:spcPct val="90000"/>
            </a:lnSpc>
            <a:spcBef>
              <a:spcPct val="0"/>
            </a:spcBef>
            <a:spcAft>
              <a:spcPct val="35000"/>
            </a:spcAft>
            <a:buNone/>
          </a:pPr>
          <a:r>
            <a:rPr lang="en-US" sz="2700" b="0" i="0" kern="1200"/>
            <a:t>There are three ways of inserting a style sheet:</a:t>
          </a:r>
          <a:endParaRPr lang="en-US" sz="2700" kern="1200"/>
        </a:p>
      </dsp:txBody>
      <dsp:txXfrm>
        <a:off x="585299" y="915450"/>
        <a:ext cx="7571664" cy="7192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33B6E8-2B90-4DA3-99AC-564CEDD2D0EA}">
      <dsp:nvSpPr>
        <dsp:cNvPr id="0" name=""/>
        <dsp:cNvSpPr/>
      </dsp:nvSpPr>
      <dsp:spPr>
        <a:xfrm>
          <a:off x="0" y="368850"/>
          <a:ext cx="9826625" cy="68095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A8C1C-9FE7-4C69-BC62-087A1ECB6C47}">
      <dsp:nvSpPr>
        <dsp:cNvPr id="0" name=""/>
        <dsp:cNvSpPr/>
      </dsp:nvSpPr>
      <dsp:spPr>
        <a:xfrm>
          <a:off x="205989" y="522065"/>
          <a:ext cx="374525" cy="3745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B10BF1-807D-401D-A612-BC2D49566047}">
      <dsp:nvSpPr>
        <dsp:cNvPr id="0" name=""/>
        <dsp:cNvSpPr/>
      </dsp:nvSpPr>
      <dsp:spPr>
        <a:xfrm>
          <a:off x="786503" y="368850"/>
          <a:ext cx="9040121" cy="680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68" tIns="72068" rIns="72068" bIns="72068" numCol="1" spcCol="1270" anchor="ctr" anchorCtr="0">
          <a:noAutofit/>
        </a:bodyPr>
        <a:lstStyle/>
        <a:p>
          <a:pPr marL="0" lvl="0" indent="0" algn="l" defTabSz="755650">
            <a:lnSpc>
              <a:spcPct val="100000"/>
            </a:lnSpc>
            <a:spcBef>
              <a:spcPct val="0"/>
            </a:spcBef>
            <a:spcAft>
              <a:spcPct val="35000"/>
            </a:spcAft>
            <a:buNone/>
          </a:pPr>
          <a:r>
            <a:rPr lang="en-US" sz="1700" b="0" i="0" kern="1200"/>
            <a:t>With an external style sheet, you can change the look of an entire website by changing just one file!</a:t>
          </a:r>
          <a:endParaRPr lang="en-US" sz="1700" kern="1200"/>
        </a:p>
      </dsp:txBody>
      <dsp:txXfrm>
        <a:off x="786503" y="368850"/>
        <a:ext cx="9040121" cy="680955"/>
      </dsp:txXfrm>
    </dsp:sp>
    <dsp:sp modelId="{06A1B987-6D09-431D-A4B5-5A68C59231F1}">
      <dsp:nvSpPr>
        <dsp:cNvPr id="0" name=""/>
        <dsp:cNvSpPr/>
      </dsp:nvSpPr>
      <dsp:spPr>
        <a:xfrm>
          <a:off x="0" y="1220045"/>
          <a:ext cx="9826625" cy="68095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2ED3C-8764-4AE5-A8E4-DD26D03AA4C7}">
      <dsp:nvSpPr>
        <dsp:cNvPr id="0" name=""/>
        <dsp:cNvSpPr/>
      </dsp:nvSpPr>
      <dsp:spPr>
        <a:xfrm>
          <a:off x="205989" y="1373260"/>
          <a:ext cx="374525" cy="3745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694148-F77A-4293-AD29-2EC9AA6B483C}">
      <dsp:nvSpPr>
        <dsp:cNvPr id="0" name=""/>
        <dsp:cNvSpPr/>
      </dsp:nvSpPr>
      <dsp:spPr>
        <a:xfrm>
          <a:off x="786503" y="1220045"/>
          <a:ext cx="9040121" cy="680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68" tIns="72068" rIns="72068" bIns="72068" numCol="1" spcCol="1270" anchor="ctr" anchorCtr="0">
          <a:noAutofit/>
        </a:bodyPr>
        <a:lstStyle/>
        <a:p>
          <a:pPr marL="0" lvl="0" indent="0" algn="l" defTabSz="755650">
            <a:lnSpc>
              <a:spcPct val="100000"/>
            </a:lnSpc>
            <a:spcBef>
              <a:spcPct val="0"/>
            </a:spcBef>
            <a:spcAft>
              <a:spcPct val="35000"/>
            </a:spcAft>
            <a:buNone/>
          </a:pPr>
          <a:r>
            <a:rPr lang="en-US" sz="1700" b="0" i="0" kern="1200" dirty="0"/>
            <a:t>Each HTML page must include a reference to the external style sheet file inside the &lt;link&gt; element, inside the head section.</a:t>
          </a:r>
          <a:endParaRPr lang="en-US" sz="1700" kern="1200" dirty="0"/>
        </a:p>
      </dsp:txBody>
      <dsp:txXfrm>
        <a:off x="786503" y="1220045"/>
        <a:ext cx="9040121" cy="6809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33B6E8-2B90-4DA3-99AC-564CEDD2D0EA}">
      <dsp:nvSpPr>
        <dsp:cNvPr id="0" name=""/>
        <dsp:cNvSpPr/>
      </dsp:nvSpPr>
      <dsp:spPr>
        <a:xfrm>
          <a:off x="0" y="368850"/>
          <a:ext cx="9826625" cy="68095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A8C1C-9FE7-4C69-BC62-087A1ECB6C47}">
      <dsp:nvSpPr>
        <dsp:cNvPr id="0" name=""/>
        <dsp:cNvSpPr/>
      </dsp:nvSpPr>
      <dsp:spPr>
        <a:xfrm>
          <a:off x="205989" y="522065"/>
          <a:ext cx="374525" cy="3745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B10BF1-807D-401D-A612-BC2D49566047}">
      <dsp:nvSpPr>
        <dsp:cNvPr id="0" name=""/>
        <dsp:cNvSpPr/>
      </dsp:nvSpPr>
      <dsp:spPr>
        <a:xfrm>
          <a:off x="786503" y="368850"/>
          <a:ext cx="9040121" cy="680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68" tIns="72068" rIns="72068" bIns="72068" numCol="1" spcCol="1270" anchor="ctr" anchorCtr="0">
          <a:noAutofit/>
        </a:bodyPr>
        <a:lstStyle/>
        <a:p>
          <a:pPr marL="0" lvl="0" indent="0" algn="l" defTabSz="889000">
            <a:lnSpc>
              <a:spcPct val="100000"/>
            </a:lnSpc>
            <a:spcBef>
              <a:spcPct val="0"/>
            </a:spcBef>
            <a:spcAft>
              <a:spcPct val="35000"/>
            </a:spcAft>
            <a:buNone/>
          </a:pPr>
          <a:r>
            <a:rPr lang="en-US" sz="2000" b="0" i="0" kern="1200" dirty="0"/>
            <a:t>The internal style is defined inside the &lt;style&gt; element, inside the head section.</a:t>
          </a:r>
          <a:endParaRPr lang="en-US" sz="2000" kern="1200" dirty="0"/>
        </a:p>
      </dsp:txBody>
      <dsp:txXfrm>
        <a:off x="786503" y="368850"/>
        <a:ext cx="9040121" cy="680955"/>
      </dsp:txXfrm>
    </dsp:sp>
    <dsp:sp modelId="{06A1B987-6D09-431D-A4B5-5A68C59231F1}">
      <dsp:nvSpPr>
        <dsp:cNvPr id="0" name=""/>
        <dsp:cNvSpPr/>
      </dsp:nvSpPr>
      <dsp:spPr>
        <a:xfrm>
          <a:off x="0" y="1220045"/>
          <a:ext cx="9826625" cy="68095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2ED3C-8764-4AE5-A8E4-DD26D03AA4C7}">
      <dsp:nvSpPr>
        <dsp:cNvPr id="0" name=""/>
        <dsp:cNvSpPr/>
      </dsp:nvSpPr>
      <dsp:spPr>
        <a:xfrm>
          <a:off x="205989" y="1373260"/>
          <a:ext cx="374525" cy="3745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694148-F77A-4293-AD29-2EC9AA6B483C}">
      <dsp:nvSpPr>
        <dsp:cNvPr id="0" name=""/>
        <dsp:cNvSpPr/>
      </dsp:nvSpPr>
      <dsp:spPr>
        <a:xfrm>
          <a:off x="786503" y="1220045"/>
          <a:ext cx="9040121" cy="680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68" tIns="72068" rIns="72068" bIns="72068" numCol="1" spcCol="1270" anchor="ctr" anchorCtr="0">
          <a:noAutofit/>
        </a:bodyPr>
        <a:lstStyle/>
        <a:p>
          <a:pPr marL="0" lvl="0" indent="0" algn="l" defTabSz="889000">
            <a:lnSpc>
              <a:spcPct val="100000"/>
            </a:lnSpc>
            <a:spcBef>
              <a:spcPct val="0"/>
            </a:spcBef>
            <a:spcAft>
              <a:spcPct val="35000"/>
            </a:spcAft>
            <a:buNone/>
          </a:pPr>
          <a:r>
            <a:rPr lang="en-US" sz="2000" b="0" i="0" kern="1200" dirty="0"/>
            <a:t>An internal style sheet may be used if one single HTML page has a unique style.</a:t>
          </a:r>
          <a:endParaRPr lang="en-US" sz="2000" kern="1200" dirty="0"/>
        </a:p>
      </dsp:txBody>
      <dsp:txXfrm>
        <a:off x="786503" y="1220045"/>
        <a:ext cx="9040121" cy="6809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33B6E8-2B90-4DA3-99AC-564CEDD2D0EA}">
      <dsp:nvSpPr>
        <dsp:cNvPr id="0" name=""/>
        <dsp:cNvSpPr/>
      </dsp:nvSpPr>
      <dsp:spPr>
        <a:xfrm>
          <a:off x="0" y="368850"/>
          <a:ext cx="9826625" cy="68095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A8C1C-9FE7-4C69-BC62-087A1ECB6C47}">
      <dsp:nvSpPr>
        <dsp:cNvPr id="0" name=""/>
        <dsp:cNvSpPr/>
      </dsp:nvSpPr>
      <dsp:spPr>
        <a:xfrm>
          <a:off x="205989" y="522065"/>
          <a:ext cx="374525" cy="3745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B10BF1-807D-401D-A612-BC2D49566047}">
      <dsp:nvSpPr>
        <dsp:cNvPr id="0" name=""/>
        <dsp:cNvSpPr/>
      </dsp:nvSpPr>
      <dsp:spPr>
        <a:xfrm>
          <a:off x="786503" y="368850"/>
          <a:ext cx="9040121" cy="680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68" tIns="72068" rIns="72068" bIns="72068" numCol="1" spcCol="1270" anchor="ctr" anchorCtr="0">
          <a:noAutofit/>
        </a:bodyPr>
        <a:lstStyle/>
        <a:p>
          <a:pPr marL="0" lvl="0" indent="0" algn="l" defTabSz="755650">
            <a:lnSpc>
              <a:spcPct val="100000"/>
            </a:lnSpc>
            <a:spcBef>
              <a:spcPct val="0"/>
            </a:spcBef>
            <a:spcAft>
              <a:spcPct val="35000"/>
            </a:spcAft>
            <a:buNone/>
          </a:pPr>
          <a:r>
            <a:rPr lang="en-US" sz="1700" b="0" i="0" kern="1200" dirty="0">
              <a:solidFill>
                <a:srgbClr val="000000"/>
              </a:solidFill>
              <a:effectLst/>
              <a:latin typeface="Aptos (Body)"/>
            </a:rPr>
            <a:t>An inline style may be used to apply a unique style for a single element.</a:t>
          </a:r>
          <a:endParaRPr lang="en-US" sz="1700" kern="1200" dirty="0">
            <a:latin typeface="Aptos (Body)"/>
          </a:endParaRPr>
        </a:p>
      </dsp:txBody>
      <dsp:txXfrm>
        <a:off x="786503" y="368850"/>
        <a:ext cx="9040121" cy="680955"/>
      </dsp:txXfrm>
    </dsp:sp>
    <dsp:sp modelId="{06A1B987-6D09-431D-A4B5-5A68C59231F1}">
      <dsp:nvSpPr>
        <dsp:cNvPr id="0" name=""/>
        <dsp:cNvSpPr/>
      </dsp:nvSpPr>
      <dsp:spPr>
        <a:xfrm>
          <a:off x="0" y="1220045"/>
          <a:ext cx="9826625" cy="68095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2ED3C-8764-4AE5-A8E4-DD26D03AA4C7}">
      <dsp:nvSpPr>
        <dsp:cNvPr id="0" name=""/>
        <dsp:cNvSpPr/>
      </dsp:nvSpPr>
      <dsp:spPr>
        <a:xfrm>
          <a:off x="205989" y="1373260"/>
          <a:ext cx="374525" cy="3745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694148-F77A-4293-AD29-2EC9AA6B483C}">
      <dsp:nvSpPr>
        <dsp:cNvPr id="0" name=""/>
        <dsp:cNvSpPr/>
      </dsp:nvSpPr>
      <dsp:spPr>
        <a:xfrm>
          <a:off x="786503" y="1220045"/>
          <a:ext cx="9040121" cy="680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68" tIns="72068" rIns="72068" bIns="72068" numCol="1" spcCol="1270" anchor="ctr" anchorCtr="0">
          <a:noAutofit/>
        </a:bodyPr>
        <a:lstStyle/>
        <a:p>
          <a:pPr marL="0" lvl="0" indent="0" algn="l" defTabSz="755650">
            <a:lnSpc>
              <a:spcPct val="100000"/>
            </a:lnSpc>
            <a:spcBef>
              <a:spcPct val="0"/>
            </a:spcBef>
            <a:spcAft>
              <a:spcPct val="35000"/>
            </a:spcAft>
            <a:buNone/>
          </a:pPr>
          <a:r>
            <a:rPr lang="en-US" sz="1700" b="0" i="0" kern="1200" dirty="0">
              <a:solidFill>
                <a:srgbClr val="000000"/>
              </a:solidFill>
              <a:effectLst/>
              <a:latin typeface="Aptos (Body)"/>
            </a:rPr>
            <a:t>To use inline styles, add the style attribute to the relevant element. The style attribute can contain any CSS property</a:t>
          </a:r>
          <a:endParaRPr lang="en-US" sz="1700" kern="1200" dirty="0">
            <a:latin typeface="Aptos (Body)"/>
          </a:endParaRPr>
        </a:p>
      </dsp:txBody>
      <dsp:txXfrm>
        <a:off x="786503" y="1220045"/>
        <a:ext cx="9040121" cy="680955"/>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E9A76E-D779-4CE1-B500-63329E89E2DA}" type="datetimeFigureOut">
              <a:rPr lang="da-DK" smtClean="0"/>
              <a:t>10-09-2026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2A7245-D1EE-41C8-A5BE-911531C077F9}" type="slidenum">
              <a:rPr lang="da-DK" smtClean="0"/>
              <a:t>‹#›</a:t>
            </a:fld>
            <a:endParaRPr lang="da-DK"/>
          </a:p>
        </p:txBody>
      </p:sp>
    </p:spTree>
    <p:extLst>
      <p:ext uri="{BB962C8B-B14F-4D97-AF65-F5344CB8AC3E}">
        <p14:creationId xmlns:p14="http://schemas.microsoft.com/office/powerpoint/2010/main" val="1501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C579D-17BF-2D3F-C8C8-DFE66185FF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EA2AAA29-7798-9BDF-1285-C2D35D7FF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40E11A76-93D9-6DC1-DE4D-F3E1D0F8D8D6}"/>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5" name="Footer Placeholder 4">
            <a:extLst>
              <a:ext uri="{FF2B5EF4-FFF2-40B4-BE49-F238E27FC236}">
                <a16:creationId xmlns:a16="http://schemas.microsoft.com/office/drawing/2014/main" id="{D555433C-8F16-3B80-7DE8-F1ACD648BB78}"/>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30EA6838-159B-3F2A-E0EE-73C3A2CD3C1A}"/>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2893021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3BFE-50B0-293B-24D0-AD0E423A0A66}"/>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23DC0055-779F-4BAF-343F-0E55D46DDA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DB3E24CE-E653-F743-0720-E13846764F88}"/>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5" name="Footer Placeholder 4">
            <a:extLst>
              <a:ext uri="{FF2B5EF4-FFF2-40B4-BE49-F238E27FC236}">
                <a16:creationId xmlns:a16="http://schemas.microsoft.com/office/drawing/2014/main" id="{7F127B09-4697-8A2A-1357-9CD75E2CB1ED}"/>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25A134CC-E517-E723-9E82-C811A6CB09DF}"/>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282823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86B9-6331-76BB-268C-704BCD56E5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0CA0B65E-D46D-2064-9A3A-FF8E8A9AE3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F33BE6-C56F-C4D3-956D-CC6796AD5B18}"/>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5" name="Footer Placeholder 4">
            <a:extLst>
              <a:ext uri="{FF2B5EF4-FFF2-40B4-BE49-F238E27FC236}">
                <a16:creationId xmlns:a16="http://schemas.microsoft.com/office/drawing/2014/main" id="{B6F80BE9-6CB8-86B1-7CC7-514ACA4F6EAA}"/>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D7E3EF20-68F0-27B3-F324-C7F63A342179}"/>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3557800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0CF1E-4914-4589-B878-953EAF6D5E2C}"/>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8377EA15-177F-AEB2-B8BB-EBC204B57F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A7F00726-0743-FAA1-1ADF-FD0E60E5D9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248617E3-459C-D559-944D-765A486837BC}"/>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6" name="Footer Placeholder 5">
            <a:extLst>
              <a:ext uri="{FF2B5EF4-FFF2-40B4-BE49-F238E27FC236}">
                <a16:creationId xmlns:a16="http://schemas.microsoft.com/office/drawing/2014/main" id="{4040AA4D-784D-5331-E62E-71F9A9E06EF9}"/>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CD1A209E-0712-CCB4-B3C6-F72211C5300F}"/>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1926556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89D18-FA6D-DCB1-D635-4A54FC311270}"/>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5FBFA3AC-420F-D80A-4301-942B387900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40F525-822C-8941-75FD-AA9AEFC31D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7B02ACF4-F81A-04BB-39E4-0B7D79D192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C7FE6B-EAD9-FD19-E9AB-9B1455A8BF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D043656D-5D3A-7BF8-1A9C-B89C6AEBE2D2}"/>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8" name="Footer Placeholder 7">
            <a:extLst>
              <a:ext uri="{FF2B5EF4-FFF2-40B4-BE49-F238E27FC236}">
                <a16:creationId xmlns:a16="http://schemas.microsoft.com/office/drawing/2014/main" id="{EF5579AD-FE97-7EE0-0B15-9A060E749ABC}"/>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C2922111-CBE1-0012-91B2-E8BB40371AB7}"/>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2511597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47059-EF61-3300-7B86-87A4CACF6829}"/>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79EB5FA5-8730-9494-6DCB-0CDBF37DB8DF}"/>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4" name="Footer Placeholder 3">
            <a:extLst>
              <a:ext uri="{FF2B5EF4-FFF2-40B4-BE49-F238E27FC236}">
                <a16:creationId xmlns:a16="http://schemas.microsoft.com/office/drawing/2014/main" id="{3698A928-3BEC-2410-6968-C08BA9836A8B}"/>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7767D849-5F30-4EC2-AD17-6CC089D347D1}"/>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2605627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C8C76D-FD8F-D39B-8555-E70544E77443}"/>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3" name="Footer Placeholder 2">
            <a:extLst>
              <a:ext uri="{FF2B5EF4-FFF2-40B4-BE49-F238E27FC236}">
                <a16:creationId xmlns:a16="http://schemas.microsoft.com/office/drawing/2014/main" id="{4A442F99-639D-11B3-2B2E-6FE66146C903}"/>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6AD82E89-15EA-F2F3-C2C4-67D5EC0134CE}"/>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631537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A64F-33E5-F671-8A27-A590C8D84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D8731F08-09AC-C8AE-E5B4-2324D10A4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165F457C-8F25-CCD7-A9C6-5C5AB859AF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149892-2A1D-9333-7288-10645F782FB7}"/>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6" name="Footer Placeholder 5">
            <a:extLst>
              <a:ext uri="{FF2B5EF4-FFF2-40B4-BE49-F238E27FC236}">
                <a16:creationId xmlns:a16="http://schemas.microsoft.com/office/drawing/2014/main" id="{9258DD7D-21A6-E088-CAD6-6B8BAADE06A1}"/>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92F875B3-63AA-1640-A550-3400931ECA6F}"/>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288136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909E-D230-A96C-F88A-7BCEAA2BC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893C6AC7-6DD6-E5D1-6AC5-30C599CCE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71CC841B-1B56-D8C9-BC97-1B8F3106B4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440375-6D2A-F47D-C1F3-BE6EAAD0E83F}"/>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6" name="Footer Placeholder 5">
            <a:extLst>
              <a:ext uri="{FF2B5EF4-FFF2-40B4-BE49-F238E27FC236}">
                <a16:creationId xmlns:a16="http://schemas.microsoft.com/office/drawing/2014/main" id="{42C580E0-C669-5196-9BC2-EB4F9E232858}"/>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699996D0-9207-497B-CCD2-BEDC2B02AB18}"/>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411697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2612-9904-1CEE-7308-75EE8CD1461F}"/>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88C3BA73-A0D5-ACE0-0C31-6F7C945569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0E3E1CC5-0BBA-18D3-DA93-4FA5E7B9A480}"/>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5" name="Footer Placeholder 4">
            <a:extLst>
              <a:ext uri="{FF2B5EF4-FFF2-40B4-BE49-F238E27FC236}">
                <a16:creationId xmlns:a16="http://schemas.microsoft.com/office/drawing/2014/main" id="{1A028376-6055-F9AF-CC70-184C0B2DEB3D}"/>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83EA311-098B-2478-042F-AC86583E64B6}"/>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2387125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DA6028-C3E2-D176-9B40-F48D0BF5CB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A6C25AD7-4A49-2E34-24B0-9E41C41B46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AB008585-BDAB-4590-EC43-C0DD8C1533C2}"/>
              </a:ext>
            </a:extLst>
          </p:cNvPr>
          <p:cNvSpPr>
            <a:spLocks noGrp="1"/>
          </p:cNvSpPr>
          <p:nvPr>
            <p:ph type="dt" sz="half" idx="10"/>
          </p:nvPr>
        </p:nvSpPr>
        <p:spPr/>
        <p:txBody>
          <a:bodyPr/>
          <a:lstStyle/>
          <a:p>
            <a:fld id="{6F9D238F-C953-46AB-90CA-FFCCC05BCB08}" type="datetimeFigureOut">
              <a:rPr lang="da-DK" smtClean="0"/>
              <a:t>10-09-2026</a:t>
            </a:fld>
            <a:endParaRPr lang="da-DK"/>
          </a:p>
        </p:txBody>
      </p:sp>
      <p:sp>
        <p:nvSpPr>
          <p:cNvPr id="5" name="Footer Placeholder 4">
            <a:extLst>
              <a:ext uri="{FF2B5EF4-FFF2-40B4-BE49-F238E27FC236}">
                <a16:creationId xmlns:a16="http://schemas.microsoft.com/office/drawing/2014/main" id="{A28D1B2C-C4F9-5B1A-9C6B-4A586EB3AA82}"/>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E2382E7-8DF1-1AD2-7A48-DE9E63217CAE}"/>
              </a:ext>
            </a:extLst>
          </p:cNvPr>
          <p:cNvSpPr>
            <a:spLocks noGrp="1"/>
          </p:cNvSpPr>
          <p:nvPr>
            <p:ph type="sldNum" sz="quarter" idx="12"/>
          </p:nvPr>
        </p:nvSpPr>
        <p:spPr/>
        <p:txBody>
          <a:bodyPr/>
          <a:lstStyle/>
          <a:p>
            <a:fld id="{014A1D4D-04C4-454B-B3EE-729E68F8446F}" type="slidenum">
              <a:rPr lang="da-DK" smtClean="0"/>
              <a:t>‹#›</a:t>
            </a:fld>
            <a:endParaRPr lang="da-DK"/>
          </a:p>
        </p:txBody>
      </p:sp>
    </p:spTree>
    <p:extLst>
      <p:ext uri="{BB962C8B-B14F-4D97-AF65-F5344CB8AC3E}">
        <p14:creationId xmlns:p14="http://schemas.microsoft.com/office/powerpoint/2010/main" val="1157961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967DFD-8765-2ACA-C1CB-2B2457DDBE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8F6C44DD-A44E-7E51-355F-E7E5580FD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1981FC35-27BC-FE0F-F35B-55B97AC3F1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9D238F-C953-46AB-90CA-FFCCC05BCB08}" type="datetimeFigureOut">
              <a:rPr lang="da-DK" smtClean="0"/>
              <a:t>10-09-2026</a:t>
            </a:fld>
            <a:endParaRPr lang="da-DK"/>
          </a:p>
        </p:txBody>
      </p:sp>
      <p:sp>
        <p:nvSpPr>
          <p:cNvPr id="5" name="Footer Placeholder 4">
            <a:extLst>
              <a:ext uri="{FF2B5EF4-FFF2-40B4-BE49-F238E27FC236}">
                <a16:creationId xmlns:a16="http://schemas.microsoft.com/office/drawing/2014/main" id="{A4698FEC-47EE-8B39-DAC6-9DFA8C2E5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09CAD881-6C2B-5677-F518-17A50D0FEA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4A1D4D-04C4-454B-B3EE-729E68F8446F}" type="slidenum">
              <a:rPr lang="da-DK" smtClean="0"/>
              <a:t>‹#›</a:t>
            </a:fld>
            <a:endParaRPr lang="da-DK"/>
          </a:p>
        </p:txBody>
      </p:sp>
    </p:spTree>
    <p:extLst>
      <p:ext uri="{BB962C8B-B14F-4D97-AF65-F5344CB8AC3E}">
        <p14:creationId xmlns:p14="http://schemas.microsoft.com/office/powerpoint/2010/main" val="2870838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www.w3schools.com/csSref/css_functions.asp"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34.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www.w3schools.com/Css/css_boxmodel.asp" TargetMode="External"/><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www.w3schools.com/css/css_align.asp"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hyperlink" Target="http://www.w3schools.com/css/css_align.asp"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hyperlink" Target="http://www.w3schools.com/css/css_align.asp" TargetMode="External"/></Relationships>
</file>

<file path=ppt/slides/_rels/slide6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www.w3schools.com/csS/css3_flexbox.asp" TargetMode="External"/><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hyperlink" Target="http://www.w3schools.com/css/css_grid.asp"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2.xml"/><Relationship Id="rId5" Type="http://schemas.openxmlformats.org/officeDocument/2006/relationships/image" Target="../media/image51.jpg"/><Relationship Id="rId4" Type="http://schemas.openxmlformats.org/officeDocument/2006/relationships/image" Target="../media/image5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217A-99E1-5FA6-384D-03CF255FE577}"/>
              </a:ext>
            </a:extLst>
          </p:cNvPr>
          <p:cNvSpPr>
            <a:spLocks noGrp="1"/>
          </p:cNvSpPr>
          <p:nvPr>
            <p:ph type="ctrTitle"/>
          </p:nvPr>
        </p:nvSpPr>
        <p:spPr/>
        <p:txBody>
          <a:bodyPr/>
          <a:lstStyle/>
          <a:p>
            <a:r>
              <a:rPr lang="da-DK" dirty="0"/>
              <a:t>Web Development</a:t>
            </a:r>
          </a:p>
        </p:txBody>
      </p:sp>
      <p:sp>
        <p:nvSpPr>
          <p:cNvPr id="3" name="Subtitle 2">
            <a:extLst>
              <a:ext uri="{FF2B5EF4-FFF2-40B4-BE49-F238E27FC236}">
                <a16:creationId xmlns:a16="http://schemas.microsoft.com/office/drawing/2014/main" id="{64730B14-FD3B-ACE6-11B2-165CEBBF136D}"/>
              </a:ext>
            </a:extLst>
          </p:cNvPr>
          <p:cNvSpPr>
            <a:spLocks noGrp="1"/>
          </p:cNvSpPr>
          <p:nvPr>
            <p:ph type="subTitle" idx="1"/>
          </p:nvPr>
        </p:nvSpPr>
        <p:spPr/>
        <p:txBody>
          <a:bodyPr/>
          <a:lstStyle/>
          <a:p>
            <a:r>
              <a:rPr lang="da-DK" dirty="0" err="1"/>
              <a:t>Lecture</a:t>
            </a:r>
            <a:r>
              <a:rPr lang="da-DK" dirty="0"/>
              <a:t> 02: Front-End (HTML-CSS)</a:t>
            </a:r>
          </a:p>
        </p:txBody>
      </p:sp>
      <p:sp>
        <p:nvSpPr>
          <p:cNvPr id="4" name="TextBox 3">
            <a:extLst>
              <a:ext uri="{FF2B5EF4-FFF2-40B4-BE49-F238E27FC236}">
                <a16:creationId xmlns:a16="http://schemas.microsoft.com/office/drawing/2014/main" id="{AFA54849-DACF-3D2C-7C32-4918B6E04CE7}"/>
              </a:ext>
            </a:extLst>
          </p:cNvPr>
          <p:cNvSpPr txBox="1"/>
          <p:nvPr/>
        </p:nvSpPr>
        <p:spPr>
          <a:xfrm>
            <a:off x="219075" y="5638800"/>
            <a:ext cx="6086475" cy="646331"/>
          </a:xfrm>
          <a:prstGeom prst="rect">
            <a:avLst/>
          </a:prstGeom>
          <a:noFill/>
        </p:spPr>
        <p:txBody>
          <a:bodyPr wrap="square" rtlCol="0">
            <a:spAutoFit/>
          </a:bodyPr>
          <a:lstStyle/>
          <a:p>
            <a:r>
              <a:rPr lang="da-DK" b="1" dirty="0"/>
              <a:t>Esmot Ara Tuli</a:t>
            </a:r>
          </a:p>
          <a:p>
            <a:r>
              <a:rPr lang="da-DK" i="1" dirty="0"/>
              <a:t>SDU Center for Industrial Software Engineering</a:t>
            </a:r>
          </a:p>
        </p:txBody>
      </p:sp>
      <p:pic>
        <p:nvPicPr>
          <p:cNvPr id="10" name="object 4">
            <a:extLst>
              <a:ext uri="{FF2B5EF4-FFF2-40B4-BE49-F238E27FC236}">
                <a16:creationId xmlns:a16="http://schemas.microsoft.com/office/drawing/2014/main" id="{7A6CA526-9C0D-CF85-C4B6-64CBB62ED4B7}"/>
              </a:ext>
            </a:extLst>
          </p:cNvPr>
          <p:cNvPicPr/>
          <p:nvPr/>
        </p:nvPicPr>
        <p:blipFill>
          <a:blip r:embed="rId2" cstate="print"/>
          <a:stretch>
            <a:fillRect/>
          </a:stretch>
        </p:blipFill>
        <p:spPr>
          <a:xfrm>
            <a:off x="8991600" y="5470695"/>
            <a:ext cx="1954597" cy="533401"/>
          </a:xfrm>
          <a:prstGeom prst="rect">
            <a:avLst/>
          </a:prstGeom>
        </p:spPr>
      </p:pic>
    </p:spTree>
    <p:extLst>
      <p:ext uri="{BB962C8B-B14F-4D97-AF65-F5344CB8AC3E}">
        <p14:creationId xmlns:p14="http://schemas.microsoft.com/office/powerpoint/2010/main" val="2829608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577222-A394-0B67-F349-3301527D7243}"/>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E9683EC9-8702-44C5-D434-2B26FB7F1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45DF59C-75F4-E023-2882-A6BBB02322B6}"/>
              </a:ext>
            </a:extLst>
          </p:cNvPr>
          <p:cNvSpPr>
            <a:spLocks noGrp="1"/>
          </p:cNvSpPr>
          <p:nvPr>
            <p:ph type="title"/>
          </p:nvPr>
        </p:nvSpPr>
        <p:spPr>
          <a:xfrm>
            <a:off x="1732730" y="2016119"/>
            <a:ext cx="8268766"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Before we start</a:t>
            </a:r>
          </a:p>
        </p:txBody>
      </p:sp>
      <p:sp>
        <p:nvSpPr>
          <p:cNvPr id="228" name="Rectangle 227">
            <a:extLst>
              <a:ext uri="{FF2B5EF4-FFF2-40B4-BE49-F238E27FC236}">
                <a16:creationId xmlns:a16="http://schemas.microsoft.com/office/drawing/2014/main" id="{875FC541-F36C-236D-1789-DB6054C38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69B35CE7-E93B-CF5C-E638-257B819FED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C5417EE2-379E-9118-6D48-1A4F62BDC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544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C64A2-CBCD-11B0-B122-3DDA31A31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D4CA1-A4BC-CA14-7991-81D08C5439FC}"/>
              </a:ext>
            </a:extLst>
          </p:cNvPr>
          <p:cNvSpPr>
            <a:spLocks noGrp="1"/>
          </p:cNvSpPr>
          <p:nvPr>
            <p:ph type="title"/>
          </p:nvPr>
        </p:nvSpPr>
        <p:spPr/>
        <p:txBody>
          <a:bodyPr/>
          <a:lstStyle/>
          <a:p>
            <a:r>
              <a:rPr lang="da-DK" dirty="0"/>
              <a:t>Portfolio</a:t>
            </a:r>
          </a:p>
        </p:txBody>
      </p:sp>
      <p:sp>
        <p:nvSpPr>
          <p:cNvPr id="4" name="Content Placeholder 3">
            <a:extLst>
              <a:ext uri="{FF2B5EF4-FFF2-40B4-BE49-F238E27FC236}">
                <a16:creationId xmlns:a16="http://schemas.microsoft.com/office/drawing/2014/main" id="{2B3A101D-2B7D-B37F-74FC-815537586161}"/>
              </a:ext>
            </a:extLst>
          </p:cNvPr>
          <p:cNvSpPr>
            <a:spLocks noGrp="1"/>
          </p:cNvSpPr>
          <p:nvPr>
            <p:ph idx="1"/>
          </p:nvPr>
        </p:nvSpPr>
        <p:spPr/>
        <p:txBody>
          <a:bodyPr/>
          <a:lstStyle/>
          <a:p>
            <a:pPr marL="0" indent="0">
              <a:buNone/>
            </a:pPr>
            <a:r>
              <a:rPr lang="da-DK" dirty="0"/>
              <a:t> </a:t>
            </a:r>
          </a:p>
        </p:txBody>
      </p:sp>
      <p:graphicFrame>
        <p:nvGraphicFramePr>
          <p:cNvPr id="9" name="object 2">
            <a:extLst>
              <a:ext uri="{FF2B5EF4-FFF2-40B4-BE49-F238E27FC236}">
                <a16:creationId xmlns:a16="http://schemas.microsoft.com/office/drawing/2014/main" id="{99207D63-F8C3-5174-6FAE-4BD2C79F593F}"/>
              </a:ext>
            </a:extLst>
          </p:cNvPr>
          <p:cNvGraphicFramePr/>
          <p:nvPr>
            <p:extLst>
              <p:ext uri="{D42A27DB-BD31-4B8C-83A1-F6EECF244321}">
                <p14:modId xmlns:p14="http://schemas.microsoft.com/office/powerpoint/2010/main" val="1097939834"/>
              </p:ext>
            </p:extLst>
          </p:nvPr>
        </p:nvGraphicFramePr>
        <p:xfrm>
          <a:off x="574206" y="169068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8751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58FB-8C34-E2AB-3497-64E692423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95880-4BDA-1B1C-8DED-22A13F07C117}"/>
              </a:ext>
            </a:extLst>
          </p:cNvPr>
          <p:cNvSpPr>
            <a:spLocks noGrp="1"/>
          </p:cNvSpPr>
          <p:nvPr>
            <p:ph type="title"/>
          </p:nvPr>
        </p:nvSpPr>
        <p:spPr/>
        <p:txBody>
          <a:bodyPr/>
          <a:lstStyle/>
          <a:p>
            <a:r>
              <a:rPr lang="da-DK" dirty="0"/>
              <a:t>Portfolio </a:t>
            </a:r>
            <a:r>
              <a:rPr lang="da-DK" dirty="0" err="1"/>
              <a:t>weekly</a:t>
            </a:r>
            <a:r>
              <a:rPr lang="da-DK" dirty="0"/>
              <a:t> task: UI Design</a:t>
            </a:r>
          </a:p>
        </p:txBody>
      </p:sp>
      <p:sp>
        <p:nvSpPr>
          <p:cNvPr id="4" name="Content Placeholder 3">
            <a:extLst>
              <a:ext uri="{FF2B5EF4-FFF2-40B4-BE49-F238E27FC236}">
                <a16:creationId xmlns:a16="http://schemas.microsoft.com/office/drawing/2014/main" id="{10347ED7-B627-9FBF-585D-93774B4BC5A0}"/>
              </a:ext>
            </a:extLst>
          </p:cNvPr>
          <p:cNvSpPr>
            <a:spLocks noGrp="1"/>
          </p:cNvSpPr>
          <p:nvPr>
            <p:ph idx="1"/>
          </p:nvPr>
        </p:nvSpPr>
        <p:spPr/>
        <p:txBody>
          <a:bodyPr/>
          <a:lstStyle/>
          <a:p>
            <a:pPr marL="0" indent="0">
              <a:buNone/>
            </a:pPr>
            <a:r>
              <a:rPr lang="da-DK" dirty="0"/>
              <a:t> </a:t>
            </a:r>
          </a:p>
        </p:txBody>
      </p:sp>
      <p:graphicFrame>
        <p:nvGraphicFramePr>
          <p:cNvPr id="11" name="object 2">
            <a:extLst>
              <a:ext uri="{FF2B5EF4-FFF2-40B4-BE49-F238E27FC236}">
                <a16:creationId xmlns:a16="http://schemas.microsoft.com/office/drawing/2014/main" id="{6423D7BF-5E7F-5B5D-2BDE-CC5A1B013906}"/>
              </a:ext>
            </a:extLst>
          </p:cNvPr>
          <p:cNvGraphicFramePr/>
          <p:nvPr>
            <p:extLst>
              <p:ext uri="{D42A27DB-BD31-4B8C-83A1-F6EECF244321}">
                <p14:modId xmlns:p14="http://schemas.microsoft.com/office/powerpoint/2010/main" val="1586531383"/>
              </p:ext>
            </p:extLst>
          </p:nvPr>
        </p:nvGraphicFramePr>
        <p:xfrm>
          <a:off x="990600" y="19780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7409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461B-D879-8541-11E0-61C0DD5F2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5B0C0-BFA2-CE75-C4A6-D2A59B542C76}"/>
              </a:ext>
            </a:extLst>
          </p:cNvPr>
          <p:cNvSpPr>
            <a:spLocks noGrp="1"/>
          </p:cNvSpPr>
          <p:nvPr>
            <p:ph type="title"/>
          </p:nvPr>
        </p:nvSpPr>
        <p:spPr>
          <a:xfrm>
            <a:off x="514643" y="152400"/>
            <a:ext cx="10515600" cy="1325563"/>
          </a:xfrm>
        </p:spPr>
        <p:txBody>
          <a:bodyPr/>
          <a:lstStyle/>
          <a:p>
            <a:r>
              <a:rPr lang="en-US" dirty="0"/>
              <a:t>Portfolio</a:t>
            </a:r>
            <a:r>
              <a:rPr lang="en-US" spc="-145" dirty="0"/>
              <a:t> </a:t>
            </a:r>
            <a:r>
              <a:rPr lang="en-US" dirty="0"/>
              <a:t>weekly</a:t>
            </a:r>
            <a:r>
              <a:rPr lang="en-US" spc="65" dirty="0"/>
              <a:t> </a:t>
            </a:r>
            <a:r>
              <a:rPr lang="en-US" dirty="0"/>
              <a:t>task:</a:t>
            </a:r>
            <a:r>
              <a:rPr lang="en-US" spc="15" dirty="0"/>
              <a:t> </a:t>
            </a:r>
            <a:r>
              <a:rPr lang="en-US" dirty="0"/>
              <a:t>UI</a:t>
            </a:r>
            <a:r>
              <a:rPr lang="en-US" spc="5" dirty="0"/>
              <a:t> </a:t>
            </a:r>
            <a:r>
              <a:rPr lang="en-US" spc="-10" dirty="0"/>
              <a:t>Design</a:t>
            </a:r>
            <a:endParaRPr lang="da-DK" dirty="0"/>
          </a:p>
        </p:txBody>
      </p:sp>
      <p:sp>
        <p:nvSpPr>
          <p:cNvPr id="4" name="Content Placeholder 3">
            <a:extLst>
              <a:ext uri="{FF2B5EF4-FFF2-40B4-BE49-F238E27FC236}">
                <a16:creationId xmlns:a16="http://schemas.microsoft.com/office/drawing/2014/main" id="{F50B44CF-A8EF-C273-057F-DF13BF1D679F}"/>
              </a:ext>
            </a:extLst>
          </p:cNvPr>
          <p:cNvSpPr>
            <a:spLocks noGrp="1"/>
          </p:cNvSpPr>
          <p:nvPr>
            <p:ph idx="1"/>
          </p:nvPr>
        </p:nvSpPr>
        <p:spPr/>
        <p:txBody>
          <a:bodyPr/>
          <a:lstStyle/>
          <a:p>
            <a:pPr marL="0" indent="0">
              <a:buNone/>
            </a:pPr>
            <a:r>
              <a:rPr lang="da-DK" dirty="0"/>
              <a:t> </a:t>
            </a:r>
          </a:p>
        </p:txBody>
      </p:sp>
      <p:sp>
        <p:nvSpPr>
          <p:cNvPr id="5" name="object 2">
            <a:extLst>
              <a:ext uri="{FF2B5EF4-FFF2-40B4-BE49-F238E27FC236}">
                <a16:creationId xmlns:a16="http://schemas.microsoft.com/office/drawing/2014/main" id="{FE3806E5-DCF6-F2B2-4231-264233CBCFAC}"/>
              </a:ext>
            </a:extLst>
          </p:cNvPr>
          <p:cNvSpPr txBox="1"/>
          <p:nvPr/>
        </p:nvSpPr>
        <p:spPr>
          <a:xfrm>
            <a:off x="4202723" y="1562686"/>
            <a:ext cx="7467598" cy="5142914"/>
          </a:xfrm>
          <a:prstGeom prst="rect">
            <a:avLst/>
          </a:prstGeom>
        </p:spPr>
        <p:txBody>
          <a:bodyPr vert="horz" lIns="91440" tIns="45720" rIns="91440" bIns="45720" rtlCol="0">
            <a:noAutofit/>
          </a:bodyPr>
          <a:lstStyle/>
          <a:p>
            <a:pPr algn="ctr" rtl="0">
              <a:lnSpc>
                <a:spcPct val="90000"/>
              </a:lnSpc>
              <a:spcBef>
                <a:spcPts val="710"/>
              </a:spcBef>
            </a:pPr>
            <a:r>
              <a:rPr lang="en-US" sz="2800" b="1" i="1" kern="1200" spc="-10" dirty="0">
                <a:solidFill>
                  <a:schemeClr val="tx1"/>
                </a:solidFill>
                <a:latin typeface="+mj-lt"/>
                <a:ea typeface="+mn-ea"/>
                <a:cs typeface="+mn-cs"/>
              </a:rPr>
              <a:t>Recommendations</a:t>
            </a:r>
          </a:p>
          <a:p>
            <a:pPr marL="457200" indent="-457200" algn="l" rtl="0">
              <a:lnSpc>
                <a:spcPct val="150000"/>
              </a:lnSpc>
              <a:buFont typeface="Wingdings" panose="05000000000000000000" pitchFamily="2" charset="2"/>
              <a:buChar char="ü"/>
            </a:pPr>
            <a:r>
              <a:rPr lang="en-US" sz="2000" kern="1200" dirty="0">
                <a:solidFill>
                  <a:schemeClr val="tx1"/>
                </a:solidFill>
                <a:latin typeface="+mn-lt"/>
                <a:ea typeface="+mn-ea"/>
                <a:cs typeface="+mn-cs"/>
              </a:rPr>
              <a:t>Start with a Simple Design (It Doesn't Have to Be Fancy!)</a:t>
            </a:r>
          </a:p>
          <a:p>
            <a:pPr marL="457200" indent="-457200" algn="l" rtl="0">
              <a:lnSpc>
                <a:spcPct val="150000"/>
              </a:lnSpc>
              <a:buFont typeface="Wingdings" panose="05000000000000000000" pitchFamily="2" charset="2"/>
              <a:buChar char="ü"/>
            </a:pPr>
            <a:r>
              <a:rPr lang="en-US" sz="2000" kern="1200" dirty="0">
                <a:solidFill>
                  <a:schemeClr val="tx1"/>
                </a:solidFill>
                <a:latin typeface="+mn-lt"/>
                <a:ea typeface="+mn-ea"/>
                <a:cs typeface="+mn-cs"/>
              </a:rPr>
              <a:t>You can either draw it by hand or use a tool (like Figma, Sketch, or Adobe XD). </a:t>
            </a:r>
          </a:p>
          <a:p>
            <a:pPr marL="457200" indent="-457200" algn="l" rtl="0">
              <a:lnSpc>
                <a:spcPct val="150000"/>
              </a:lnSpc>
              <a:buFont typeface="Wingdings" panose="05000000000000000000" pitchFamily="2" charset="2"/>
              <a:buChar char="ü"/>
            </a:pPr>
            <a:r>
              <a:rPr lang="en-US" sz="2000" kern="1200" dirty="0">
                <a:solidFill>
                  <a:schemeClr val="tx1"/>
                </a:solidFill>
                <a:latin typeface="+mn-lt"/>
                <a:ea typeface="+mn-ea"/>
                <a:cs typeface="+mn-cs"/>
              </a:rPr>
              <a:t>Keep it simple! Just get the basic layout and flow of the pages.</a:t>
            </a:r>
          </a:p>
          <a:p>
            <a:pPr marL="457200" indent="-457200" algn="l" rtl="0">
              <a:lnSpc>
                <a:spcPct val="150000"/>
              </a:lnSpc>
              <a:buFont typeface="Wingdings" panose="05000000000000000000" pitchFamily="2" charset="2"/>
              <a:buChar char="ü"/>
            </a:pPr>
            <a:r>
              <a:rPr lang="en-US" sz="2000" kern="1200" dirty="0">
                <a:solidFill>
                  <a:schemeClr val="tx1"/>
                </a:solidFill>
                <a:latin typeface="+mn-lt"/>
                <a:ea typeface="+mn-ea"/>
                <a:cs typeface="+mn-cs"/>
              </a:rPr>
              <a:t>Use HTML5 Semantic Elements for Structure (We will learn today)</a:t>
            </a:r>
          </a:p>
          <a:p>
            <a:pPr marL="457200" indent="-457200" algn="l" rtl="0">
              <a:lnSpc>
                <a:spcPct val="150000"/>
              </a:lnSpc>
              <a:buFont typeface="Wingdings" panose="05000000000000000000" pitchFamily="2" charset="2"/>
              <a:buChar char="ü"/>
            </a:pPr>
            <a:r>
              <a:rPr lang="en-US" sz="2000" kern="1200" dirty="0">
                <a:solidFill>
                  <a:schemeClr val="tx1"/>
                </a:solidFill>
                <a:latin typeface="+mn-lt"/>
                <a:ea typeface="+mn-ea"/>
                <a:cs typeface="+mn-cs"/>
              </a:rPr>
              <a:t>Style it Up with CSS (We will learn today)</a:t>
            </a:r>
          </a:p>
          <a:p>
            <a:pPr marL="457200" indent="-457200" algn="l" rtl="0">
              <a:lnSpc>
                <a:spcPct val="150000"/>
              </a:lnSpc>
              <a:buFont typeface="Wingdings" panose="05000000000000000000" pitchFamily="2" charset="2"/>
              <a:buChar char="ü"/>
            </a:pPr>
            <a:r>
              <a:rPr lang="en-US" sz="2000" kern="1200" dirty="0">
                <a:solidFill>
                  <a:schemeClr val="tx1"/>
                </a:solidFill>
                <a:latin typeface="+mn-lt"/>
                <a:ea typeface="+mn-ea"/>
                <a:cs typeface="+mn-cs"/>
              </a:rPr>
              <a:t>Think About Where You’ll Use JavaScript (We'll Work on This Next Week!)</a:t>
            </a:r>
          </a:p>
        </p:txBody>
      </p:sp>
      <p:pic>
        <p:nvPicPr>
          <p:cNvPr id="7" name="Graphic 6" descr="Storyboard">
            <a:extLst>
              <a:ext uri="{FF2B5EF4-FFF2-40B4-BE49-F238E27FC236}">
                <a16:creationId xmlns:a16="http://schemas.microsoft.com/office/drawing/2014/main" id="{F9060019-7252-4A03-0179-E195FA220C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067" y="2108021"/>
            <a:ext cx="3195204" cy="3195204"/>
          </a:xfrm>
          <a:prstGeom prst="rect">
            <a:avLst/>
          </a:prstGeom>
        </p:spPr>
      </p:pic>
    </p:spTree>
    <p:extLst>
      <p:ext uri="{BB962C8B-B14F-4D97-AF65-F5344CB8AC3E}">
        <p14:creationId xmlns:p14="http://schemas.microsoft.com/office/powerpoint/2010/main" val="289741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39BBBF9-5C42-0AEB-2039-F7A0FB38C305}"/>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Previous Class</a:t>
            </a:r>
          </a:p>
        </p:txBody>
      </p:sp>
      <p:sp>
        <p:nvSpPr>
          <p:cNvPr id="228" name="Rectangle 227">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473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48BC-66A6-8A13-B5A5-F42277BBCD7A}"/>
              </a:ext>
            </a:extLst>
          </p:cNvPr>
          <p:cNvSpPr>
            <a:spLocks noGrp="1"/>
          </p:cNvSpPr>
          <p:nvPr>
            <p:ph type="title"/>
          </p:nvPr>
        </p:nvSpPr>
        <p:spPr/>
        <p:txBody>
          <a:bodyPr/>
          <a:lstStyle/>
          <a:p>
            <a:r>
              <a:rPr lang="da-DK" dirty="0"/>
              <a:t>Summary</a:t>
            </a:r>
          </a:p>
        </p:txBody>
      </p:sp>
      <p:sp>
        <p:nvSpPr>
          <p:cNvPr id="5" name="Content Placeholder 4">
            <a:extLst>
              <a:ext uri="{FF2B5EF4-FFF2-40B4-BE49-F238E27FC236}">
                <a16:creationId xmlns:a16="http://schemas.microsoft.com/office/drawing/2014/main" id="{1A0213F9-720D-FA51-0E1E-C7642BF7E386}"/>
              </a:ext>
            </a:extLst>
          </p:cNvPr>
          <p:cNvSpPr>
            <a:spLocks noGrp="1"/>
          </p:cNvSpPr>
          <p:nvPr>
            <p:ph idx="1"/>
          </p:nvPr>
        </p:nvSpPr>
        <p:spPr>
          <a:xfrm>
            <a:off x="838200" y="1825625"/>
            <a:ext cx="3549650" cy="1325563"/>
          </a:xfrm>
        </p:spPr>
        <p:txBody>
          <a:bodyPr>
            <a:normAutofit fontScale="85000" lnSpcReduction="10000"/>
          </a:bodyPr>
          <a:lstStyle/>
          <a:p>
            <a:pPr>
              <a:buFont typeface="Wingdings" panose="05000000000000000000" pitchFamily="2" charset="2"/>
              <a:buChar char="Ø"/>
            </a:pPr>
            <a:r>
              <a:rPr lang="da-DK" dirty="0"/>
              <a:t>Overview &amp; Motivation</a:t>
            </a:r>
          </a:p>
          <a:p>
            <a:pPr>
              <a:buFont typeface="Wingdings" panose="05000000000000000000" pitchFamily="2" charset="2"/>
              <a:buChar char="Ø"/>
            </a:pPr>
            <a:r>
              <a:rPr lang="da-DK" dirty="0"/>
              <a:t>Web </a:t>
            </a:r>
            <a:r>
              <a:rPr lang="da-DK" dirty="0" err="1"/>
              <a:t>history</a:t>
            </a:r>
            <a:r>
              <a:rPr lang="da-DK" dirty="0"/>
              <a:t> </a:t>
            </a:r>
          </a:p>
          <a:p>
            <a:pPr>
              <a:buFont typeface="Wingdings" panose="05000000000000000000" pitchFamily="2" charset="2"/>
              <a:buChar char="Ø"/>
            </a:pPr>
            <a:r>
              <a:rPr lang="da-DK" dirty="0"/>
              <a:t>HTTP </a:t>
            </a:r>
          </a:p>
        </p:txBody>
      </p:sp>
      <p:pic>
        <p:nvPicPr>
          <p:cNvPr id="6" name="Picture 5" descr="No Response">
            <a:extLst>
              <a:ext uri="{FF2B5EF4-FFF2-40B4-BE49-F238E27FC236}">
                <a16:creationId xmlns:a16="http://schemas.microsoft.com/office/drawing/2014/main" id="{3E0E56BB-1588-7B8E-9995-9999E0C77497}"/>
              </a:ext>
            </a:extLst>
          </p:cNvPr>
          <p:cNvPicPr>
            <a:picLocks noChangeAspect="1"/>
          </p:cNvPicPr>
          <p:nvPr/>
        </p:nvPicPr>
        <p:blipFill>
          <a:blip r:embed="rId2"/>
          <a:stretch>
            <a:fillRect/>
          </a:stretch>
        </p:blipFill>
        <p:spPr>
          <a:xfrm>
            <a:off x="3633934" y="3706813"/>
            <a:ext cx="3094038" cy="2475230"/>
          </a:xfrm>
          <a:prstGeom prst="rect">
            <a:avLst/>
          </a:prstGeom>
        </p:spPr>
      </p:pic>
      <p:pic>
        <p:nvPicPr>
          <p:cNvPr id="8" name="Picture 7">
            <a:extLst>
              <a:ext uri="{FF2B5EF4-FFF2-40B4-BE49-F238E27FC236}">
                <a16:creationId xmlns:a16="http://schemas.microsoft.com/office/drawing/2014/main" id="{0438B536-9BAD-327D-2E8D-D4FC19FBE3C0}"/>
              </a:ext>
            </a:extLst>
          </p:cNvPr>
          <p:cNvPicPr>
            <a:picLocks noChangeAspect="1"/>
          </p:cNvPicPr>
          <p:nvPr/>
        </p:nvPicPr>
        <p:blipFill>
          <a:blip r:embed="rId3"/>
          <a:stretch>
            <a:fillRect/>
          </a:stretch>
        </p:blipFill>
        <p:spPr>
          <a:xfrm>
            <a:off x="6507605" y="822960"/>
            <a:ext cx="4336944" cy="2553233"/>
          </a:xfrm>
          <a:prstGeom prst="rect">
            <a:avLst/>
          </a:prstGeom>
        </p:spPr>
      </p:pic>
    </p:spTree>
    <p:extLst>
      <p:ext uri="{BB962C8B-B14F-4D97-AF65-F5344CB8AC3E}">
        <p14:creationId xmlns:p14="http://schemas.microsoft.com/office/powerpoint/2010/main" val="3714981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1065D1-9044-0F99-7004-AC6381C81107}"/>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B06D595E-0CD0-C93E-38DC-FE81E4066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C3E92DD9-8AA3-C92F-1438-7A41D8AAEA38}"/>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Why Front-End Matters</a:t>
            </a:r>
          </a:p>
        </p:txBody>
      </p:sp>
      <p:sp>
        <p:nvSpPr>
          <p:cNvPr id="228" name="Rectangle 227">
            <a:extLst>
              <a:ext uri="{FF2B5EF4-FFF2-40B4-BE49-F238E27FC236}">
                <a16:creationId xmlns:a16="http://schemas.microsoft.com/office/drawing/2014/main" id="{C4457B61-4485-D4D2-E6FD-396576340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A22FCE79-3118-C788-1873-95CA924B27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61B2760-EC55-229A-D0EE-546FDCFB14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028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0D10B-4C1E-93AF-151D-0ED183EB6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F25FF-1ADF-726D-66A2-F95F9C063845}"/>
              </a:ext>
            </a:extLst>
          </p:cNvPr>
          <p:cNvSpPr>
            <a:spLocks noGrp="1"/>
          </p:cNvSpPr>
          <p:nvPr>
            <p:ph type="title"/>
          </p:nvPr>
        </p:nvSpPr>
        <p:spPr/>
        <p:txBody>
          <a:bodyPr/>
          <a:lstStyle/>
          <a:p>
            <a:r>
              <a:rPr lang="en-US" dirty="0"/>
              <a:t>UX</a:t>
            </a:r>
            <a:r>
              <a:rPr lang="en-US" spc="20" dirty="0"/>
              <a:t> </a:t>
            </a:r>
            <a:r>
              <a:rPr lang="en-US" spc="-10" dirty="0"/>
              <a:t>problems</a:t>
            </a:r>
            <a:endParaRPr lang="da-DK" dirty="0"/>
          </a:p>
        </p:txBody>
      </p:sp>
      <p:sp>
        <p:nvSpPr>
          <p:cNvPr id="4" name="Content Placeholder 3">
            <a:extLst>
              <a:ext uri="{FF2B5EF4-FFF2-40B4-BE49-F238E27FC236}">
                <a16:creationId xmlns:a16="http://schemas.microsoft.com/office/drawing/2014/main" id="{2158A8FC-7A3D-DA04-2D77-A3BDF8757A34}"/>
              </a:ext>
            </a:extLst>
          </p:cNvPr>
          <p:cNvSpPr>
            <a:spLocks noGrp="1"/>
          </p:cNvSpPr>
          <p:nvPr>
            <p:ph idx="1"/>
          </p:nvPr>
        </p:nvSpPr>
        <p:spPr/>
        <p:txBody>
          <a:bodyPr/>
          <a:lstStyle/>
          <a:p>
            <a:pPr marL="0" indent="0">
              <a:buNone/>
            </a:pPr>
            <a:r>
              <a:rPr lang="da-DK" dirty="0"/>
              <a:t>  </a:t>
            </a:r>
          </a:p>
        </p:txBody>
      </p:sp>
      <p:pic>
        <p:nvPicPr>
          <p:cNvPr id="9" name="object 4">
            <a:extLst>
              <a:ext uri="{FF2B5EF4-FFF2-40B4-BE49-F238E27FC236}">
                <a16:creationId xmlns:a16="http://schemas.microsoft.com/office/drawing/2014/main" id="{46BF6DB3-4C9D-BEE0-CB72-C264A80C09DF}"/>
              </a:ext>
            </a:extLst>
          </p:cNvPr>
          <p:cNvPicPr/>
          <p:nvPr/>
        </p:nvPicPr>
        <p:blipFill>
          <a:blip r:embed="rId2" cstate="print"/>
          <a:stretch>
            <a:fillRect/>
          </a:stretch>
        </p:blipFill>
        <p:spPr>
          <a:xfrm>
            <a:off x="594100" y="2891776"/>
            <a:ext cx="3195204" cy="2556163"/>
          </a:xfrm>
          <a:prstGeom prst="rect">
            <a:avLst/>
          </a:prstGeom>
        </p:spPr>
      </p:pic>
      <p:sp>
        <p:nvSpPr>
          <p:cNvPr id="10" name="object 3">
            <a:extLst>
              <a:ext uri="{FF2B5EF4-FFF2-40B4-BE49-F238E27FC236}">
                <a16:creationId xmlns:a16="http://schemas.microsoft.com/office/drawing/2014/main" id="{75036DC2-4E70-D475-4C30-D8BD76C026D7}"/>
              </a:ext>
            </a:extLst>
          </p:cNvPr>
          <p:cNvSpPr txBox="1"/>
          <p:nvPr/>
        </p:nvSpPr>
        <p:spPr>
          <a:xfrm>
            <a:off x="5355141" y="2796008"/>
            <a:ext cx="5105398" cy="2410572"/>
          </a:xfrm>
          <a:prstGeom prst="rect">
            <a:avLst/>
          </a:prstGeom>
        </p:spPr>
        <p:txBody>
          <a:bodyPr vert="horz" lIns="91440" tIns="45720" rIns="91440" bIns="45720" rtlCol="0">
            <a:normAutofit/>
          </a:bodyPr>
          <a:lstStyle/>
          <a:p>
            <a:pPr indent="-228600" algn="l" rtl="0">
              <a:lnSpc>
                <a:spcPct val="90000"/>
              </a:lnSpc>
              <a:buFont typeface="Arial" panose="020B0604020202020204" pitchFamily="34" charset="0"/>
              <a:buChar char="•"/>
            </a:pPr>
            <a:r>
              <a:rPr lang="en-US" sz="2400" kern="1200" dirty="0">
                <a:solidFill>
                  <a:schemeClr val="tx1"/>
                </a:solidFill>
                <a:latin typeface="+mn-lt"/>
                <a:ea typeface="+mn-ea"/>
                <a:cs typeface="+mn-cs"/>
              </a:rPr>
              <a:t>Poor Navigation</a:t>
            </a:r>
          </a:p>
          <a:p>
            <a:pPr indent="-228600" algn="l" rtl="0">
              <a:lnSpc>
                <a:spcPct val="90000"/>
              </a:lnSpc>
              <a:buFont typeface="Arial" panose="020B0604020202020204" pitchFamily="34" charset="0"/>
              <a:buChar char="•"/>
            </a:pPr>
            <a:r>
              <a:rPr lang="en-US" sz="2400" kern="1200" dirty="0">
                <a:solidFill>
                  <a:schemeClr val="tx1"/>
                </a:solidFill>
                <a:latin typeface="+mn-lt"/>
                <a:ea typeface="+mn-ea"/>
                <a:cs typeface="+mn-cs"/>
              </a:rPr>
              <a:t>Slow Load Times</a:t>
            </a:r>
          </a:p>
          <a:p>
            <a:pPr indent="-228600" algn="l" rtl="0">
              <a:lnSpc>
                <a:spcPct val="90000"/>
              </a:lnSpc>
              <a:buFont typeface="Arial" panose="020B0604020202020204" pitchFamily="34" charset="0"/>
              <a:buChar char="•"/>
            </a:pPr>
            <a:r>
              <a:rPr lang="en-US" sz="2400" kern="1200" dirty="0">
                <a:solidFill>
                  <a:schemeClr val="tx1"/>
                </a:solidFill>
                <a:latin typeface="+mn-lt"/>
                <a:ea typeface="+mn-ea"/>
                <a:cs typeface="+mn-cs"/>
              </a:rPr>
              <a:t>Non-Responsive Design</a:t>
            </a:r>
          </a:p>
          <a:p>
            <a:pPr indent="-228600" algn="l" rtl="0">
              <a:lnSpc>
                <a:spcPct val="90000"/>
              </a:lnSpc>
              <a:buFont typeface="Arial" panose="020B0604020202020204" pitchFamily="34" charset="0"/>
              <a:buChar char="•"/>
            </a:pPr>
            <a:r>
              <a:rPr lang="en-US" sz="2400" kern="1200" dirty="0">
                <a:solidFill>
                  <a:schemeClr val="tx1"/>
                </a:solidFill>
                <a:latin typeface="+mn-lt"/>
                <a:ea typeface="+mn-ea"/>
                <a:cs typeface="+mn-cs"/>
              </a:rPr>
              <a:t>Overloaded or Cluttered Interfaces</a:t>
            </a:r>
          </a:p>
          <a:p>
            <a:pPr indent="-228600" algn="l" rtl="0">
              <a:lnSpc>
                <a:spcPct val="90000"/>
              </a:lnSpc>
              <a:buFont typeface="Arial" panose="020B0604020202020204" pitchFamily="34" charset="0"/>
              <a:buChar char="•"/>
            </a:pPr>
            <a:r>
              <a:rPr lang="en-US" sz="2400" kern="1200" dirty="0">
                <a:solidFill>
                  <a:schemeClr val="tx1"/>
                </a:solidFill>
                <a:latin typeface="+mn-lt"/>
                <a:ea typeface="+mn-ea"/>
                <a:cs typeface="+mn-cs"/>
              </a:rPr>
              <a:t>Poor Search Functionality</a:t>
            </a:r>
          </a:p>
          <a:p>
            <a:pPr indent="-228600" algn="l" rtl="0">
              <a:lnSpc>
                <a:spcPct val="90000"/>
              </a:lnSpc>
              <a:buFont typeface="Arial" panose="020B0604020202020204" pitchFamily="34" charset="0"/>
              <a:buChar char="•"/>
            </a:pPr>
            <a:r>
              <a:rPr lang="en-US" sz="2400" kern="1200" dirty="0">
                <a:solidFill>
                  <a:schemeClr val="tx1"/>
                </a:solidFill>
                <a:latin typeface="+mn-lt"/>
                <a:ea typeface="+mn-ea"/>
                <a:cs typeface="+mn-cs"/>
              </a:rPr>
              <a:t>Many More</a:t>
            </a:r>
          </a:p>
        </p:txBody>
      </p:sp>
    </p:spTree>
    <p:extLst>
      <p:ext uri="{BB962C8B-B14F-4D97-AF65-F5344CB8AC3E}">
        <p14:creationId xmlns:p14="http://schemas.microsoft.com/office/powerpoint/2010/main" val="46173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134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object 2" descr="A red sign with black text and yellow text&#10;&#10;Description automatically generated">
            <a:extLst>
              <a:ext uri="{FF2B5EF4-FFF2-40B4-BE49-F238E27FC236}">
                <a16:creationId xmlns:a16="http://schemas.microsoft.com/office/drawing/2014/main" id="{60F53641-D18A-CE7B-85FC-DE9BDCF65F2D}"/>
              </a:ext>
            </a:extLst>
          </p:cNvPr>
          <p:cNvPicPr/>
          <p:nvPr/>
        </p:nvPicPr>
        <p:blipFill>
          <a:blip r:embed="rId2" cstate="print"/>
          <a:stretch>
            <a:fillRect/>
          </a:stretch>
        </p:blipFill>
        <p:spPr>
          <a:xfrm>
            <a:off x="6882850" y="643467"/>
            <a:ext cx="4206153" cy="5571066"/>
          </a:xfrm>
          <a:prstGeom prst="rect">
            <a:avLst/>
          </a:prstGeom>
        </p:spPr>
      </p:pic>
      <p:pic>
        <p:nvPicPr>
          <p:cNvPr id="5" name="object 3" descr="A yellow letter m on a white background&#10;&#10;Description automatically generated">
            <a:extLst>
              <a:ext uri="{FF2B5EF4-FFF2-40B4-BE49-F238E27FC236}">
                <a16:creationId xmlns:a16="http://schemas.microsoft.com/office/drawing/2014/main" id="{D96557B7-7696-92E0-58AD-039BB803DC5A}"/>
              </a:ext>
            </a:extLst>
          </p:cNvPr>
          <p:cNvPicPr/>
          <p:nvPr/>
        </p:nvPicPr>
        <p:blipFill>
          <a:blip r:embed="rId3" cstate="print"/>
          <a:stretch>
            <a:fillRect/>
          </a:stretch>
        </p:blipFill>
        <p:spPr>
          <a:xfrm>
            <a:off x="1139543" y="643467"/>
            <a:ext cx="3356064" cy="5571066"/>
          </a:xfrm>
          <a:prstGeom prst="rect">
            <a:avLst/>
          </a:prstGeom>
        </p:spPr>
      </p:pic>
    </p:spTree>
    <p:extLst>
      <p:ext uri="{BB962C8B-B14F-4D97-AF65-F5344CB8AC3E}">
        <p14:creationId xmlns:p14="http://schemas.microsoft.com/office/powerpoint/2010/main" val="203117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5C9534-9EF3-1251-34AE-DD366388C4C1}"/>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6894B69E-DE84-0350-B9A9-8EF9C94158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F9845F05-FC37-8849-8DE5-3E908FCC4A01}"/>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HTML</a:t>
            </a:r>
          </a:p>
        </p:txBody>
      </p:sp>
      <p:sp>
        <p:nvSpPr>
          <p:cNvPr id="228" name="Rectangle 227">
            <a:extLst>
              <a:ext uri="{FF2B5EF4-FFF2-40B4-BE49-F238E27FC236}">
                <a16:creationId xmlns:a16="http://schemas.microsoft.com/office/drawing/2014/main" id="{10EE08BB-0E54-5DEE-7569-5BD9E0614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EEA8017D-771D-F050-5D90-328F814C24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81302262-BF14-63A6-4318-7652CFFA89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2" descr="No Content">
            <a:extLst>
              <a:ext uri="{FF2B5EF4-FFF2-40B4-BE49-F238E27FC236}">
                <a16:creationId xmlns:a16="http://schemas.microsoft.com/office/drawing/2014/main" id="{A7A234AA-99D9-EFD6-AC96-A6F9991449AA}"/>
              </a:ext>
            </a:extLst>
          </p:cNvPr>
          <p:cNvPicPr>
            <a:picLocks noChangeAspect="1"/>
          </p:cNvPicPr>
          <p:nvPr/>
        </p:nvPicPr>
        <p:blipFill>
          <a:blip r:embed="rId2"/>
          <a:stretch>
            <a:fillRect/>
          </a:stretch>
        </p:blipFill>
        <p:spPr>
          <a:xfrm>
            <a:off x="8362217" y="1958522"/>
            <a:ext cx="3637818" cy="2910254"/>
          </a:xfrm>
          <a:prstGeom prst="rect">
            <a:avLst/>
          </a:prstGeom>
        </p:spPr>
      </p:pic>
    </p:spTree>
    <p:extLst>
      <p:ext uri="{BB962C8B-B14F-4D97-AF65-F5344CB8AC3E}">
        <p14:creationId xmlns:p14="http://schemas.microsoft.com/office/powerpoint/2010/main" val="274785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27ED8-A627-47B2-9D42-4A7ECB690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37282-6814-05BE-4672-5B732BEC140B}"/>
              </a:ext>
            </a:extLst>
          </p:cNvPr>
          <p:cNvSpPr>
            <a:spLocks noGrp="1"/>
          </p:cNvSpPr>
          <p:nvPr>
            <p:ph type="title"/>
          </p:nvPr>
        </p:nvSpPr>
        <p:spPr/>
        <p:txBody>
          <a:bodyPr/>
          <a:lstStyle/>
          <a:p>
            <a:r>
              <a:rPr lang="da-DK" dirty="0"/>
              <a:t>HTML</a:t>
            </a:r>
          </a:p>
        </p:txBody>
      </p:sp>
      <p:sp>
        <p:nvSpPr>
          <p:cNvPr id="4" name="Content Placeholder 3">
            <a:extLst>
              <a:ext uri="{FF2B5EF4-FFF2-40B4-BE49-F238E27FC236}">
                <a16:creationId xmlns:a16="http://schemas.microsoft.com/office/drawing/2014/main" id="{331F5197-A5B2-624F-E55B-1D17700516E9}"/>
              </a:ext>
            </a:extLst>
          </p:cNvPr>
          <p:cNvSpPr>
            <a:spLocks noGrp="1"/>
          </p:cNvSpPr>
          <p:nvPr>
            <p:ph idx="1"/>
          </p:nvPr>
        </p:nvSpPr>
        <p:spPr/>
        <p:txBody>
          <a:bodyPr/>
          <a:lstStyle/>
          <a:p>
            <a:pPr marL="0" indent="0">
              <a:buNone/>
            </a:pPr>
            <a:r>
              <a:rPr lang="da-DK" dirty="0"/>
              <a:t> </a:t>
            </a:r>
          </a:p>
        </p:txBody>
      </p:sp>
      <p:sp>
        <p:nvSpPr>
          <p:cNvPr id="3" name="object 2">
            <a:extLst>
              <a:ext uri="{FF2B5EF4-FFF2-40B4-BE49-F238E27FC236}">
                <a16:creationId xmlns:a16="http://schemas.microsoft.com/office/drawing/2014/main" id="{1311F5C2-1F14-3EA0-7882-235E1AA6FA72}"/>
              </a:ext>
            </a:extLst>
          </p:cNvPr>
          <p:cNvSpPr txBox="1">
            <a:spLocks/>
          </p:cNvSpPr>
          <p:nvPr/>
        </p:nvSpPr>
        <p:spPr>
          <a:xfrm>
            <a:off x="985910" y="1254918"/>
            <a:ext cx="3962400" cy="54313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endParaRPr lang="en-US" spc="225" dirty="0"/>
          </a:p>
        </p:txBody>
      </p:sp>
      <p:graphicFrame>
        <p:nvGraphicFramePr>
          <p:cNvPr id="5" name="object 3">
            <a:extLst>
              <a:ext uri="{FF2B5EF4-FFF2-40B4-BE49-F238E27FC236}">
                <a16:creationId xmlns:a16="http://schemas.microsoft.com/office/drawing/2014/main" id="{7124CC91-9D0E-975F-80C9-019BB5FA8D24}"/>
              </a:ext>
            </a:extLst>
          </p:cNvPr>
          <p:cNvGraphicFramePr/>
          <p:nvPr>
            <p:extLst>
              <p:ext uri="{D42A27DB-BD31-4B8C-83A1-F6EECF244321}">
                <p14:modId xmlns:p14="http://schemas.microsoft.com/office/powerpoint/2010/main" val="1986233310"/>
              </p:ext>
            </p:extLst>
          </p:nvPr>
        </p:nvGraphicFramePr>
        <p:xfrm>
          <a:off x="3462996" y="1285605"/>
          <a:ext cx="6934199" cy="5431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3572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62A4-78B8-C078-48AF-2260606A6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1653B-D35C-29B3-7EC5-B50BAC133124}"/>
              </a:ext>
            </a:extLst>
          </p:cNvPr>
          <p:cNvSpPr>
            <a:spLocks noGrp="1"/>
          </p:cNvSpPr>
          <p:nvPr>
            <p:ph type="title"/>
          </p:nvPr>
        </p:nvSpPr>
        <p:spPr>
          <a:xfrm>
            <a:off x="528418" y="6191"/>
            <a:ext cx="10515600" cy="1325563"/>
          </a:xfrm>
        </p:spPr>
        <p:txBody>
          <a:bodyPr/>
          <a:lstStyle/>
          <a:p>
            <a:r>
              <a:rPr lang="da-DK" dirty="0"/>
              <a:t>HTML</a:t>
            </a:r>
          </a:p>
        </p:txBody>
      </p:sp>
      <p:sp>
        <p:nvSpPr>
          <p:cNvPr id="5" name="Content Placeholder 4">
            <a:extLst>
              <a:ext uri="{FF2B5EF4-FFF2-40B4-BE49-F238E27FC236}">
                <a16:creationId xmlns:a16="http://schemas.microsoft.com/office/drawing/2014/main" id="{2A3ADB59-AD4C-7FB1-9A68-2D6F25FA0CC3}"/>
              </a:ext>
            </a:extLst>
          </p:cNvPr>
          <p:cNvSpPr>
            <a:spLocks noGrp="1"/>
          </p:cNvSpPr>
          <p:nvPr>
            <p:ph idx="1"/>
          </p:nvPr>
        </p:nvSpPr>
        <p:spPr>
          <a:xfrm>
            <a:off x="792733" y="1831975"/>
            <a:ext cx="10515600" cy="4351338"/>
          </a:xfrm>
        </p:spPr>
        <p:txBody>
          <a:bodyPr/>
          <a:lstStyle/>
          <a:p>
            <a:pPr marL="0" indent="0">
              <a:buNone/>
            </a:pPr>
            <a:r>
              <a:rPr lang="da-DK" dirty="0"/>
              <a:t> </a:t>
            </a:r>
          </a:p>
        </p:txBody>
      </p:sp>
      <p:sp>
        <p:nvSpPr>
          <p:cNvPr id="7" name="object 3">
            <a:extLst>
              <a:ext uri="{FF2B5EF4-FFF2-40B4-BE49-F238E27FC236}">
                <a16:creationId xmlns:a16="http://schemas.microsoft.com/office/drawing/2014/main" id="{1C680DAF-1AE1-48BA-3E16-D2A786EB3FF5}"/>
              </a:ext>
            </a:extLst>
          </p:cNvPr>
          <p:cNvSpPr txBox="1"/>
          <p:nvPr/>
        </p:nvSpPr>
        <p:spPr>
          <a:xfrm>
            <a:off x="792733" y="873776"/>
            <a:ext cx="6772275" cy="3319498"/>
          </a:xfrm>
          <a:prstGeom prst="rect">
            <a:avLst/>
          </a:prstGeom>
        </p:spPr>
        <p:txBody>
          <a:bodyPr vert="horz" wrap="square" lIns="0" tIns="15875" rIns="0" bIns="0" rtlCol="0">
            <a:spAutoFit/>
          </a:bodyPr>
          <a:lstStyle/>
          <a:p>
            <a:pPr marL="12700">
              <a:lnSpc>
                <a:spcPct val="100000"/>
              </a:lnSpc>
              <a:spcBef>
                <a:spcPts val="125"/>
              </a:spcBef>
            </a:pPr>
            <a:r>
              <a:rPr lang="en-US" sz="2800" spc="85" dirty="0">
                <a:latin typeface="Aptos (Body)"/>
                <a:cs typeface="Calibri"/>
              </a:rPr>
              <a:t>HTML</a:t>
            </a:r>
            <a:r>
              <a:rPr lang="en-US" sz="2800" spc="70" dirty="0">
                <a:latin typeface="Aptos (Body)"/>
                <a:cs typeface="Calibri"/>
              </a:rPr>
              <a:t> </a:t>
            </a:r>
            <a:r>
              <a:rPr lang="en-US" sz="2800" spc="-75" dirty="0">
                <a:latin typeface="Aptos (Body)"/>
                <a:cs typeface="Calibri"/>
              </a:rPr>
              <a:t>elements</a:t>
            </a:r>
            <a:r>
              <a:rPr lang="en-US" sz="2800" spc="55" dirty="0">
                <a:latin typeface="Aptos (Body)"/>
                <a:cs typeface="Calibri"/>
              </a:rPr>
              <a:t> </a:t>
            </a:r>
            <a:r>
              <a:rPr lang="en-US" sz="2800" spc="-65" dirty="0">
                <a:latin typeface="Aptos (Body)"/>
                <a:cs typeface="Calibri"/>
              </a:rPr>
              <a:t>have</a:t>
            </a:r>
            <a:r>
              <a:rPr lang="en-US" sz="2800" spc="-5" dirty="0">
                <a:latin typeface="Aptos (Body)"/>
                <a:cs typeface="Calibri"/>
              </a:rPr>
              <a:t> </a:t>
            </a:r>
            <a:r>
              <a:rPr lang="en-US" sz="2800" dirty="0">
                <a:latin typeface="Aptos (Body)"/>
                <a:cs typeface="Calibri"/>
              </a:rPr>
              <a:t>a</a:t>
            </a:r>
            <a:r>
              <a:rPr lang="en-US" sz="2800" spc="-85" dirty="0">
                <a:latin typeface="Aptos (Body)"/>
                <a:cs typeface="Calibri"/>
              </a:rPr>
              <a:t> </a:t>
            </a:r>
            <a:r>
              <a:rPr lang="en-US" sz="2800" spc="-25" dirty="0">
                <a:latin typeface="Aptos (Body)"/>
                <a:cs typeface="Calibri"/>
              </a:rPr>
              <a:t>start</a:t>
            </a:r>
            <a:r>
              <a:rPr lang="en-US" sz="2800" spc="105" dirty="0">
                <a:latin typeface="Aptos (Body)"/>
                <a:cs typeface="Calibri"/>
              </a:rPr>
              <a:t> </a:t>
            </a:r>
            <a:r>
              <a:rPr lang="en-US" sz="2800" spc="-40" dirty="0">
                <a:latin typeface="Aptos (Body)"/>
                <a:cs typeface="Calibri"/>
              </a:rPr>
              <a:t>and</a:t>
            </a:r>
            <a:r>
              <a:rPr lang="en-US" sz="2800" spc="-30" dirty="0">
                <a:latin typeface="Aptos (Body)"/>
                <a:cs typeface="Calibri"/>
              </a:rPr>
              <a:t> </a:t>
            </a:r>
            <a:r>
              <a:rPr lang="en-US" sz="2800" dirty="0">
                <a:latin typeface="Aptos (Body)"/>
                <a:cs typeface="Calibri"/>
              </a:rPr>
              <a:t>end</a:t>
            </a:r>
            <a:r>
              <a:rPr lang="en-US" sz="2800" spc="-30" dirty="0">
                <a:latin typeface="Aptos (Body)"/>
                <a:cs typeface="Calibri"/>
              </a:rPr>
              <a:t> </a:t>
            </a:r>
            <a:r>
              <a:rPr lang="en-US" sz="2800" spc="-25" dirty="0">
                <a:latin typeface="Aptos (Body)"/>
                <a:cs typeface="Calibri"/>
              </a:rPr>
              <a:t>tag</a:t>
            </a:r>
            <a:endParaRPr lang="en-US" sz="2800" dirty="0">
              <a:latin typeface="Aptos (Body)"/>
              <a:cs typeface="Calibri"/>
            </a:endParaRPr>
          </a:p>
          <a:p>
            <a:pPr marL="2986405">
              <a:lnSpc>
                <a:spcPct val="100000"/>
              </a:lnSpc>
              <a:spcBef>
                <a:spcPts val="2635"/>
              </a:spcBef>
            </a:pPr>
            <a:r>
              <a:rPr sz="2400" dirty="0">
                <a:latin typeface="Courier New"/>
                <a:cs typeface="Courier New"/>
              </a:rPr>
              <a:t>&lt;p&gt;Hello</a:t>
            </a:r>
            <a:r>
              <a:rPr sz="2400" spc="-60" dirty="0">
                <a:latin typeface="Courier New"/>
                <a:cs typeface="Courier New"/>
              </a:rPr>
              <a:t> </a:t>
            </a:r>
            <a:r>
              <a:rPr sz="2400" spc="-10" dirty="0">
                <a:latin typeface="Courier New"/>
                <a:cs typeface="Courier New"/>
              </a:rPr>
              <a:t>World&lt;/p&gt;</a:t>
            </a:r>
            <a:endParaRPr sz="2400" dirty="0">
              <a:latin typeface="Courier New"/>
              <a:cs typeface="Courier New"/>
            </a:endParaRPr>
          </a:p>
          <a:p>
            <a:pPr>
              <a:lnSpc>
                <a:spcPct val="100000"/>
              </a:lnSpc>
              <a:spcBef>
                <a:spcPts val="555"/>
              </a:spcBef>
            </a:pPr>
            <a:endParaRPr sz="2400" dirty="0">
              <a:latin typeface="Courier New"/>
              <a:cs typeface="Courier New"/>
            </a:endParaRPr>
          </a:p>
          <a:p>
            <a:pPr marL="12700">
              <a:lnSpc>
                <a:spcPct val="100000"/>
              </a:lnSpc>
            </a:pPr>
            <a:endParaRPr lang="da-DK" sz="2800" spc="190" dirty="0">
              <a:latin typeface="Aptos (Body)"/>
              <a:cs typeface="Calibri"/>
            </a:endParaRPr>
          </a:p>
          <a:p>
            <a:pPr marL="12700">
              <a:lnSpc>
                <a:spcPct val="100000"/>
              </a:lnSpc>
            </a:pPr>
            <a:endParaRPr lang="da-DK" sz="2800" spc="190" dirty="0">
              <a:latin typeface="Aptos (Body)"/>
              <a:cs typeface="Calibri"/>
            </a:endParaRPr>
          </a:p>
          <a:p>
            <a:pPr marL="12700">
              <a:lnSpc>
                <a:spcPct val="100000"/>
              </a:lnSpc>
            </a:pPr>
            <a:endParaRPr lang="da-DK" sz="2800" spc="190" dirty="0">
              <a:latin typeface="Aptos (Body)"/>
              <a:cs typeface="Calibri"/>
            </a:endParaRPr>
          </a:p>
          <a:p>
            <a:pPr marL="12700">
              <a:lnSpc>
                <a:spcPct val="100000"/>
              </a:lnSpc>
            </a:pPr>
            <a:r>
              <a:rPr sz="2800" spc="190" dirty="0">
                <a:latin typeface="Aptos (Body)"/>
                <a:cs typeface="Calibri"/>
              </a:rPr>
              <a:t>A</a:t>
            </a:r>
            <a:r>
              <a:rPr sz="2800" spc="-5" dirty="0">
                <a:latin typeface="Aptos (Body)"/>
                <a:cs typeface="Calibri"/>
              </a:rPr>
              <a:t> </a:t>
            </a:r>
            <a:r>
              <a:rPr sz="2800" spc="85" dirty="0">
                <a:latin typeface="Aptos (Body)"/>
                <a:cs typeface="Calibri"/>
              </a:rPr>
              <a:t>HTML</a:t>
            </a:r>
            <a:r>
              <a:rPr sz="2800" spc="150" dirty="0">
                <a:latin typeface="Aptos (Body)"/>
                <a:cs typeface="Calibri"/>
              </a:rPr>
              <a:t> </a:t>
            </a:r>
            <a:r>
              <a:rPr sz="2800" spc="-60" dirty="0">
                <a:latin typeface="Aptos (Body)"/>
                <a:cs typeface="Calibri"/>
              </a:rPr>
              <a:t>page</a:t>
            </a:r>
            <a:r>
              <a:rPr sz="2800" spc="60" dirty="0">
                <a:latin typeface="Aptos (Body)"/>
                <a:cs typeface="Calibri"/>
              </a:rPr>
              <a:t> </a:t>
            </a:r>
            <a:r>
              <a:rPr sz="2800" spc="-50" dirty="0">
                <a:latin typeface="Aptos (Body)"/>
                <a:cs typeface="Calibri"/>
              </a:rPr>
              <a:t>consists</a:t>
            </a:r>
            <a:r>
              <a:rPr sz="2800" spc="120" dirty="0">
                <a:latin typeface="Aptos (Body)"/>
                <a:cs typeface="Calibri"/>
              </a:rPr>
              <a:t> </a:t>
            </a:r>
            <a:r>
              <a:rPr sz="2800" dirty="0">
                <a:latin typeface="Aptos (Body)"/>
                <a:cs typeface="Calibri"/>
              </a:rPr>
              <a:t>of</a:t>
            </a:r>
            <a:r>
              <a:rPr sz="2800" spc="90" dirty="0">
                <a:latin typeface="Aptos (Body)"/>
                <a:cs typeface="Calibri"/>
              </a:rPr>
              <a:t> </a:t>
            </a:r>
            <a:r>
              <a:rPr sz="2800" spc="-70" dirty="0">
                <a:latin typeface="Aptos (Body)"/>
                <a:cs typeface="Calibri"/>
              </a:rPr>
              <a:t>several</a:t>
            </a:r>
            <a:r>
              <a:rPr sz="2800" spc="65" dirty="0">
                <a:latin typeface="Aptos (Body)"/>
                <a:cs typeface="Calibri"/>
              </a:rPr>
              <a:t> </a:t>
            </a:r>
            <a:r>
              <a:rPr sz="2800" spc="-10" dirty="0">
                <a:latin typeface="Aptos (Body)"/>
                <a:cs typeface="Calibri"/>
              </a:rPr>
              <a:t>elements</a:t>
            </a:r>
            <a:endParaRPr sz="2800" dirty="0">
              <a:latin typeface="Aptos (Body)"/>
              <a:cs typeface="Calibri"/>
            </a:endParaRPr>
          </a:p>
        </p:txBody>
      </p:sp>
      <p:sp>
        <p:nvSpPr>
          <p:cNvPr id="9" name="object 4">
            <a:extLst>
              <a:ext uri="{FF2B5EF4-FFF2-40B4-BE49-F238E27FC236}">
                <a16:creationId xmlns:a16="http://schemas.microsoft.com/office/drawing/2014/main" id="{91C305E7-0344-2AD8-A808-666519501DA6}"/>
              </a:ext>
            </a:extLst>
          </p:cNvPr>
          <p:cNvSpPr txBox="1"/>
          <p:nvPr/>
        </p:nvSpPr>
        <p:spPr>
          <a:xfrm>
            <a:off x="917574" y="4193274"/>
            <a:ext cx="2068195" cy="2503805"/>
          </a:xfrm>
          <a:prstGeom prst="rect">
            <a:avLst/>
          </a:prstGeom>
        </p:spPr>
        <p:txBody>
          <a:bodyPr vert="horz" wrap="square" lIns="0" tIns="12700" rIns="0" bIns="0" rtlCol="0">
            <a:spAutoFit/>
          </a:bodyPr>
          <a:lstStyle/>
          <a:p>
            <a:pPr marL="12700">
              <a:lnSpc>
                <a:spcPct val="100000"/>
              </a:lnSpc>
              <a:spcBef>
                <a:spcPts val="100"/>
              </a:spcBef>
            </a:pPr>
            <a:r>
              <a:rPr sz="1800" dirty="0">
                <a:latin typeface="Courier New"/>
                <a:cs typeface="Courier New"/>
              </a:rPr>
              <a:t>&lt;!DOCTYPE</a:t>
            </a:r>
            <a:r>
              <a:rPr sz="1800" spc="-120" dirty="0">
                <a:latin typeface="Courier New"/>
                <a:cs typeface="Courier New"/>
              </a:rPr>
              <a:t> </a:t>
            </a:r>
            <a:r>
              <a:rPr sz="1800" spc="-10" dirty="0">
                <a:latin typeface="Courier New"/>
                <a:cs typeface="Courier New"/>
              </a:rPr>
              <a:t>html&gt;</a:t>
            </a:r>
            <a:endParaRPr sz="1800" dirty="0">
              <a:latin typeface="Courier New"/>
              <a:cs typeface="Courier New"/>
            </a:endParaRPr>
          </a:p>
          <a:p>
            <a:pPr marL="12700">
              <a:lnSpc>
                <a:spcPct val="100000"/>
              </a:lnSpc>
              <a:spcBef>
                <a:spcPts val="20"/>
              </a:spcBef>
            </a:pPr>
            <a:r>
              <a:rPr sz="1800" spc="-10" dirty="0">
                <a:latin typeface="Courier New"/>
                <a:cs typeface="Courier New"/>
              </a:rPr>
              <a:t>&lt;html&gt;</a:t>
            </a:r>
            <a:endParaRPr sz="1800" dirty="0">
              <a:latin typeface="Courier New"/>
              <a:cs typeface="Courier New"/>
            </a:endParaRPr>
          </a:p>
          <a:p>
            <a:pPr marL="279400">
              <a:lnSpc>
                <a:spcPct val="100000"/>
              </a:lnSpc>
              <a:spcBef>
                <a:spcPts val="20"/>
              </a:spcBef>
            </a:pPr>
            <a:r>
              <a:rPr sz="1800" spc="-10" dirty="0">
                <a:latin typeface="Courier New"/>
                <a:cs typeface="Courier New"/>
              </a:rPr>
              <a:t>&lt;head&gt;</a:t>
            </a:r>
            <a:endParaRPr sz="1800" dirty="0">
              <a:latin typeface="Courier New"/>
              <a:cs typeface="Courier New"/>
            </a:endParaRPr>
          </a:p>
          <a:p>
            <a:pPr marL="279400">
              <a:lnSpc>
                <a:spcPts val="2130"/>
              </a:lnSpc>
              <a:spcBef>
                <a:spcPts val="15"/>
              </a:spcBef>
            </a:pPr>
            <a:r>
              <a:rPr sz="1800" dirty="0">
                <a:latin typeface="Courier New"/>
                <a:cs typeface="Courier New"/>
              </a:rPr>
              <a:t>.</a:t>
            </a:r>
            <a:r>
              <a:rPr sz="1800" spc="15" dirty="0">
                <a:latin typeface="Courier New"/>
                <a:cs typeface="Courier New"/>
              </a:rPr>
              <a:t> </a:t>
            </a:r>
            <a:r>
              <a:rPr sz="1800" dirty="0">
                <a:latin typeface="Courier New"/>
                <a:cs typeface="Courier New"/>
              </a:rPr>
              <a:t>.</a:t>
            </a:r>
            <a:r>
              <a:rPr sz="1800" spc="-60" dirty="0">
                <a:latin typeface="Courier New"/>
                <a:cs typeface="Courier New"/>
              </a:rPr>
              <a:t> </a:t>
            </a:r>
            <a:r>
              <a:rPr sz="1800" spc="-50" dirty="0">
                <a:latin typeface="Courier New"/>
                <a:cs typeface="Courier New"/>
              </a:rPr>
              <a:t>.</a:t>
            </a:r>
            <a:endParaRPr sz="1800" dirty="0">
              <a:latin typeface="Courier New"/>
              <a:cs typeface="Courier New"/>
            </a:endParaRPr>
          </a:p>
          <a:p>
            <a:pPr marL="279400">
              <a:lnSpc>
                <a:spcPts val="2130"/>
              </a:lnSpc>
            </a:pPr>
            <a:r>
              <a:rPr sz="1800" spc="-10" dirty="0">
                <a:latin typeface="Courier New"/>
                <a:cs typeface="Courier New"/>
              </a:rPr>
              <a:t>&lt;/head&gt;</a:t>
            </a:r>
            <a:endParaRPr sz="1800" dirty="0">
              <a:latin typeface="Courier New"/>
              <a:cs typeface="Courier New"/>
            </a:endParaRPr>
          </a:p>
          <a:p>
            <a:pPr marL="279400">
              <a:lnSpc>
                <a:spcPct val="100000"/>
              </a:lnSpc>
              <a:spcBef>
                <a:spcPts val="20"/>
              </a:spcBef>
            </a:pPr>
            <a:r>
              <a:rPr sz="1800" spc="-10" dirty="0">
                <a:latin typeface="Courier New"/>
                <a:cs typeface="Courier New"/>
              </a:rPr>
              <a:t>&lt;body&gt;</a:t>
            </a:r>
            <a:endParaRPr sz="1800" dirty="0">
              <a:latin typeface="Courier New"/>
              <a:cs typeface="Courier New"/>
            </a:endParaRPr>
          </a:p>
          <a:p>
            <a:pPr marL="279400">
              <a:lnSpc>
                <a:spcPct val="100000"/>
              </a:lnSpc>
              <a:spcBef>
                <a:spcPts val="20"/>
              </a:spcBef>
            </a:pPr>
            <a:r>
              <a:rPr sz="1800" dirty="0">
                <a:latin typeface="Courier New"/>
                <a:cs typeface="Courier New"/>
              </a:rPr>
              <a:t>.</a:t>
            </a:r>
            <a:r>
              <a:rPr sz="1800" spc="15" dirty="0">
                <a:latin typeface="Courier New"/>
                <a:cs typeface="Courier New"/>
              </a:rPr>
              <a:t> </a:t>
            </a:r>
            <a:r>
              <a:rPr sz="1800" dirty="0">
                <a:latin typeface="Courier New"/>
                <a:cs typeface="Courier New"/>
              </a:rPr>
              <a:t>.</a:t>
            </a:r>
            <a:r>
              <a:rPr sz="1800" spc="-60" dirty="0">
                <a:latin typeface="Courier New"/>
                <a:cs typeface="Courier New"/>
              </a:rPr>
              <a:t> </a:t>
            </a:r>
            <a:r>
              <a:rPr sz="1800" spc="-50" dirty="0">
                <a:latin typeface="Courier New"/>
                <a:cs typeface="Courier New"/>
              </a:rPr>
              <a:t>.</a:t>
            </a:r>
            <a:endParaRPr sz="1800" dirty="0">
              <a:latin typeface="Courier New"/>
              <a:cs typeface="Courier New"/>
            </a:endParaRPr>
          </a:p>
          <a:p>
            <a:pPr marL="279400">
              <a:lnSpc>
                <a:spcPct val="100000"/>
              </a:lnSpc>
              <a:spcBef>
                <a:spcPts val="15"/>
              </a:spcBef>
            </a:pPr>
            <a:r>
              <a:rPr sz="1800" spc="-10" dirty="0">
                <a:latin typeface="Courier New"/>
                <a:cs typeface="Courier New"/>
              </a:rPr>
              <a:t>&lt;/body&gt;</a:t>
            </a:r>
            <a:endParaRPr sz="1800" dirty="0">
              <a:latin typeface="Courier New"/>
              <a:cs typeface="Courier New"/>
            </a:endParaRPr>
          </a:p>
          <a:p>
            <a:pPr marL="12700">
              <a:lnSpc>
                <a:spcPct val="100000"/>
              </a:lnSpc>
              <a:spcBef>
                <a:spcPts val="20"/>
              </a:spcBef>
            </a:pPr>
            <a:r>
              <a:rPr sz="1800" spc="-10" dirty="0">
                <a:latin typeface="Courier New"/>
                <a:cs typeface="Courier New"/>
              </a:rPr>
              <a:t>&lt;/html&gt;</a:t>
            </a:r>
            <a:endParaRPr sz="1800" dirty="0">
              <a:latin typeface="Courier New"/>
              <a:cs typeface="Courier New"/>
            </a:endParaRPr>
          </a:p>
        </p:txBody>
      </p:sp>
      <p:sp>
        <p:nvSpPr>
          <p:cNvPr id="11" name="object 5">
            <a:extLst>
              <a:ext uri="{FF2B5EF4-FFF2-40B4-BE49-F238E27FC236}">
                <a16:creationId xmlns:a16="http://schemas.microsoft.com/office/drawing/2014/main" id="{75DA0115-3BBA-F1C7-A982-C491BF511FC8}"/>
              </a:ext>
            </a:extLst>
          </p:cNvPr>
          <p:cNvSpPr txBox="1"/>
          <p:nvPr/>
        </p:nvSpPr>
        <p:spPr>
          <a:xfrm>
            <a:off x="3641978" y="4091368"/>
            <a:ext cx="5349622" cy="1110560"/>
          </a:xfrm>
          <a:prstGeom prst="rect">
            <a:avLst/>
          </a:prstGeom>
        </p:spPr>
        <p:txBody>
          <a:bodyPr vert="horz" wrap="square" lIns="0" tIns="12700" rIns="0" bIns="0" rtlCol="0">
            <a:spAutoFit/>
          </a:bodyPr>
          <a:lstStyle/>
          <a:p>
            <a:pPr marL="12700">
              <a:lnSpc>
                <a:spcPct val="100000"/>
              </a:lnSpc>
              <a:spcBef>
                <a:spcPts val="100"/>
              </a:spcBef>
            </a:pPr>
            <a:r>
              <a:rPr sz="2400" dirty="0">
                <a:latin typeface="Aptos (Body)"/>
                <a:cs typeface="Calibri"/>
              </a:rPr>
              <a:t>Which</a:t>
            </a:r>
            <a:r>
              <a:rPr sz="2400" spc="-10" dirty="0">
                <a:latin typeface="Aptos (Body)"/>
                <a:cs typeface="Calibri"/>
              </a:rPr>
              <a:t> </a:t>
            </a:r>
            <a:r>
              <a:rPr sz="2400" spc="-50" dirty="0">
                <a:latin typeface="Aptos (Body)"/>
                <a:cs typeface="Calibri"/>
              </a:rPr>
              <a:t>flavor</a:t>
            </a:r>
            <a:r>
              <a:rPr sz="2400" spc="65" dirty="0">
                <a:latin typeface="Aptos (Body)"/>
                <a:cs typeface="Calibri"/>
              </a:rPr>
              <a:t> </a:t>
            </a:r>
            <a:r>
              <a:rPr sz="2400" dirty="0">
                <a:latin typeface="Aptos (Body)"/>
                <a:cs typeface="Calibri"/>
              </a:rPr>
              <a:t>of</a:t>
            </a:r>
            <a:r>
              <a:rPr sz="2400" spc="10" dirty="0">
                <a:latin typeface="Aptos (Body)"/>
                <a:cs typeface="Calibri"/>
              </a:rPr>
              <a:t> </a:t>
            </a:r>
            <a:r>
              <a:rPr sz="2400" spc="55" dirty="0">
                <a:latin typeface="Aptos (Body)"/>
                <a:cs typeface="Calibri"/>
              </a:rPr>
              <a:t>HTML</a:t>
            </a:r>
            <a:endParaRPr sz="2400" dirty="0">
              <a:latin typeface="Aptos (Body)"/>
              <a:cs typeface="Calibri"/>
            </a:endParaRPr>
          </a:p>
          <a:p>
            <a:pPr marL="12700">
              <a:lnSpc>
                <a:spcPct val="100000"/>
              </a:lnSpc>
              <a:spcBef>
                <a:spcPts val="2830"/>
              </a:spcBef>
            </a:pPr>
            <a:r>
              <a:rPr sz="2400" spc="-35" dirty="0">
                <a:latin typeface="Aptos (Body)"/>
                <a:cs typeface="Calibri"/>
              </a:rPr>
              <a:t>Header:</a:t>
            </a:r>
            <a:r>
              <a:rPr sz="2400" spc="-100" dirty="0">
                <a:latin typeface="Aptos (Body)"/>
                <a:cs typeface="Calibri"/>
              </a:rPr>
              <a:t> </a:t>
            </a:r>
            <a:r>
              <a:rPr sz="2400" spc="-85" dirty="0">
                <a:latin typeface="Aptos (Body)"/>
                <a:cs typeface="Calibri"/>
              </a:rPr>
              <a:t>everything</a:t>
            </a:r>
            <a:r>
              <a:rPr sz="2400" spc="-50" dirty="0">
                <a:latin typeface="Aptos (Body)"/>
                <a:cs typeface="Calibri"/>
              </a:rPr>
              <a:t> </a:t>
            </a:r>
            <a:r>
              <a:rPr sz="2400" spc="-60" dirty="0">
                <a:latin typeface="Aptos (Body)"/>
                <a:cs typeface="Calibri"/>
              </a:rPr>
              <a:t>that</a:t>
            </a:r>
            <a:r>
              <a:rPr sz="2400" spc="-55" dirty="0">
                <a:latin typeface="Aptos (Body)"/>
                <a:cs typeface="Calibri"/>
              </a:rPr>
              <a:t> </a:t>
            </a:r>
            <a:r>
              <a:rPr sz="2400" dirty="0">
                <a:latin typeface="Aptos (Body)"/>
                <a:cs typeface="Calibri"/>
              </a:rPr>
              <a:t>is</a:t>
            </a:r>
            <a:r>
              <a:rPr sz="2400" spc="-20" dirty="0">
                <a:latin typeface="Aptos (Body)"/>
                <a:cs typeface="Calibri"/>
              </a:rPr>
              <a:t> </a:t>
            </a:r>
            <a:r>
              <a:rPr sz="2400" dirty="0">
                <a:latin typeface="Aptos (Body)"/>
                <a:cs typeface="Calibri"/>
              </a:rPr>
              <a:t>not</a:t>
            </a:r>
            <a:r>
              <a:rPr sz="2400" spc="-55" dirty="0">
                <a:latin typeface="Aptos (Body)"/>
                <a:cs typeface="Calibri"/>
              </a:rPr>
              <a:t> </a:t>
            </a:r>
            <a:r>
              <a:rPr sz="2400" spc="-20" dirty="0">
                <a:latin typeface="Aptos (Body)"/>
                <a:cs typeface="Calibri"/>
              </a:rPr>
              <a:t>content</a:t>
            </a:r>
            <a:endParaRPr sz="2400" dirty="0">
              <a:latin typeface="Aptos (Body)"/>
              <a:cs typeface="Calibri"/>
            </a:endParaRPr>
          </a:p>
        </p:txBody>
      </p:sp>
      <p:sp>
        <p:nvSpPr>
          <p:cNvPr id="13" name="object 6">
            <a:extLst>
              <a:ext uri="{FF2B5EF4-FFF2-40B4-BE49-F238E27FC236}">
                <a16:creationId xmlns:a16="http://schemas.microsoft.com/office/drawing/2014/main" id="{41C94616-5CFA-14F3-D83B-17C59BA20FFE}"/>
              </a:ext>
            </a:extLst>
          </p:cNvPr>
          <p:cNvSpPr txBox="1"/>
          <p:nvPr/>
        </p:nvSpPr>
        <p:spPr>
          <a:xfrm>
            <a:off x="3641978" y="5550598"/>
            <a:ext cx="2890516" cy="382156"/>
          </a:xfrm>
          <a:prstGeom prst="rect">
            <a:avLst/>
          </a:prstGeom>
        </p:spPr>
        <p:txBody>
          <a:bodyPr vert="horz" wrap="square" lIns="0" tIns="12700" rIns="0" bIns="0" rtlCol="0">
            <a:spAutoFit/>
          </a:bodyPr>
          <a:lstStyle/>
          <a:p>
            <a:pPr marL="12700">
              <a:lnSpc>
                <a:spcPct val="100000"/>
              </a:lnSpc>
              <a:spcBef>
                <a:spcPts val="100"/>
              </a:spcBef>
            </a:pPr>
            <a:r>
              <a:rPr sz="2400" spc="-60" dirty="0">
                <a:latin typeface="Aptos (Body)"/>
                <a:cs typeface="Calibri"/>
              </a:rPr>
              <a:t>Body:</a:t>
            </a:r>
            <a:r>
              <a:rPr sz="2400" spc="-65" dirty="0">
                <a:latin typeface="Aptos (Body)"/>
                <a:cs typeface="Calibri"/>
              </a:rPr>
              <a:t> </a:t>
            </a:r>
            <a:r>
              <a:rPr sz="2400" spc="-60" dirty="0">
                <a:latin typeface="Aptos (Body)"/>
                <a:cs typeface="Calibri"/>
              </a:rPr>
              <a:t>actual</a:t>
            </a:r>
            <a:r>
              <a:rPr sz="2400" spc="-35" dirty="0">
                <a:latin typeface="Aptos (Body)"/>
                <a:cs typeface="Calibri"/>
              </a:rPr>
              <a:t> </a:t>
            </a:r>
            <a:r>
              <a:rPr sz="2400" spc="-40" dirty="0">
                <a:latin typeface="Aptos (Body)"/>
                <a:cs typeface="Calibri"/>
              </a:rPr>
              <a:t>content</a:t>
            </a:r>
            <a:endParaRPr sz="2400" dirty="0">
              <a:latin typeface="Aptos (Body)"/>
              <a:cs typeface="Calibri"/>
            </a:endParaRPr>
          </a:p>
        </p:txBody>
      </p:sp>
      <p:sp>
        <p:nvSpPr>
          <p:cNvPr id="15" name="object 7">
            <a:extLst>
              <a:ext uri="{FF2B5EF4-FFF2-40B4-BE49-F238E27FC236}">
                <a16:creationId xmlns:a16="http://schemas.microsoft.com/office/drawing/2014/main" id="{FA574481-93C1-0DA0-578A-29FB94560F17}"/>
              </a:ext>
            </a:extLst>
          </p:cNvPr>
          <p:cNvSpPr txBox="1"/>
          <p:nvPr/>
        </p:nvSpPr>
        <p:spPr>
          <a:xfrm>
            <a:off x="3641978" y="6284912"/>
            <a:ext cx="5179152" cy="382156"/>
          </a:xfrm>
          <a:prstGeom prst="rect">
            <a:avLst/>
          </a:prstGeom>
        </p:spPr>
        <p:txBody>
          <a:bodyPr vert="horz" wrap="square" lIns="0" tIns="12700" rIns="0" bIns="0" rtlCol="0">
            <a:spAutoFit/>
          </a:bodyPr>
          <a:lstStyle/>
          <a:p>
            <a:pPr marL="12700">
              <a:lnSpc>
                <a:spcPct val="100000"/>
              </a:lnSpc>
              <a:spcBef>
                <a:spcPts val="100"/>
              </a:spcBef>
            </a:pPr>
            <a:r>
              <a:rPr sz="2400" spc="75" dirty="0">
                <a:latin typeface="Aptos (Body)"/>
                <a:cs typeface="Calibri"/>
              </a:rPr>
              <a:t>HTML</a:t>
            </a:r>
            <a:r>
              <a:rPr sz="2400" spc="-100" dirty="0">
                <a:latin typeface="Aptos (Body)"/>
                <a:cs typeface="Calibri"/>
              </a:rPr>
              <a:t> </a:t>
            </a:r>
            <a:r>
              <a:rPr sz="2400" spc="-75" dirty="0">
                <a:latin typeface="Aptos (Body)"/>
                <a:cs typeface="Calibri"/>
              </a:rPr>
              <a:t>element</a:t>
            </a:r>
            <a:r>
              <a:rPr sz="2400" spc="-55" dirty="0">
                <a:latin typeface="Aptos (Body)"/>
                <a:cs typeface="Calibri"/>
              </a:rPr>
              <a:t> </a:t>
            </a:r>
            <a:r>
              <a:rPr sz="2400" spc="-25" dirty="0">
                <a:latin typeface="Aptos (Body)"/>
                <a:cs typeface="Calibri"/>
              </a:rPr>
              <a:t>wraps</a:t>
            </a:r>
            <a:r>
              <a:rPr sz="2400" spc="60" dirty="0">
                <a:latin typeface="Aptos (Body)"/>
                <a:cs typeface="Calibri"/>
              </a:rPr>
              <a:t> </a:t>
            </a:r>
            <a:r>
              <a:rPr sz="2400" spc="-10" dirty="0">
                <a:latin typeface="Aptos (Body)"/>
                <a:cs typeface="Calibri"/>
              </a:rPr>
              <a:t>the</a:t>
            </a:r>
            <a:r>
              <a:rPr sz="2400" spc="-35" dirty="0">
                <a:latin typeface="Aptos (Body)"/>
                <a:cs typeface="Calibri"/>
              </a:rPr>
              <a:t> </a:t>
            </a:r>
            <a:r>
              <a:rPr sz="2400" spc="-25" dirty="0">
                <a:latin typeface="Aptos (Body)"/>
                <a:cs typeface="Calibri"/>
              </a:rPr>
              <a:t>document</a:t>
            </a:r>
            <a:endParaRPr sz="2400" dirty="0">
              <a:latin typeface="Aptos (Body)"/>
              <a:cs typeface="Calibri"/>
            </a:endParaRPr>
          </a:p>
        </p:txBody>
      </p:sp>
      <p:sp>
        <p:nvSpPr>
          <p:cNvPr id="31" name="object 4">
            <a:extLst>
              <a:ext uri="{FF2B5EF4-FFF2-40B4-BE49-F238E27FC236}">
                <a16:creationId xmlns:a16="http://schemas.microsoft.com/office/drawing/2014/main" id="{5776FA10-A668-2F1A-96E6-70281DCF0D44}"/>
              </a:ext>
            </a:extLst>
          </p:cNvPr>
          <p:cNvSpPr/>
          <p:nvPr/>
        </p:nvSpPr>
        <p:spPr>
          <a:xfrm>
            <a:off x="1243012" y="2313051"/>
            <a:ext cx="1067435" cy="790575"/>
          </a:xfrm>
          <a:custGeom>
            <a:avLst/>
            <a:gdLst/>
            <a:ahLst/>
            <a:cxnLst/>
            <a:rect l="l" t="t" r="r" b="b"/>
            <a:pathLst>
              <a:path w="1067435" h="790575">
                <a:moveTo>
                  <a:pt x="0" y="131699"/>
                </a:moveTo>
                <a:lnTo>
                  <a:pt x="6717" y="90058"/>
                </a:lnTo>
                <a:lnTo>
                  <a:pt x="25422" y="53903"/>
                </a:lnTo>
                <a:lnTo>
                  <a:pt x="53945" y="25400"/>
                </a:lnTo>
                <a:lnTo>
                  <a:pt x="90115" y="6710"/>
                </a:lnTo>
                <a:lnTo>
                  <a:pt x="131762" y="0"/>
                </a:lnTo>
                <a:lnTo>
                  <a:pt x="935037" y="0"/>
                </a:lnTo>
                <a:lnTo>
                  <a:pt x="976691" y="6710"/>
                </a:lnTo>
                <a:lnTo>
                  <a:pt x="1012877" y="25400"/>
                </a:lnTo>
                <a:lnTo>
                  <a:pt x="1041418" y="53903"/>
                </a:lnTo>
                <a:lnTo>
                  <a:pt x="1060139" y="90058"/>
                </a:lnTo>
                <a:lnTo>
                  <a:pt x="1066863" y="131699"/>
                </a:lnTo>
                <a:lnTo>
                  <a:pt x="1066863" y="658749"/>
                </a:lnTo>
                <a:lnTo>
                  <a:pt x="1060139" y="700402"/>
                </a:lnTo>
                <a:lnTo>
                  <a:pt x="1041418" y="736588"/>
                </a:lnTo>
                <a:lnTo>
                  <a:pt x="1012877" y="765130"/>
                </a:lnTo>
                <a:lnTo>
                  <a:pt x="976691" y="783851"/>
                </a:lnTo>
                <a:lnTo>
                  <a:pt x="935037" y="790575"/>
                </a:lnTo>
                <a:lnTo>
                  <a:pt x="131762" y="790575"/>
                </a:lnTo>
                <a:lnTo>
                  <a:pt x="90115" y="783851"/>
                </a:lnTo>
                <a:lnTo>
                  <a:pt x="53945" y="765130"/>
                </a:lnTo>
                <a:lnTo>
                  <a:pt x="25422" y="736588"/>
                </a:lnTo>
                <a:lnTo>
                  <a:pt x="6717" y="700402"/>
                </a:lnTo>
                <a:lnTo>
                  <a:pt x="0" y="658749"/>
                </a:lnTo>
                <a:lnTo>
                  <a:pt x="0" y="131699"/>
                </a:lnTo>
                <a:close/>
              </a:path>
            </a:pathLst>
          </a:custGeom>
          <a:ln w="12700">
            <a:solidFill>
              <a:srgbClr val="000000"/>
            </a:solidFill>
          </a:ln>
        </p:spPr>
        <p:txBody>
          <a:bodyPr wrap="square" lIns="0" tIns="0" rIns="0" bIns="0" rtlCol="0"/>
          <a:lstStyle/>
          <a:p>
            <a:endParaRPr/>
          </a:p>
        </p:txBody>
      </p:sp>
      <p:sp>
        <p:nvSpPr>
          <p:cNvPr id="32" name="object 5">
            <a:extLst>
              <a:ext uri="{FF2B5EF4-FFF2-40B4-BE49-F238E27FC236}">
                <a16:creationId xmlns:a16="http://schemas.microsoft.com/office/drawing/2014/main" id="{13035658-5452-7A68-87C6-3C719B70663C}"/>
              </a:ext>
            </a:extLst>
          </p:cNvPr>
          <p:cNvSpPr txBox="1"/>
          <p:nvPr/>
        </p:nvSpPr>
        <p:spPr>
          <a:xfrm>
            <a:off x="1486916" y="2477452"/>
            <a:ext cx="569595" cy="391795"/>
          </a:xfrm>
          <a:prstGeom prst="rect">
            <a:avLst/>
          </a:prstGeom>
        </p:spPr>
        <p:txBody>
          <a:bodyPr vert="horz" wrap="square" lIns="0" tIns="12700" rIns="0" bIns="0" rtlCol="0">
            <a:spAutoFit/>
          </a:bodyPr>
          <a:lstStyle/>
          <a:p>
            <a:pPr marL="12700">
              <a:lnSpc>
                <a:spcPct val="100000"/>
              </a:lnSpc>
              <a:spcBef>
                <a:spcPts val="100"/>
              </a:spcBef>
            </a:pPr>
            <a:r>
              <a:rPr sz="2400" spc="-25" dirty="0">
                <a:latin typeface="Courier New"/>
                <a:cs typeface="Courier New"/>
              </a:rPr>
              <a:t>&lt;p&gt;</a:t>
            </a:r>
            <a:endParaRPr sz="2400">
              <a:latin typeface="Courier New"/>
              <a:cs typeface="Courier New"/>
            </a:endParaRPr>
          </a:p>
        </p:txBody>
      </p:sp>
      <p:sp>
        <p:nvSpPr>
          <p:cNvPr id="33" name="object 6">
            <a:extLst>
              <a:ext uri="{FF2B5EF4-FFF2-40B4-BE49-F238E27FC236}">
                <a16:creationId xmlns:a16="http://schemas.microsoft.com/office/drawing/2014/main" id="{E525F273-A9F5-4964-0995-CF23D3AEBCAA}"/>
              </a:ext>
            </a:extLst>
          </p:cNvPr>
          <p:cNvSpPr/>
          <p:nvPr/>
        </p:nvSpPr>
        <p:spPr>
          <a:xfrm>
            <a:off x="6043676" y="2313051"/>
            <a:ext cx="1123950" cy="790575"/>
          </a:xfrm>
          <a:custGeom>
            <a:avLst/>
            <a:gdLst/>
            <a:ahLst/>
            <a:cxnLst/>
            <a:rect l="l" t="t" r="r" b="b"/>
            <a:pathLst>
              <a:path w="1123950" h="790575">
                <a:moveTo>
                  <a:pt x="0" y="131699"/>
                </a:moveTo>
                <a:lnTo>
                  <a:pt x="6710" y="90058"/>
                </a:lnTo>
                <a:lnTo>
                  <a:pt x="25400" y="53903"/>
                </a:lnTo>
                <a:lnTo>
                  <a:pt x="53903" y="25400"/>
                </a:lnTo>
                <a:lnTo>
                  <a:pt x="90058" y="6710"/>
                </a:lnTo>
                <a:lnTo>
                  <a:pt x="131699" y="0"/>
                </a:lnTo>
                <a:lnTo>
                  <a:pt x="992124" y="0"/>
                </a:lnTo>
                <a:lnTo>
                  <a:pt x="1033777" y="6710"/>
                </a:lnTo>
                <a:lnTo>
                  <a:pt x="1069963" y="25400"/>
                </a:lnTo>
                <a:lnTo>
                  <a:pt x="1098505" y="53903"/>
                </a:lnTo>
                <a:lnTo>
                  <a:pt x="1117226" y="90058"/>
                </a:lnTo>
                <a:lnTo>
                  <a:pt x="1123950" y="131699"/>
                </a:lnTo>
                <a:lnTo>
                  <a:pt x="1123950" y="658749"/>
                </a:lnTo>
                <a:lnTo>
                  <a:pt x="1117226" y="700402"/>
                </a:lnTo>
                <a:lnTo>
                  <a:pt x="1098505" y="736588"/>
                </a:lnTo>
                <a:lnTo>
                  <a:pt x="1069963" y="765130"/>
                </a:lnTo>
                <a:lnTo>
                  <a:pt x="1033777" y="783851"/>
                </a:lnTo>
                <a:lnTo>
                  <a:pt x="992124" y="790575"/>
                </a:lnTo>
                <a:lnTo>
                  <a:pt x="131699" y="790575"/>
                </a:lnTo>
                <a:lnTo>
                  <a:pt x="90058" y="783851"/>
                </a:lnTo>
                <a:lnTo>
                  <a:pt x="53903" y="765130"/>
                </a:lnTo>
                <a:lnTo>
                  <a:pt x="25400" y="736588"/>
                </a:lnTo>
                <a:lnTo>
                  <a:pt x="6710" y="700402"/>
                </a:lnTo>
                <a:lnTo>
                  <a:pt x="0" y="658749"/>
                </a:lnTo>
                <a:lnTo>
                  <a:pt x="0" y="131699"/>
                </a:lnTo>
                <a:close/>
              </a:path>
            </a:pathLst>
          </a:custGeom>
          <a:ln w="12700">
            <a:solidFill>
              <a:srgbClr val="000000"/>
            </a:solidFill>
          </a:ln>
        </p:spPr>
        <p:txBody>
          <a:bodyPr wrap="square" lIns="0" tIns="0" rIns="0" bIns="0" rtlCol="0"/>
          <a:lstStyle/>
          <a:p>
            <a:endParaRPr/>
          </a:p>
        </p:txBody>
      </p:sp>
      <p:sp>
        <p:nvSpPr>
          <p:cNvPr id="34" name="object 7">
            <a:extLst>
              <a:ext uri="{FF2B5EF4-FFF2-40B4-BE49-F238E27FC236}">
                <a16:creationId xmlns:a16="http://schemas.microsoft.com/office/drawing/2014/main" id="{6C0FA3A8-B6E7-4781-55F2-CCD49800D94F}"/>
              </a:ext>
            </a:extLst>
          </p:cNvPr>
          <p:cNvSpPr txBox="1"/>
          <p:nvPr/>
        </p:nvSpPr>
        <p:spPr>
          <a:xfrm>
            <a:off x="6228079" y="2477452"/>
            <a:ext cx="749300" cy="391795"/>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ourier New"/>
                <a:cs typeface="Courier New"/>
              </a:rPr>
              <a:t>&lt;/p&gt;</a:t>
            </a:r>
            <a:endParaRPr sz="2400">
              <a:latin typeface="Courier New"/>
              <a:cs typeface="Courier New"/>
            </a:endParaRPr>
          </a:p>
        </p:txBody>
      </p:sp>
      <p:sp>
        <p:nvSpPr>
          <p:cNvPr id="35" name="object 8">
            <a:extLst>
              <a:ext uri="{FF2B5EF4-FFF2-40B4-BE49-F238E27FC236}">
                <a16:creationId xmlns:a16="http://schemas.microsoft.com/office/drawing/2014/main" id="{42614304-8EFA-C10B-271B-F24620372E48}"/>
              </a:ext>
            </a:extLst>
          </p:cNvPr>
          <p:cNvSpPr/>
          <p:nvPr/>
        </p:nvSpPr>
        <p:spPr>
          <a:xfrm>
            <a:off x="9406001" y="2255901"/>
            <a:ext cx="914400" cy="914400"/>
          </a:xfrm>
          <a:custGeom>
            <a:avLst/>
            <a:gdLst/>
            <a:ahLst/>
            <a:cxnLst/>
            <a:rect l="l" t="t" r="r" b="b"/>
            <a:pathLst>
              <a:path w="914400" h="914400">
                <a:moveTo>
                  <a:pt x="0" y="457200"/>
                </a:moveTo>
                <a:lnTo>
                  <a:pt x="2359" y="410437"/>
                </a:lnTo>
                <a:lnTo>
                  <a:pt x="9284" y="365029"/>
                </a:lnTo>
                <a:lnTo>
                  <a:pt x="20546" y="321206"/>
                </a:lnTo>
                <a:lnTo>
                  <a:pt x="35915" y="279195"/>
                </a:lnTo>
                <a:lnTo>
                  <a:pt x="55161" y="239227"/>
                </a:lnTo>
                <a:lnTo>
                  <a:pt x="78056" y="201531"/>
                </a:lnTo>
                <a:lnTo>
                  <a:pt x="104370" y="166337"/>
                </a:lnTo>
                <a:lnTo>
                  <a:pt x="133873" y="133873"/>
                </a:lnTo>
                <a:lnTo>
                  <a:pt x="166337" y="104370"/>
                </a:lnTo>
                <a:lnTo>
                  <a:pt x="201531" y="78056"/>
                </a:lnTo>
                <a:lnTo>
                  <a:pt x="239227" y="55161"/>
                </a:lnTo>
                <a:lnTo>
                  <a:pt x="279195" y="35915"/>
                </a:lnTo>
                <a:lnTo>
                  <a:pt x="321206" y="20546"/>
                </a:lnTo>
                <a:lnTo>
                  <a:pt x="365029" y="9284"/>
                </a:lnTo>
                <a:lnTo>
                  <a:pt x="410437" y="2359"/>
                </a:lnTo>
                <a:lnTo>
                  <a:pt x="457200" y="0"/>
                </a:lnTo>
                <a:lnTo>
                  <a:pt x="503941" y="2359"/>
                </a:lnTo>
                <a:lnTo>
                  <a:pt x="549333" y="9284"/>
                </a:lnTo>
                <a:lnTo>
                  <a:pt x="593146" y="20546"/>
                </a:lnTo>
                <a:lnTo>
                  <a:pt x="635150" y="35915"/>
                </a:lnTo>
                <a:lnTo>
                  <a:pt x="675116" y="55161"/>
                </a:lnTo>
                <a:lnTo>
                  <a:pt x="712812" y="78056"/>
                </a:lnTo>
                <a:lnTo>
                  <a:pt x="748009" y="104370"/>
                </a:lnTo>
                <a:lnTo>
                  <a:pt x="780478" y="133873"/>
                </a:lnTo>
                <a:lnTo>
                  <a:pt x="809988" y="166337"/>
                </a:lnTo>
                <a:lnTo>
                  <a:pt x="836309" y="201531"/>
                </a:lnTo>
                <a:lnTo>
                  <a:pt x="859212" y="239227"/>
                </a:lnTo>
                <a:lnTo>
                  <a:pt x="878466" y="279195"/>
                </a:lnTo>
                <a:lnTo>
                  <a:pt x="893842" y="321206"/>
                </a:lnTo>
                <a:lnTo>
                  <a:pt x="905110" y="365029"/>
                </a:lnTo>
                <a:lnTo>
                  <a:pt x="912039" y="410437"/>
                </a:lnTo>
                <a:lnTo>
                  <a:pt x="914400" y="457200"/>
                </a:lnTo>
                <a:lnTo>
                  <a:pt x="912039" y="503941"/>
                </a:lnTo>
                <a:lnTo>
                  <a:pt x="905110" y="549333"/>
                </a:lnTo>
                <a:lnTo>
                  <a:pt x="893842" y="593146"/>
                </a:lnTo>
                <a:lnTo>
                  <a:pt x="878466" y="635150"/>
                </a:lnTo>
                <a:lnTo>
                  <a:pt x="859212" y="675116"/>
                </a:lnTo>
                <a:lnTo>
                  <a:pt x="836309" y="712812"/>
                </a:lnTo>
                <a:lnTo>
                  <a:pt x="809988" y="748009"/>
                </a:lnTo>
                <a:lnTo>
                  <a:pt x="780478" y="780478"/>
                </a:lnTo>
                <a:lnTo>
                  <a:pt x="748009" y="809988"/>
                </a:lnTo>
                <a:lnTo>
                  <a:pt x="712812" y="836309"/>
                </a:lnTo>
                <a:lnTo>
                  <a:pt x="675116" y="859212"/>
                </a:lnTo>
                <a:lnTo>
                  <a:pt x="635150" y="878466"/>
                </a:lnTo>
                <a:lnTo>
                  <a:pt x="593146" y="893842"/>
                </a:lnTo>
                <a:lnTo>
                  <a:pt x="549333" y="905110"/>
                </a:lnTo>
                <a:lnTo>
                  <a:pt x="503941" y="912039"/>
                </a:lnTo>
                <a:lnTo>
                  <a:pt x="457200" y="914400"/>
                </a:lnTo>
                <a:lnTo>
                  <a:pt x="410437" y="912039"/>
                </a:lnTo>
                <a:lnTo>
                  <a:pt x="365029" y="905110"/>
                </a:lnTo>
                <a:lnTo>
                  <a:pt x="321206" y="893842"/>
                </a:lnTo>
                <a:lnTo>
                  <a:pt x="279195" y="878466"/>
                </a:lnTo>
                <a:lnTo>
                  <a:pt x="239227" y="859212"/>
                </a:lnTo>
                <a:lnTo>
                  <a:pt x="201531" y="836309"/>
                </a:lnTo>
                <a:lnTo>
                  <a:pt x="166337" y="809988"/>
                </a:lnTo>
                <a:lnTo>
                  <a:pt x="133873" y="780478"/>
                </a:lnTo>
                <a:lnTo>
                  <a:pt x="104370" y="748009"/>
                </a:lnTo>
                <a:lnTo>
                  <a:pt x="78056" y="712812"/>
                </a:lnTo>
                <a:lnTo>
                  <a:pt x="55161" y="675116"/>
                </a:lnTo>
                <a:lnTo>
                  <a:pt x="35915" y="635150"/>
                </a:lnTo>
                <a:lnTo>
                  <a:pt x="20546" y="593146"/>
                </a:lnTo>
                <a:lnTo>
                  <a:pt x="9284" y="549333"/>
                </a:lnTo>
                <a:lnTo>
                  <a:pt x="2359" y="503941"/>
                </a:lnTo>
                <a:lnTo>
                  <a:pt x="0" y="457200"/>
                </a:lnTo>
                <a:close/>
              </a:path>
            </a:pathLst>
          </a:custGeom>
          <a:ln w="12700">
            <a:solidFill>
              <a:srgbClr val="000000"/>
            </a:solidFill>
          </a:ln>
        </p:spPr>
        <p:txBody>
          <a:bodyPr wrap="square" lIns="0" tIns="0" rIns="0" bIns="0" rtlCol="0"/>
          <a:lstStyle/>
          <a:p>
            <a:endParaRPr/>
          </a:p>
        </p:txBody>
      </p:sp>
      <p:sp>
        <p:nvSpPr>
          <p:cNvPr id="36" name="object 9">
            <a:extLst>
              <a:ext uri="{FF2B5EF4-FFF2-40B4-BE49-F238E27FC236}">
                <a16:creationId xmlns:a16="http://schemas.microsoft.com/office/drawing/2014/main" id="{782FECFA-3E1B-C271-BBE8-B0A33964BF17}"/>
              </a:ext>
            </a:extLst>
          </p:cNvPr>
          <p:cNvSpPr txBox="1"/>
          <p:nvPr/>
        </p:nvSpPr>
        <p:spPr>
          <a:xfrm>
            <a:off x="9762490" y="2479103"/>
            <a:ext cx="208915"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p</a:t>
            </a:r>
            <a:endParaRPr sz="2400">
              <a:latin typeface="Courier New"/>
              <a:cs typeface="Courier New"/>
            </a:endParaRPr>
          </a:p>
        </p:txBody>
      </p:sp>
      <p:sp>
        <p:nvSpPr>
          <p:cNvPr id="37" name="object 10">
            <a:extLst>
              <a:ext uri="{FF2B5EF4-FFF2-40B4-BE49-F238E27FC236}">
                <a16:creationId xmlns:a16="http://schemas.microsoft.com/office/drawing/2014/main" id="{266A8B3C-0EBB-0490-D8DF-D9A6542D2372}"/>
              </a:ext>
            </a:extLst>
          </p:cNvPr>
          <p:cNvSpPr/>
          <p:nvPr/>
        </p:nvSpPr>
        <p:spPr>
          <a:xfrm>
            <a:off x="3043301" y="2313051"/>
            <a:ext cx="2371725" cy="790575"/>
          </a:xfrm>
          <a:custGeom>
            <a:avLst/>
            <a:gdLst/>
            <a:ahLst/>
            <a:cxnLst/>
            <a:rect l="l" t="t" r="r" b="b"/>
            <a:pathLst>
              <a:path w="2371725" h="790575">
                <a:moveTo>
                  <a:pt x="0" y="131699"/>
                </a:moveTo>
                <a:lnTo>
                  <a:pt x="6710" y="90058"/>
                </a:lnTo>
                <a:lnTo>
                  <a:pt x="25400" y="53903"/>
                </a:lnTo>
                <a:lnTo>
                  <a:pt x="53903" y="25400"/>
                </a:lnTo>
                <a:lnTo>
                  <a:pt x="90058" y="6710"/>
                </a:lnTo>
                <a:lnTo>
                  <a:pt x="131699" y="0"/>
                </a:lnTo>
                <a:lnTo>
                  <a:pt x="2239899" y="0"/>
                </a:lnTo>
                <a:lnTo>
                  <a:pt x="2281552" y="6710"/>
                </a:lnTo>
                <a:lnTo>
                  <a:pt x="2317738" y="25400"/>
                </a:lnTo>
                <a:lnTo>
                  <a:pt x="2346280" y="53903"/>
                </a:lnTo>
                <a:lnTo>
                  <a:pt x="2365001" y="90058"/>
                </a:lnTo>
                <a:lnTo>
                  <a:pt x="2371725" y="131699"/>
                </a:lnTo>
                <a:lnTo>
                  <a:pt x="2371725" y="658749"/>
                </a:lnTo>
                <a:lnTo>
                  <a:pt x="2365001" y="700402"/>
                </a:lnTo>
                <a:lnTo>
                  <a:pt x="2346280" y="736588"/>
                </a:lnTo>
                <a:lnTo>
                  <a:pt x="2317738" y="765130"/>
                </a:lnTo>
                <a:lnTo>
                  <a:pt x="2281552" y="783851"/>
                </a:lnTo>
                <a:lnTo>
                  <a:pt x="2239899" y="790575"/>
                </a:lnTo>
                <a:lnTo>
                  <a:pt x="131699" y="790575"/>
                </a:lnTo>
                <a:lnTo>
                  <a:pt x="90058" y="783851"/>
                </a:lnTo>
                <a:lnTo>
                  <a:pt x="53903" y="765130"/>
                </a:lnTo>
                <a:lnTo>
                  <a:pt x="25400" y="736588"/>
                </a:lnTo>
                <a:lnTo>
                  <a:pt x="6710" y="700402"/>
                </a:lnTo>
                <a:lnTo>
                  <a:pt x="0" y="658749"/>
                </a:lnTo>
                <a:lnTo>
                  <a:pt x="0" y="131699"/>
                </a:lnTo>
                <a:close/>
              </a:path>
            </a:pathLst>
          </a:custGeom>
          <a:ln w="12700">
            <a:solidFill>
              <a:srgbClr val="000000"/>
            </a:solidFill>
          </a:ln>
        </p:spPr>
        <p:txBody>
          <a:bodyPr wrap="square" lIns="0" tIns="0" rIns="0" bIns="0" rtlCol="0"/>
          <a:lstStyle/>
          <a:p>
            <a:endParaRPr/>
          </a:p>
        </p:txBody>
      </p:sp>
      <p:sp>
        <p:nvSpPr>
          <p:cNvPr id="38" name="object 11">
            <a:extLst>
              <a:ext uri="{FF2B5EF4-FFF2-40B4-BE49-F238E27FC236}">
                <a16:creationId xmlns:a16="http://schemas.microsoft.com/office/drawing/2014/main" id="{3332A73E-4873-739B-93D4-D1C3B800BB46}"/>
              </a:ext>
            </a:extLst>
          </p:cNvPr>
          <p:cNvSpPr txBox="1"/>
          <p:nvPr/>
        </p:nvSpPr>
        <p:spPr>
          <a:xfrm>
            <a:off x="3210179" y="2486977"/>
            <a:ext cx="202882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ourier New"/>
                <a:cs typeface="Courier New"/>
              </a:rPr>
              <a:t>Hello</a:t>
            </a:r>
            <a:r>
              <a:rPr sz="2400" spc="-90" dirty="0">
                <a:latin typeface="Courier New"/>
                <a:cs typeface="Courier New"/>
              </a:rPr>
              <a:t> </a:t>
            </a:r>
            <a:r>
              <a:rPr sz="2400" spc="-10" dirty="0">
                <a:latin typeface="Courier New"/>
                <a:cs typeface="Courier New"/>
              </a:rPr>
              <a:t>World</a:t>
            </a:r>
            <a:endParaRPr sz="2400">
              <a:latin typeface="Courier New"/>
              <a:cs typeface="Courier New"/>
            </a:endParaRPr>
          </a:p>
        </p:txBody>
      </p:sp>
      <p:grpSp>
        <p:nvGrpSpPr>
          <p:cNvPr id="39" name="object 12">
            <a:extLst>
              <a:ext uri="{FF2B5EF4-FFF2-40B4-BE49-F238E27FC236}">
                <a16:creationId xmlns:a16="http://schemas.microsoft.com/office/drawing/2014/main" id="{8103229F-5DEB-1304-71B3-8BF8CC2E8944}"/>
              </a:ext>
            </a:extLst>
          </p:cNvPr>
          <p:cNvGrpSpPr/>
          <p:nvPr/>
        </p:nvGrpSpPr>
        <p:grpSpPr>
          <a:xfrm>
            <a:off x="7837551" y="2459101"/>
            <a:ext cx="993775" cy="508000"/>
            <a:chOff x="7837551" y="3894201"/>
            <a:chExt cx="993775" cy="508000"/>
          </a:xfrm>
        </p:grpSpPr>
        <p:sp>
          <p:nvSpPr>
            <p:cNvPr id="40" name="object 13">
              <a:extLst>
                <a:ext uri="{FF2B5EF4-FFF2-40B4-BE49-F238E27FC236}">
                  <a16:creationId xmlns:a16="http://schemas.microsoft.com/office/drawing/2014/main" id="{3B726E1F-7393-6E48-CBED-296D3E7EB10F}"/>
                </a:ext>
              </a:extLst>
            </p:cNvPr>
            <p:cNvSpPr/>
            <p:nvPr/>
          </p:nvSpPr>
          <p:spPr>
            <a:xfrm>
              <a:off x="7843901" y="3900551"/>
              <a:ext cx="981075" cy="495300"/>
            </a:xfrm>
            <a:custGeom>
              <a:avLst/>
              <a:gdLst/>
              <a:ahLst/>
              <a:cxnLst/>
              <a:rect l="l" t="t" r="r" b="b"/>
              <a:pathLst>
                <a:path w="981075" h="495300">
                  <a:moveTo>
                    <a:pt x="733425" y="0"/>
                  </a:moveTo>
                  <a:lnTo>
                    <a:pt x="733425" y="123825"/>
                  </a:lnTo>
                  <a:lnTo>
                    <a:pt x="0" y="123825"/>
                  </a:lnTo>
                  <a:lnTo>
                    <a:pt x="0" y="371475"/>
                  </a:lnTo>
                  <a:lnTo>
                    <a:pt x="733425" y="371475"/>
                  </a:lnTo>
                  <a:lnTo>
                    <a:pt x="733425" y="495300"/>
                  </a:lnTo>
                  <a:lnTo>
                    <a:pt x="981075" y="247650"/>
                  </a:lnTo>
                  <a:lnTo>
                    <a:pt x="733425" y="0"/>
                  </a:lnTo>
                  <a:close/>
                </a:path>
              </a:pathLst>
            </a:custGeom>
            <a:solidFill>
              <a:srgbClr val="000000"/>
            </a:solidFill>
          </p:spPr>
          <p:txBody>
            <a:bodyPr wrap="square" lIns="0" tIns="0" rIns="0" bIns="0" rtlCol="0"/>
            <a:lstStyle/>
            <a:p>
              <a:endParaRPr/>
            </a:p>
          </p:txBody>
        </p:sp>
        <p:sp>
          <p:nvSpPr>
            <p:cNvPr id="41" name="object 14">
              <a:extLst>
                <a:ext uri="{FF2B5EF4-FFF2-40B4-BE49-F238E27FC236}">
                  <a16:creationId xmlns:a16="http://schemas.microsoft.com/office/drawing/2014/main" id="{087BA6CA-3181-77CE-380B-E364F4FC84EE}"/>
                </a:ext>
              </a:extLst>
            </p:cNvPr>
            <p:cNvSpPr/>
            <p:nvPr/>
          </p:nvSpPr>
          <p:spPr>
            <a:xfrm>
              <a:off x="7843901" y="3900551"/>
              <a:ext cx="981075" cy="495300"/>
            </a:xfrm>
            <a:custGeom>
              <a:avLst/>
              <a:gdLst/>
              <a:ahLst/>
              <a:cxnLst/>
              <a:rect l="l" t="t" r="r" b="b"/>
              <a:pathLst>
                <a:path w="981075" h="495300">
                  <a:moveTo>
                    <a:pt x="0" y="123825"/>
                  </a:moveTo>
                  <a:lnTo>
                    <a:pt x="733425" y="123825"/>
                  </a:lnTo>
                  <a:lnTo>
                    <a:pt x="733425" y="0"/>
                  </a:lnTo>
                  <a:lnTo>
                    <a:pt x="981075" y="247650"/>
                  </a:lnTo>
                  <a:lnTo>
                    <a:pt x="733425" y="495300"/>
                  </a:lnTo>
                  <a:lnTo>
                    <a:pt x="733425" y="371475"/>
                  </a:lnTo>
                  <a:lnTo>
                    <a:pt x="0" y="371475"/>
                  </a:lnTo>
                  <a:lnTo>
                    <a:pt x="0" y="123825"/>
                  </a:lnTo>
                  <a:close/>
                </a:path>
              </a:pathLst>
            </a:custGeom>
            <a:ln w="12700">
              <a:solidFill>
                <a:srgbClr val="000000"/>
              </a:solidFill>
            </a:ln>
          </p:spPr>
          <p:txBody>
            <a:bodyPr wrap="square" lIns="0" tIns="0" rIns="0" bIns="0" rtlCol="0"/>
            <a:lstStyle/>
            <a:p>
              <a:endParaRPr/>
            </a:p>
          </p:txBody>
        </p:sp>
      </p:grpSp>
      <p:sp>
        <p:nvSpPr>
          <p:cNvPr id="42" name="object 15">
            <a:extLst>
              <a:ext uri="{FF2B5EF4-FFF2-40B4-BE49-F238E27FC236}">
                <a16:creationId xmlns:a16="http://schemas.microsoft.com/office/drawing/2014/main" id="{FA2F2DE8-530A-1A51-750A-8734D6B3071E}"/>
              </a:ext>
            </a:extLst>
          </p:cNvPr>
          <p:cNvSpPr txBox="1"/>
          <p:nvPr/>
        </p:nvSpPr>
        <p:spPr>
          <a:xfrm>
            <a:off x="1124585" y="3192081"/>
            <a:ext cx="1247140" cy="385362"/>
          </a:xfrm>
          <a:prstGeom prst="rect">
            <a:avLst/>
          </a:prstGeom>
        </p:spPr>
        <p:txBody>
          <a:bodyPr vert="horz" wrap="square" lIns="0" tIns="15875" rIns="0" bIns="0" rtlCol="0">
            <a:spAutoFit/>
          </a:bodyPr>
          <a:lstStyle/>
          <a:p>
            <a:pPr marL="12700">
              <a:lnSpc>
                <a:spcPct val="100000"/>
              </a:lnSpc>
              <a:spcBef>
                <a:spcPts val="125"/>
              </a:spcBef>
            </a:pPr>
            <a:r>
              <a:rPr sz="2400" spc="-20" dirty="0">
                <a:latin typeface="Aptos (Body)"/>
                <a:cs typeface="Gill Sans MT"/>
              </a:rPr>
              <a:t>Start</a:t>
            </a:r>
            <a:r>
              <a:rPr sz="2400" spc="-135" dirty="0">
                <a:latin typeface="Aptos (Body)"/>
                <a:cs typeface="Gill Sans MT"/>
              </a:rPr>
              <a:t> </a:t>
            </a:r>
            <a:r>
              <a:rPr sz="2400" spc="-80" dirty="0">
                <a:latin typeface="Aptos (Body)"/>
                <a:cs typeface="Gill Sans MT"/>
              </a:rPr>
              <a:t>Tag</a:t>
            </a:r>
            <a:endParaRPr sz="2400" dirty="0">
              <a:latin typeface="Aptos (Body)"/>
              <a:cs typeface="Gill Sans MT"/>
            </a:endParaRPr>
          </a:p>
        </p:txBody>
      </p:sp>
      <p:sp>
        <p:nvSpPr>
          <p:cNvPr id="43" name="object 16">
            <a:extLst>
              <a:ext uri="{FF2B5EF4-FFF2-40B4-BE49-F238E27FC236}">
                <a16:creationId xmlns:a16="http://schemas.microsoft.com/office/drawing/2014/main" id="{79E8F35B-A0F9-CDFC-5BD8-8168DE512BB6}"/>
              </a:ext>
            </a:extLst>
          </p:cNvPr>
          <p:cNvSpPr txBox="1"/>
          <p:nvPr/>
        </p:nvSpPr>
        <p:spPr>
          <a:xfrm>
            <a:off x="6126479" y="3230498"/>
            <a:ext cx="1115060" cy="386003"/>
          </a:xfrm>
          <a:prstGeom prst="rect">
            <a:avLst/>
          </a:prstGeom>
        </p:spPr>
        <p:txBody>
          <a:bodyPr vert="horz" wrap="square" lIns="0" tIns="16510" rIns="0" bIns="0" rtlCol="0">
            <a:spAutoFit/>
          </a:bodyPr>
          <a:lstStyle/>
          <a:p>
            <a:pPr marL="12700">
              <a:lnSpc>
                <a:spcPct val="100000"/>
              </a:lnSpc>
              <a:spcBef>
                <a:spcPts val="130"/>
              </a:spcBef>
            </a:pPr>
            <a:r>
              <a:rPr sz="2400" dirty="0">
                <a:latin typeface="Aptos (Body)"/>
                <a:cs typeface="Gill Sans MT"/>
              </a:rPr>
              <a:t>End</a:t>
            </a:r>
            <a:r>
              <a:rPr sz="2400" spc="-75" dirty="0">
                <a:latin typeface="Aptos (Body)"/>
                <a:cs typeface="Gill Sans MT"/>
              </a:rPr>
              <a:t> </a:t>
            </a:r>
            <a:r>
              <a:rPr sz="2400" spc="-80" dirty="0">
                <a:latin typeface="Aptos (Body)"/>
                <a:cs typeface="Gill Sans MT"/>
              </a:rPr>
              <a:t>Tag</a:t>
            </a:r>
            <a:endParaRPr sz="2400">
              <a:latin typeface="Aptos (Body)"/>
              <a:cs typeface="Gill Sans MT"/>
            </a:endParaRPr>
          </a:p>
        </p:txBody>
      </p:sp>
      <p:sp>
        <p:nvSpPr>
          <p:cNvPr id="44" name="object 17">
            <a:extLst>
              <a:ext uri="{FF2B5EF4-FFF2-40B4-BE49-F238E27FC236}">
                <a16:creationId xmlns:a16="http://schemas.microsoft.com/office/drawing/2014/main" id="{9C57ED45-0E6F-CA2C-12E1-1B398D6BFCA0}"/>
              </a:ext>
            </a:extLst>
          </p:cNvPr>
          <p:cNvSpPr txBox="1"/>
          <p:nvPr/>
        </p:nvSpPr>
        <p:spPr>
          <a:xfrm>
            <a:off x="3593084" y="3192081"/>
            <a:ext cx="1171575" cy="385362"/>
          </a:xfrm>
          <a:prstGeom prst="rect">
            <a:avLst/>
          </a:prstGeom>
        </p:spPr>
        <p:txBody>
          <a:bodyPr vert="horz" wrap="square" lIns="0" tIns="15875" rIns="0" bIns="0" rtlCol="0">
            <a:spAutoFit/>
          </a:bodyPr>
          <a:lstStyle/>
          <a:p>
            <a:pPr marL="12700">
              <a:lnSpc>
                <a:spcPct val="100000"/>
              </a:lnSpc>
              <a:spcBef>
                <a:spcPts val="125"/>
              </a:spcBef>
            </a:pPr>
            <a:r>
              <a:rPr sz="2400" spc="-45" dirty="0">
                <a:latin typeface="Aptos (Body)"/>
                <a:cs typeface="Gill Sans MT"/>
              </a:rPr>
              <a:t>Content</a:t>
            </a:r>
            <a:endParaRPr sz="2400" dirty="0">
              <a:latin typeface="Aptos (Body)"/>
              <a:cs typeface="Gill Sans MT"/>
            </a:endParaRPr>
          </a:p>
        </p:txBody>
      </p:sp>
      <p:sp>
        <p:nvSpPr>
          <p:cNvPr id="45" name="object 18">
            <a:extLst>
              <a:ext uri="{FF2B5EF4-FFF2-40B4-BE49-F238E27FC236}">
                <a16:creationId xmlns:a16="http://schemas.microsoft.com/office/drawing/2014/main" id="{1BD9BB9C-8D2D-D83D-71F9-44A4E771BD49}"/>
              </a:ext>
            </a:extLst>
          </p:cNvPr>
          <p:cNvSpPr txBox="1"/>
          <p:nvPr/>
        </p:nvSpPr>
        <p:spPr>
          <a:xfrm>
            <a:off x="9345041" y="3230498"/>
            <a:ext cx="1132205" cy="386003"/>
          </a:xfrm>
          <a:prstGeom prst="rect">
            <a:avLst/>
          </a:prstGeom>
        </p:spPr>
        <p:txBody>
          <a:bodyPr vert="horz" wrap="square" lIns="0" tIns="16510" rIns="0" bIns="0" rtlCol="0">
            <a:spAutoFit/>
          </a:bodyPr>
          <a:lstStyle/>
          <a:p>
            <a:pPr marL="12700">
              <a:lnSpc>
                <a:spcPct val="100000"/>
              </a:lnSpc>
              <a:spcBef>
                <a:spcPts val="130"/>
              </a:spcBef>
            </a:pPr>
            <a:r>
              <a:rPr sz="2400" spc="-45" dirty="0">
                <a:latin typeface="Aptos (Body)"/>
                <a:cs typeface="Gill Sans MT"/>
              </a:rPr>
              <a:t>Element</a:t>
            </a:r>
            <a:endParaRPr sz="2400">
              <a:latin typeface="Aptos (Body)"/>
              <a:cs typeface="Gill Sans MT"/>
            </a:endParaRPr>
          </a:p>
        </p:txBody>
      </p:sp>
    </p:spTree>
    <p:extLst>
      <p:ext uri="{BB962C8B-B14F-4D97-AF65-F5344CB8AC3E}">
        <p14:creationId xmlns:p14="http://schemas.microsoft.com/office/powerpoint/2010/main" val="3886199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B0797-8E65-5D08-E5EE-884765141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6456A-3025-014D-D52A-AD20B2ED42E8}"/>
              </a:ext>
            </a:extLst>
          </p:cNvPr>
          <p:cNvSpPr>
            <a:spLocks noGrp="1"/>
          </p:cNvSpPr>
          <p:nvPr>
            <p:ph type="title"/>
          </p:nvPr>
        </p:nvSpPr>
        <p:spPr/>
        <p:txBody>
          <a:bodyPr/>
          <a:lstStyle/>
          <a:p>
            <a:r>
              <a:rPr lang="da-DK" dirty="0"/>
              <a:t>HTML</a:t>
            </a:r>
          </a:p>
        </p:txBody>
      </p:sp>
      <p:sp>
        <p:nvSpPr>
          <p:cNvPr id="5" name="Content Placeholder 4">
            <a:extLst>
              <a:ext uri="{FF2B5EF4-FFF2-40B4-BE49-F238E27FC236}">
                <a16:creationId xmlns:a16="http://schemas.microsoft.com/office/drawing/2014/main" id="{167E216D-0128-D404-C0F1-95FC0F9D88B9}"/>
              </a:ext>
            </a:extLst>
          </p:cNvPr>
          <p:cNvSpPr>
            <a:spLocks noGrp="1"/>
          </p:cNvSpPr>
          <p:nvPr>
            <p:ph idx="1"/>
          </p:nvPr>
        </p:nvSpPr>
        <p:spPr/>
        <p:txBody>
          <a:bodyPr/>
          <a:lstStyle/>
          <a:p>
            <a:pPr marL="0" indent="0">
              <a:buNone/>
            </a:pPr>
            <a:r>
              <a:rPr lang="da-DK" dirty="0"/>
              <a:t> </a:t>
            </a:r>
          </a:p>
        </p:txBody>
      </p:sp>
      <p:pic>
        <p:nvPicPr>
          <p:cNvPr id="9" name="Picture 8">
            <a:extLst>
              <a:ext uri="{FF2B5EF4-FFF2-40B4-BE49-F238E27FC236}">
                <a16:creationId xmlns:a16="http://schemas.microsoft.com/office/drawing/2014/main" id="{54CC6C87-FF2A-BF79-649D-2525BE8BA0C2}"/>
              </a:ext>
            </a:extLst>
          </p:cNvPr>
          <p:cNvPicPr>
            <a:picLocks noChangeAspect="1"/>
          </p:cNvPicPr>
          <p:nvPr/>
        </p:nvPicPr>
        <p:blipFill>
          <a:blip r:embed="rId2"/>
          <a:stretch>
            <a:fillRect/>
          </a:stretch>
        </p:blipFill>
        <p:spPr>
          <a:xfrm>
            <a:off x="2166424" y="1715783"/>
            <a:ext cx="9078613" cy="4571022"/>
          </a:xfrm>
          <a:prstGeom prst="rect">
            <a:avLst/>
          </a:prstGeom>
        </p:spPr>
      </p:pic>
    </p:spTree>
    <p:extLst>
      <p:ext uri="{BB962C8B-B14F-4D97-AF65-F5344CB8AC3E}">
        <p14:creationId xmlns:p14="http://schemas.microsoft.com/office/powerpoint/2010/main" val="3051537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3F91B-E6D4-FB06-0A0C-C7D9C4707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7CC77-D474-B6ED-3738-7DB5693FFF9E}"/>
              </a:ext>
            </a:extLst>
          </p:cNvPr>
          <p:cNvSpPr>
            <a:spLocks noGrp="1"/>
          </p:cNvSpPr>
          <p:nvPr>
            <p:ph type="title"/>
          </p:nvPr>
        </p:nvSpPr>
        <p:spPr/>
        <p:txBody>
          <a:bodyPr/>
          <a:lstStyle/>
          <a:p>
            <a:r>
              <a:rPr lang="da-DK" dirty="0"/>
              <a:t>HTML</a:t>
            </a:r>
          </a:p>
        </p:txBody>
      </p:sp>
      <p:sp>
        <p:nvSpPr>
          <p:cNvPr id="9" name="TextBox 8">
            <a:extLst>
              <a:ext uri="{FF2B5EF4-FFF2-40B4-BE49-F238E27FC236}">
                <a16:creationId xmlns:a16="http://schemas.microsoft.com/office/drawing/2014/main" id="{755BCCF3-6608-F6FF-9BCB-FD3550E0C9A0}"/>
              </a:ext>
            </a:extLst>
          </p:cNvPr>
          <p:cNvSpPr txBox="1"/>
          <p:nvPr/>
        </p:nvSpPr>
        <p:spPr>
          <a:xfrm>
            <a:off x="714142" y="1321594"/>
            <a:ext cx="11380321" cy="873125"/>
          </a:xfrm>
          <a:prstGeom prst="rect">
            <a:avLst/>
          </a:prstGeom>
        </p:spPr>
        <p:txBody>
          <a:bodyPr vert="horz" lIns="91440" tIns="45720" rIns="91440" bIns="45720" rtlCol="0" anchor="ctr">
            <a:normAutofit/>
          </a:bodyPr>
          <a:lstStyle/>
          <a:p>
            <a:pPr>
              <a:lnSpc>
                <a:spcPct val="90000"/>
              </a:lnSpc>
              <a:spcBef>
                <a:spcPts val="100"/>
              </a:spcBef>
            </a:pPr>
            <a:r>
              <a:rPr lang="da-DK" sz="2400" dirty="0"/>
              <a:t>A HTML page </a:t>
            </a:r>
            <a:r>
              <a:rPr lang="da-DK" sz="2400" dirty="0" err="1"/>
              <a:t>consists</a:t>
            </a:r>
            <a:r>
              <a:rPr lang="da-DK" sz="2400" dirty="0"/>
              <a:t> of </a:t>
            </a:r>
            <a:r>
              <a:rPr lang="da-DK" sz="2400" dirty="0" err="1"/>
              <a:t>several</a:t>
            </a:r>
            <a:r>
              <a:rPr lang="da-DK" sz="2400" dirty="0"/>
              <a:t> elements</a:t>
            </a:r>
            <a:endParaRPr lang="en-US" sz="2400" b="1" kern="1200" dirty="0">
              <a:solidFill>
                <a:schemeClr val="tx1"/>
              </a:solidFill>
              <a:latin typeface="+mn-lt"/>
              <a:ea typeface="+mn-ea"/>
              <a:cs typeface="+mn-cs"/>
            </a:endParaRPr>
          </a:p>
        </p:txBody>
      </p:sp>
      <p:sp>
        <p:nvSpPr>
          <p:cNvPr id="4" name="Content Placeholder 3">
            <a:extLst>
              <a:ext uri="{FF2B5EF4-FFF2-40B4-BE49-F238E27FC236}">
                <a16:creationId xmlns:a16="http://schemas.microsoft.com/office/drawing/2014/main" id="{5F62690F-6D1F-AD43-522A-87BC4364EE69}"/>
              </a:ext>
            </a:extLst>
          </p:cNvPr>
          <p:cNvSpPr>
            <a:spLocks noGrp="1"/>
          </p:cNvSpPr>
          <p:nvPr>
            <p:ph idx="1"/>
          </p:nvPr>
        </p:nvSpPr>
        <p:spPr/>
        <p:txBody>
          <a:bodyPr/>
          <a:lstStyle/>
          <a:p>
            <a:pPr marL="0" indent="0">
              <a:buNone/>
            </a:pPr>
            <a:r>
              <a:rPr lang="da-DK" dirty="0"/>
              <a:t> </a:t>
            </a:r>
          </a:p>
        </p:txBody>
      </p:sp>
      <p:sp>
        <p:nvSpPr>
          <p:cNvPr id="10" name="object 4">
            <a:extLst>
              <a:ext uri="{FF2B5EF4-FFF2-40B4-BE49-F238E27FC236}">
                <a16:creationId xmlns:a16="http://schemas.microsoft.com/office/drawing/2014/main" id="{2D226555-A3F3-AE06-C176-FD5A63F789C2}"/>
              </a:ext>
            </a:extLst>
          </p:cNvPr>
          <p:cNvSpPr txBox="1"/>
          <p:nvPr/>
        </p:nvSpPr>
        <p:spPr>
          <a:xfrm>
            <a:off x="2887980" y="3032601"/>
            <a:ext cx="2068195" cy="2503805"/>
          </a:xfrm>
          <a:prstGeom prst="rect">
            <a:avLst/>
          </a:prstGeom>
        </p:spPr>
        <p:txBody>
          <a:bodyPr vert="horz" wrap="square" lIns="0" tIns="12700" rIns="0" bIns="0" rtlCol="0">
            <a:spAutoFit/>
          </a:bodyPr>
          <a:lstStyle/>
          <a:p>
            <a:pPr marL="12700">
              <a:lnSpc>
                <a:spcPct val="100000"/>
              </a:lnSpc>
              <a:spcBef>
                <a:spcPts val="100"/>
              </a:spcBef>
            </a:pPr>
            <a:r>
              <a:rPr sz="1800" dirty="0">
                <a:latin typeface="Courier New"/>
                <a:cs typeface="Courier New"/>
              </a:rPr>
              <a:t>&lt;!DOCTYPE</a:t>
            </a:r>
            <a:r>
              <a:rPr sz="1800" spc="-120" dirty="0">
                <a:latin typeface="Courier New"/>
                <a:cs typeface="Courier New"/>
              </a:rPr>
              <a:t> </a:t>
            </a:r>
            <a:r>
              <a:rPr sz="1800" spc="-10" dirty="0">
                <a:latin typeface="Courier New"/>
                <a:cs typeface="Courier New"/>
              </a:rPr>
              <a:t>html&gt;</a:t>
            </a:r>
            <a:endParaRPr sz="1800" dirty="0">
              <a:latin typeface="Courier New"/>
              <a:cs typeface="Courier New"/>
            </a:endParaRPr>
          </a:p>
          <a:p>
            <a:pPr marL="12700">
              <a:lnSpc>
                <a:spcPct val="100000"/>
              </a:lnSpc>
              <a:spcBef>
                <a:spcPts val="20"/>
              </a:spcBef>
            </a:pPr>
            <a:r>
              <a:rPr sz="1800" spc="-10" dirty="0">
                <a:latin typeface="Courier New"/>
                <a:cs typeface="Courier New"/>
              </a:rPr>
              <a:t>&lt;html&gt;</a:t>
            </a:r>
            <a:endParaRPr sz="1800" dirty="0">
              <a:latin typeface="Courier New"/>
              <a:cs typeface="Courier New"/>
            </a:endParaRPr>
          </a:p>
          <a:p>
            <a:pPr marL="279400">
              <a:lnSpc>
                <a:spcPct val="100000"/>
              </a:lnSpc>
              <a:spcBef>
                <a:spcPts val="20"/>
              </a:spcBef>
            </a:pPr>
            <a:r>
              <a:rPr sz="1800" spc="-10" dirty="0">
                <a:latin typeface="Courier New"/>
                <a:cs typeface="Courier New"/>
              </a:rPr>
              <a:t>&lt;head&gt;</a:t>
            </a:r>
            <a:endParaRPr sz="1800" dirty="0">
              <a:latin typeface="Courier New"/>
              <a:cs typeface="Courier New"/>
            </a:endParaRPr>
          </a:p>
          <a:p>
            <a:pPr marL="279400">
              <a:lnSpc>
                <a:spcPts val="2130"/>
              </a:lnSpc>
              <a:spcBef>
                <a:spcPts val="15"/>
              </a:spcBef>
            </a:pPr>
            <a:r>
              <a:rPr sz="1800" dirty="0">
                <a:latin typeface="Courier New"/>
                <a:cs typeface="Courier New"/>
              </a:rPr>
              <a:t>.</a:t>
            </a:r>
            <a:r>
              <a:rPr sz="1800" spc="15" dirty="0">
                <a:latin typeface="Courier New"/>
                <a:cs typeface="Courier New"/>
              </a:rPr>
              <a:t> </a:t>
            </a:r>
            <a:r>
              <a:rPr sz="1800" dirty="0">
                <a:latin typeface="Courier New"/>
                <a:cs typeface="Courier New"/>
              </a:rPr>
              <a:t>.</a:t>
            </a:r>
            <a:r>
              <a:rPr sz="1800" spc="-60" dirty="0">
                <a:latin typeface="Courier New"/>
                <a:cs typeface="Courier New"/>
              </a:rPr>
              <a:t> </a:t>
            </a:r>
            <a:r>
              <a:rPr sz="1800" spc="-50" dirty="0">
                <a:latin typeface="Courier New"/>
                <a:cs typeface="Courier New"/>
              </a:rPr>
              <a:t>.</a:t>
            </a:r>
            <a:endParaRPr sz="1800" dirty="0">
              <a:latin typeface="Courier New"/>
              <a:cs typeface="Courier New"/>
            </a:endParaRPr>
          </a:p>
          <a:p>
            <a:pPr marL="279400">
              <a:lnSpc>
                <a:spcPts val="2130"/>
              </a:lnSpc>
            </a:pPr>
            <a:r>
              <a:rPr sz="1800" spc="-10" dirty="0">
                <a:latin typeface="Courier New"/>
                <a:cs typeface="Courier New"/>
              </a:rPr>
              <a:t>&lt;/head&gt;</a:t>
            </a:r>
            <a:endParaRPr sz="1800" dirty="0">
              <a:latin typeface="Courier New"/>
              <a:cs typeface="Courier New"/>
            </a:endParaRPr>
          </a:p>
          <a:p>
            <a:pPr marL="279400">
              <a:lnSpc>
                <a:spcPct val="100000"/>
              </a:lnSpc>
              <a:spcBef>
                <a:spcPts val="20"/>
              </a:spcBef>
            </a:pPr>
            <a:r>
              <a:rPr sz="1800" spc="-10" dirty="0">
                <a:latin typeface="Courier New"/>
                <a:cs typeface="Courier New"/>
              </a:rPr>
              <a:t>&lt;body&gt;</a:t>
            </a:r>
            <a:endParaRPr sz="1800" dirty="0">
              <a:latin typeface="Courier New"/>
              <a:cs typeface="Courier New"/>
            </a:endParaRPr>
          </a:p>
          <a:p>
            <a:pPr marL="279400">
              <a:lnSpc>
                <a:spcPct val="100000"/>
              </a:lnSpc>
              <a:spcBef>
                <a:spcPts val="20"/>
              </a:spcBef>
            </a:pPr>
            <a:r>
              <a:rPr sz="1800" dirty="0">
                <a:latin typeface="Courier New"/>
                <a:cs typeface="Courier New"/>
              </a:rPr>
              <a:t>.</a:t>
            </a:r>
            <a:r>
              <a:rPr sz="1800" spc="15" dirty="0">
                <a:latin typeface="Courier New"/>
                <a:cs typeface="Courier New"/>
              </a:rPr>
              <a:t> </a:t>
            </a:r>
            <a:r>
              <a:rPr sz="1800" dirty="0">
                <a:latin typeface="Courier New"/>
                <a:cs typeface="Courier New"/>
              </a:rPr>
              <a:t>.</a:t>
            </a:r>
            <a:r>
              <a:rPr sz="1800" spc="-60" dirty="0">
                <a:latin typeface="Courier New"/>
                <a:cs typeface="Courier New"/>
              </a:rPr>
              <a:t> </a:t>
            </a:r>
            <a:r>
              <a:rPr sz="1800" spc="-50" dirty="0">
                <a:latin typeface="Courier New"/>
                <a:cs typeface="Courier New"/>
              </a:rPr>
              <a:t>.</a:t>
            </a:r>
            <a:endParaRPr sz="1800" dirty="0">
              <a:latin typeface="Courier New"/>
              <a:cs typeface="Courier New"/>
            </a:endParaRPr>
          </a:p>
          <a:p>
            <a:pPr marL="279400">
              <a:lnSpc>
                <a:spcPct val="100000"/>
              </a:lnSpc>
              <a:spcBef>
                <a:spcPts val="15"/>
              </a:spcBef>
            </a:pPr>
            <a:r>
              <a:rPr sz="1800" spc="-10" dirty="0">
                <a:latin typeface="Courier New"/>
                <a:cs typeface="Courier New"/>
              </a:rPr>
              <a:t>&lt;/body&gt;</a:t>
            </a:r>
            <a:endParaRPr sz="1800" dirty="0">
              <a:latin typeface="Courier New"/>
              <a:cs typeface="Courier New"/>
            </a:endParaRPr>
          </a:p>
          <a:p>
            <a:pPr marL="12700">
              <a:lnSpc>
                <a:spcPct val="100000"/>
              </a:lnSpc>
              <a:spcBef>
                <a:spcPts val="20"/>
              </a:spcBef>
            </a:pPr>
            <a:r>
              <a:rPr sz="1800" spc="-10" dirty="0">
                <a:latin typeface="Courier New"/>
                <a:cs typeface="Courier New"/>
              </a:rPr>
              <a:t>&lt;/html&gt;</a:t>
            </a:r>
            <a:endParaRPr sz="1800" dirty="0">
              <a:latin typeface="Courier New"/>
              <a:cs typeface="Courier New"/>
            </a:endParaRPr>
          </a:p>
        </p:txBody>
      </p:sp>
      <p:sp>
        <p:nvSpPr>
          <p:cNvPr id="12" name="object 5">
            <a:extLst>
              <a:ext uri="{FF2B5EF4-FFF2-40B4-BE49-F238E27FC236}">
                <a16:creationId xmlns:a16="http://schemas.microsoft.com/office/drawing/2014/main" id="{21D365A2-C603-A0EE-251E-8F252D600586}"/>
              </a:ext>
            </a:extLst>
          </p:cNvPr>
          <p:cNvSpPr/>
          <p:nvPr/>
        </p:nvSpPr>
        <p:spPr>
          <a:xfrm>
            <a:off x="4989576" y="3440176"/>
            <a:ext cx="1371600" cy="1362075"/>
          </a:xfrm>
          <a:custGeom>
            <a:avLst/>
            <a:gdLst/>
            <a:ahLst/>
            <a:cxnLst/>
            <a:rect l="l" t="t" r="r" b="b"/>
            <a:pathLst>
              <a:path w="1371600" h="1362075">
                <a:moveTo>
                  <a:pt x="0" y="680974"/>
                </a:moveTo>
                <a:lnTo>
                  <a:pt x="1721" y="632331"/>
                </a:lnTo>
                <a:lnTo>
                  <a:pt x="6808" y="584614"/>
                </a:lnTo>
                <a:lnTo>
                  <a:pt x="15145" y="537936"/>
                </a:lnTo>
                <a:lnTo>
                  <a:pt x="26616" y="492413"/>
                </a:lnTo>
                <a:lnTo>
                  <a:pt x="41104" y="448160"/>
                </a:lnTo>
                <a:lnTo>
                  <a:pt x="58495" y="405292"/>
                </a:lnTo>
                <a:lnTo>
                  <a:pt x="78671" y="363924"/>
                </a:lnTo>
                <a:lnTo>
                  <a:pt x="101518" y="324172"/>
                </a:lnTo>
                <a:lnTo>
                  <a:pt x="126918" y="286150"/>
                </a:lnTo>
                <a:lnTo>
                  <a:pt x="154757" y="249974"/>
                </a:lnTo>
                <a:lnTo>
                  <a:pt x="184919" y="215758"/>
                </a:lnTo>
                <a:lnTo>
                  <a:pt x="217287" y="183618"/>
                </a:lnTo>
                <a:lnTo>
                  <a:pt x="251745" y="153669"/>
                </a:lnTo>
                <a:lnTo>
                  <a:pt x="288178" y="126026"/>
                </a:lnTo>
                <a:lnTo>
                  <a:pt x="326469" y="100804"/>
                </a:lnTo>
                <a:lnTo>
                  <a:pt x="366503" y="78118"/>
                </a:lnTo>
                <a:lnTo>
                  <a:pt x="408164" y="58083"/>
                </a:lnTo>
                <a:lnTo>
                  <a:pt x="451336" y="40815"/>
                </a:lnTo>
                <a:lnTo>
                  <a:pt x="495902" y="26428"/>
                </a:lnTo>
                <a:lnTo>
                  <a:pt x="541748" y="15038"/>
                </a:lnTo>
                <a:lnTo>
                  <a:pt x="588757" y="6760"/>
                </a:lnTo>
                <a:lnTo>
                  <a:pt x="636812" y="1709"/>
                </a:lnTo>
                <a:lnTo>
                  <a:pt x="685800" y="0"/>
                </a:lnTo>
                <a:lnTo>
                  <a:pt x="734771" y="1709"/>
                </a:lnTo>
                <a:lnTo>
                  <a:pt x="782815" y="6760"/>
                </a:lnTo>
                <a:lnTo>
                  <a:pt x="829814" y="15038"/>
                </a:lnTo>
                <a:lnTo>
                  <a:pt x="875652" y="26428"/>
                </a:lnTo>
                <a:lnTo>
                  <a:pt x="920213" y="40815"/>
                </a:lnTo>
                <a:lnTo>
                  <a:pt x="963381" y="58083"/>
                </a:lnTo>
                <a:lnTo>
                  <a:pt x="1005040" y="78118"/>
                </a:lnTo>
                <a:lnTo>
                  <a:pt x="1045074" y="100804"/>
                </a:lnTo>
                <a:lnTo>
                  <a:pt x="1083366" y="126026"/>
                </a:lnTo>
                <a:lnTo>
                  <a:pt x="1119801" y="153669"/>
                </a:lnTo>
                <a:lnTo>
                  <a:pt x="1154263" y="183618"/>
                </a:lnTo>
                <a:lnTo>
                  <a:pt x="1186635" y="215758"/>
                </a:lnTo>
                <a:lnTo>
                  <a:pt x="1216801" y="249974"/>
                </a:lnTo>
                <a:lnTo>
                  <a:pt x="1244645" y="286150"/>
                </a:lnTo>
                <a:lnTo>
                  <a:pt x="1270051" y="324172"/>
                </a:lnTo>
                <a:lnTo>
                  <a:pt x="1292903" y="363924"/>
                </a:lnTo>
                <a:lnTo>
                  <a:pt x="1313085" y="405292"/>
                </a:lnTo>
                <a:lnTo>
                  <a:pt x="1330481" y="448160"/>
                </a:lnTo>
                <a:lnTo>
                  <a:pt x="1344974" y="492413"/>
                </a:lnTo>
                <a:lnTo>
                  <a:pt x="1356448" y="537936"/>
                </a:lnTo>
                <a:lnTo>
                  <a:pt x="1364788" y="584614"/>
                </a:lnTo>
                <a:lnTo>
                  <a:pt x="1369877" y="632331"/>
                </a:lnTo>
                <a:lnTo>
                  <a:pt x="1371600" y="680974"/>
                </a:lnTo>
                <a:lnTo>
                  <a:pt x="1369877" y="729616"/>
                </a:lnTo>
                <a:lnTo>
                  <a:pt x="1364788" y="777336"/>
                </a:lnTo>
                <a:lnTo>
                  <a:pt x="1356448" y="824017"/>
                </a:lnTo>
                <a:lnTo>
                  <a:pt x="1344974" y="869544"/>
                </a:lnTo>
                <a:lnTo>
                  <a:pt x="1330481" y="913802"/>
                </a:lnTo>
                <a:lnTo>
                  <a:pt x="1313085" y="956676"/>
                </a:lnTo>
                <a:lnTo>
                  <a:pt x="1292903" y="998051"/>
                </a:lnTo>
                <a:lnTo>
                  <a:pt x="1270051" y="1037810"/>
                </a:lnTo>
                <a:lnTo>
                  <a:pt x="1244645" y="1075840"/>
                </a:lnTo>
                <a:lnTo>
                  <a:pt x="1216801" y="1112024"/>
                </a:lnTo>
                <a:lnTo>
                  <a:pt x="1186635" y="1146248"/>
                </a:lnTo>
                <a:lnTo>
                  <a:pt x="1154263" y="1178397"/>
                </a:lnTo>
                <a:lnTo>
                  <a:pt x="1119801" y="1208354"/>
                </a:lnTo>
                <a:lnTo>
                  <a:pt x="1083366" y="1236005"/>
                </a:lnTo>
                <a:lnTo>
                  <a:pt x="1045074" y="1261235"/>
                </a:lnTo>
                <a:lnTo>
                  <a:pt x="1005040" y="1283928"/>
                </a:lnTo>
                <a:lnTo>
                  <a:pt x="963381" y="1303969"/>
                </a:lnTo>
                <a:lnTo>
                  <a:pt x="920213" y="1321244"/>
                </a:lnTo>
                <a:lnTo>
                  <a:pt x="875652" y="1335635"/>
                </a:lnTo>
                <a:lnTo>
                  <a:pt x="829814" y="1347030"/>
                </a:lnTo>
                <a:lnTo>
                  <a:pt x="782815" y="1355311"/>
                </a:lnTo>
                <a:lnTo>
                  <a:pt x="734771" y="1360364"/>
                </a:lnTo>
                <a:lnTo>
                  <a:pt x="685800" y="1362075"/>
                </a:lnTo>
                <a:lnTo>
                  <a:pt x="636812" y="1360364"/>
                </a:lnTo>
                <a:lnTo>
                  <a:pt x="588757" y="1355311"/>
                </a:lnTo>
                <a:lnTo>
                  <a:pt x="541748" y="1347030"/>
                </a:lnTo>
                <a:lnTo>
                  <a:pt x="495902" y="1335635"/>
                </a:lnTo>
                <a:lnTo>
                  <a:pt x="451336" y="1321244"/>
                </a:lnTo>
                <a:lnTo>
                  <a:pt x="408164" y="1303969"/>
                </a:lnTo>
                <a:lnTo>
                  <a:pt x="366503" y="1283928"/>
                </a:lnTo>
                <a:lnTo>
                  <a:pt x="326469" y="1261235"/>
                </a:lnTo>
                <a:lnTo>
                  <a:pt x="288178" y="1236005"/>
                </a:lnTo>
                <a:lnTo>
                  <a:pt x="251745" y="1208354"/>
                </a:lnTo>
                <a:lnTo>
                  <a:pt x="217287" y="1178397"/>
                </a:lnTo>
                <a:lnTo>
                  <a:pt x="184919" y="1146248"/>
                </a:lnTo>
                <a:lnTo>
                  <a:pt x="154757" y="1112024"/>
                </a:lnTo>
                <a:lnTo>
                  <a:pt x="126918" y="1075840"/>
                </a:lnTo>
                <a:lnTo>
                  <a:pt x="101518" y="1037810"/>
                </a:lnTo>
                <a:lnTo>
                  <a:pt x="78671" y="998051"/>
                </a:lnTo>
                <a:lnTo>
                  <a:pt x="58495" y="956676"/>
                </a:lnTo>
                <a:lnTo>
                  <a:pt x="41104" y="913802"/>
                </a:lnTo>
                <a:lnTo>
                  <a:pt x="26616" y="869544"/>
                </a:lnTo>
                <a:lnTo>
                  <a:pt x="15145" y="824017"/>
                </a:lnTo>
                <a:lnTo>
                  <a:pt x="6808" y="777336"/>
                </a:lnTo>
                <a:lnTo>
                  <a:pt x="1721" y="729616"/>
                </a:lnTo>
                <a:lnTo>
                  <a:pt x="0" y="680974"/>
                </a:lnTo>
                <a:close/>
              </a:path>
            </a:pathLst>
          </a:custGeom>
          <a:ln w="12700">
            <a:solidFill>
              <a:srgbClr val="000000"/>
            </a:solidFill>
          </a:ln>
        </p:spPr>
        <p:txBody>
          <a:bodyPr wrap="square" lIns="0" tIns="0" rIns="0" bIns="0" rtlCol="0"/>
          <a:lstStyle/>
          <a:p>
            <a:endParaRPr/>
          </a:p>
        </p:txBody>
      </p:sp>
      <p:sp>
        <p:nvSpPr>
          <p:cNvPr id="14" name="object 6">
            <a:extLst>
              <a:ext uri="{FF2B5EF4-FFF2-40B4-BE49-F238E27FC236}">
                <a16:creationId xmlns:a16="http://schemas.microsoft.com/office/drawing/2014/main" id="{AC8E7CD3-72AF-BFD5-7E23-4161FC59EAE1}"/>
              </a:ext>
            </a:extLst>
          </p:cNvPr>
          <p:cNvSpPr txBox="1"/>
          <p:nvPr/>
        </p:nvSpPr>
        <p:spPr>
          <a:xfrm>
            <a:off x="5287645" y="3887470"/>
            <a:ext cx="750570" cy="392430"/>
          </a:xfrm>
          <a:prstGeom prst="rect">
            <a:avLst/>
          </a:prstGeom>
        </p:spPr>
        <p:txBody>
          <a:bodyPr vert="horz" wrap="square" lIns="0" tIns="13335" rIns="0" bIns="0" rtlCol="0">
            <a:spAutoFit/>
          </a:bodyPr>
          <a:lstStyle/>
          <a:p>
            <a:pPr marL="12700">
              <a:lnSpc>
                <a:spcPct val="100000"/>
              </a:lnSpc>
              <a:spcBef>
                <a:spcPts val="105"/>
              </a:spcBef>
            </a:pPr>
            <a:r>
              <a:rPr sz="2400" spc="-20" dirty="0">
                <a:latin typeface="Courier New"/>
                <a:cs typeface="Courier New"/>
              </a:rPr>
              <a:t>html</a:t>
            </a:r>
            <a:endParaRPr sz="2400">
              <a:latin typeface="Courier New"/>
              <a:cs typeface="Courier New"/>
            </a:endParaRPr>
          </a:p>
        </p:txBody>
      </p:sp>
      <p:sp>
        <p:nvSpPr>
          <p:cNvPr id="16" name="object 7">
            <a:extLst>
              <a:ext uri="{FF2B5EF4-FFF2-40B4-BE49-F238E27FC236}">
                <a16:creationId xmlns:a16="http://schemas.microsoft.com/office/drawing/2014/main" id="{A6D12010-36C6-A77B-5FFA-D59610414B65}"/>
              </a:ext>
            </a:extLst>
          </p:cNvPr>
          <p:cNvSpPr/>
          <p:nvPr/>
        </p:nvSpPr>
        <p:spPr>
          <a:xfrm>
            <a:off x="7275576" y="2335276"/>
            <a:ext cx="1371600" cy="1371600"/>
          </a:xfrm>
          <a:custGeom>
            <a:avLst/>
            <a:gdLst/>
            <a:ahLst/>
            <a:cxnLst/>
            <a:rect l="l" t="t" r="r" b="b"/>
            <a:pathLst>
              <a:path w="1371600" h="1371600">
                <a:moveTo>
                  <a:pt x="0" y="685800"/>
                </a:moveTo>
                <a:lnTo>
                  <a:pt x="1721" y="636812"/>
                </a:lnTo>
                <a:lnTo>
                  <a:pt x="6808" y="588757"/>
                </a:lnTo>
                <a:lnTo>
                  <a:pt x="15145" y="541748"/>
                </a:lnTo>
                <a:lnTo>
                  <a:pt x="26616" y="495902"/>
                </a:lnTo>
                <a:lnTo>
                  <a:pt x="41104" y="451336"/>
                </a:lnTo>
                <a:lnTo>
                  <a:pt x="58495" y="408164"/>
                </a:lnTo>
                <a:lnTo>
                  <a:pt x="78671" y="366503"/>
                </a:lnTo>
                <a:lnTo>
                  <a:pt x="101518" y="326469"/>
                </a:lnTo>
                <a:lnTo>
                  <a:pt x="126918" y="288178"/>
                </a:lnTo>
                <a:lnTo>
                  <a:pt x="154757" y="251745"/>
                </a:lnTo>
                <a:lnTo>
                  <a:pt x="184919" y="217287"/>
                </a:lnTo>
                <a:lnTo>
                  <a:pt x="217287" y="184919"/>
                </a:lnTo>
                <a:lnTo>
                  <a:pt x="251745" y="154757"/>
                </a:lnTo>
                <a:lnTo>
                  <a:pt x="288178" y="126918"/>
                </a:lnTo>
                <a:lnTo>
                  <a:pt x="326469" y="101518"/>
                </a:lnTo>
                <a:lnTo>
                  <a:pt x="366503" y="78671"/>
                </a:lnTo>
                <a:lnTo>
                  <a:pt x="408164" y="58495"/>
                </a:lnTo>
                <a:lnTo>
                  <a:pt x="451336" y="41104"/>
                </a:lnTo>
                <a:lnTo>
                  <a:pt x="495902" y="26616"/>
                </a:lnTo>
                <a:lnTo>
                  <a:pt x="541748" y="15145"/>
                </a:lnTo>
                <a:lnTo>
                  <a:pt x="588757" y="6808"/>
                </a:lnTo>
                <a:lnTo>
                  <a:pt x="636812" y="1721"/>
                </a:lnTo>
                <a:lnTo>
                  <a:pt x="685800" y="0"/>
                </a:lnTo>
                <a:lnTo>
                  <a:pt x="734771" y="1721"/>
                </a:lnTo>
                <a:lnTo>
                  <a:pt x="782815" y="6808"/>
                </a:lnTo>
                <a:lnTo>
                  <a:pt x="829814" y="15145"/>
                </a:lnTo>
                <a:lnTo>
                  <a:pt x="875652" y="26616"/>
                </a:lnTo>
                <a:lnTo>
                  <a:pt x="920213" y="41104"/>
                </a:lnTo>
                <a:lnTo>
                  <a:pt x="963381" y="58495"/>
                </a:lnTo>
                <a:lnTo>
                  <a:pt x="1005040" y="78671"/>
                </a:lnTo>
                <a:lnTo>
                  <a:pt x="1045074" y="101518"/>
                </a:lnTo>
                <a:lnTo>
                  <a:pt x="1083366" y="126918"/>
                </a:lnTo>
                <a:lnTo>
                  <a:pt x="1119801" y="154757"/>
                </a:lnTo>
                <a:lnTo>
                  <a:pt x="1154263" y="184919"/>
                </a:lnTo>
                <a:lnTo>
                  <a:pt x="1186635" y="217287"/>
                </a:lnTo>
                <a:lnTo>
                  <a:pt x="1216801" y="251745"/>
                </a:lnTo>
                <a:lnTo>
                  <a:pt x="1244645" y="288178"/>
                </a:lnTo>
                <a:lnTo>
                  <a:pt x="1270051" y="326469"/>
                </a:lnTo>
                <a:lnTo>
                  <a:pt x="1292903" y="366503"/>
                </a:lnTo>
                <a:lnTo>
                  <a:pt x="1313085" y="408164"/>
                </a:lnTo>
                <a:lnTo>
                  <a:pt x="1330481" y="451336"/>
                </a:lnTo>
                <a:lnTo>
                  <a:pt x="1344974" y="495902"/>
                </a:lnTo>
                <a:lnTo>
                  <a:pt x="1356448" y="541748"/>
                </a:lnTo>
                <a:lnTo>
                  <a:pt x="1364788" y="588757"/>
                </a:lnTo>
                <a:lnTo>
                  <a:pt x="1369877" y="636812"/>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12" y="1369877"/>
                </a:lnTo>
                <a:lnTo>
                  <a:pt x="588757" y="1364788"/>
                </a:lnTo>
                <a:lnTo>
                  <a:pt x="541748" y="1356448"/>
                </a:lnTo>
                <a:lnTo>
                  <a:pt x="495902" y="1344974"/>
                </a:lnTo>
                <a:lnTo>
                  <a:pt x="451336" y="1330481"/>
                </a:lnTo>
                <a:lnTo>
                  <a:pt x="408164" y="1313085"/>
                </a:lnTo>
                <a:lnTo>
                  <a:pt x="366503" y="1292903"/>
                </a:lnTo>
                <a:lnTo>
                  <a:pt x="326469" y="1270051"/>
                </a:lnTo>
                <a:lnTo>
                  <a:pt x="288178" y="1244645"/>
                </a:lnTo>
                <a:lnTo>
                  <a:pt x="251745" y="1216801"/>
                </a:lnTo>
                <a:lnTo>
                  <a:pt x="217287" y="1186635"/>
                </a:lnTo>
                <a:lnTo>
                  <a:pt x="184919" y="1154263"/>
                </a:lnTo>
                <a:lnTo>
                  <a:pt x="154757" y="1119801"/>
                </a:lnTo>
                <a:lnTo>
                  <a:pt x="126918" y="1083366"/>
                </a:lnTo>
                <a:lnTo>
                  <a:pt x="101518" y="1045074"/>
                </a:lnTo>
                <a:lnTo>
                  <a:pt x="78671" y="1005040"/>
                </a:lnTo>
                <a:lnTo>
                  <a:pt x="58495" y="963381"/>
                </a:lnTo>
                <a:lnTo>
                  <a:pt x="41104" y="920213"/>
                </a:lnTo>
                <a:lnTo>
                  <a:pt x="26616" y="875652"/>
                </a:lnTo>
                <a:lnTo>
                  <a:pt x="15145" y="829814"/>
                </a:lnTo>
                <a:lnTo>
                  <a:pt x="6808" y="782815"/>
                </a:lnTo>
                <a:lnTo>
                  <a:pt x="1721" y="734771"/>
                </a:lnTo>
                <a:lnTo>
                  <a:pt x="0" y="685800"/>
                </a:lnTo>
                <a:close/>
              </a:path>
            </a:pathLst>
          </a:custGeom>
          <a:ln w="12700">
            <a:solidFill>
              <a:srgbClr val="000000"/>
            </a:solidFill>
          </a:ln>
        </p:spPr>
        <p:txBody>
          <a:bodyPr wrap="square" lIns="0" tIns="0" rIns="0" bIns="0" rtlCol="0"/>
          <a:lstStyle/>
          <a:p>
            <a:endParaRPr/>
          </a:p>
        </p:txBody>
      </p:sp>
      <p:sp>
        <p:nvSpPr>
          <p:cNvPr id="18" name="object 8">
            <a:extLst>
              <a:ext uri="{FF2B5EF4-FFF2-40B4-BE49-F238E27FC236}">
                <a16:creationId xmlns:a16="http://schemas.microsoft.com/office/drawing/2014/main" id="{040AA982-F871-46C5-2045-656B5C294C8D}"/>
              </a:ext>
            </a:extLst>
          </p:cNvPr>
          <p:cNvSpPr txBox="1"/>
          <p:nvPr/>
        </p:nvSpPr>
        <p:spPr>
          <a:xfrm>
            <a:off x="7575550" y="2788602"/>
            <a:ext cx="749300" cy="391795"/>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ourier New"/>
                <a:cs typeface="Courier New"/>
              </a:rPr>
              <a:t>head</a:t>
            </a:r>
            <a:endParaRPr sz="2400">
              <a:latin typeface="Courier New"/>
              <a:cs typeface="Courier New"/>
            </a:endParaRPr>
          </a:p>
        </p:txBody>
      </p:sp>
      <p:sp>
        <p:nvSpPr>
          <p:cNvPr id="20" name="object 9">
            <a:extLst>
              <a:ext uri="{FF2B5EF4-FFF2-40B4-BE49-F238E27FC236}">
                <a16:creationId xmlns:a16="http://schemas.microsoft.com/office/drawing/2014/main" id="{01B9192B-CDF8-29D4-CEF4-30CA52D7002C}"/>
              </a:ext>
            </a:extLst>
          </p:cNvPr>
          <p:cNvSpPr/>
          <p:nvPr/>
        </p:nvSpPr>
        <p:spPr>
          <a:xfrm>
            <a:off x="7275576" y="4468876"/>
            <a:ext cx="1371600" cy="1371600"/>
          </a:xfrm>
          <a:custGeom>
            <a:avLst/>
            <a:gdLst/>
            <a:ahLst/>
            <a:cxnLst/>
            <a:rect l="l" t="t" r="r" b="b"/>
            <a:pathLst>
              <a:path w="1371600" h="1371600">
                <a:moveTo>
                  <a:pt x="0" y="685800"/>
                </a:moveTo>
                <a:lnTo>
                  <a:pt x="1721" y="636812"/>
                </a:lnTo>
                <a:lnTo>
                  <a:pt x="6808" y="588757"/>
                </a:lnTo>
                <a:lnTo>
                  <a:pt x="15145" y="541748"/>
                </a:lnTo>
                <a:lnTo>
                  <a:pt x="26616" y="495902"/>
                </a:lnTo>
                <a:lnTo>
                  <a:pt x="41104" y="451336"/>
                </a:lnTo>
                <a:lnTo>
                  <a:pt x="58495" y="408164"/>
                </a:lnTo>
                <a:lnTo>
                  <a:pt x="78671" y="366503"/>
                </a:lnTo>
                <a:lnTo>
                  <a:pt x="101518" y="326469"/>
                </a:lnTo>
                <a:lnTo>
                  <a:pt x="126918" y="288178"/>
                </a:lnTo>
                <a:lnTo>
                  <a:pt x="154757" y="251745"/>
                </a:lnTo>
                <a:lnTo>
                  <a:pt x="184919" y="217287"/>
                </a:lnTo>
                <a:lnTo>
                  <a:pt x="217287" y="184919"/>
                </a:lnTo>
                <a:lnTo>
                  <a:pt x="251745" y="154757"/>
                </a:lnTo>
                <a:lnTo>
                  <a:pt x="288178" y="126918"/>
                </a:lnTo>
                <a:lnTo>
                  <a:pt x="326469" y="101518"/>
                </a:lnTo>
                <a:lnTo>
                  <a:pt x="366503" y="78671"/>
                </a:lnTo>
                <a:lnTo>
                  <a:pt x="408164" y="58495"/>
                </a:lnTo>
                <a:lnTo>
                  <a:pt x="451336" y="41104"/>
                </a:lnTo>
                <a:lnTo>
                  <a:pt x="495902" y="26616"/>
                </a:lnTo>
                <a:lnTo>
                  <a:pt x="541748" y="15145"/>
                </a:lnTo>
                <a:lnTo>
                  <a:pt x="588757" y="6808"/>
                </a:lnTo>
                <a:lnTo>
                  <a:pt x="636812" y="1721"/>
                </a:lnTo>
                <a:lnTo>
                  <a:pt x="685800" y="0"/>
                </a:lnTo>
                <a:lnTo>
                  <a:pt x="734771" y="1721"/>
                </a:lnTo>
                <a:lnTo>
                  <a:pt x="782815" y="6808"/>
                </a:lnTo>
                <a:lnTo>
                  <a:pt x="829814" y="15145"/>
                </a:lnTo>
                <a:lnTo>
                  <a:pt x="875652" y="26616"/>
                </a:lnTo>
                <a:lnTo>
                  <a:pt x="920213" y="41104"/>
                </a:lnTo>
                <a:lnTo>
                  <a:pt x="963381" y="58495"/>
                </a:lnTo>
                <a:lnTo>
                  <a:pt x="1005040" y="78671"/>
                </a:lnTo>
                <a:lnTo>
                  <a:pt x="1045074" y="101518"/>
                </a:lnTo>
                <a:lnTo>
                  <a:pt x="1083366" y="126918"/>
                </a:lnTo>
                <a:lnTo>
                  <a:pt x="1119801" y="154757"/>
                </a:lnTo>
                <a:lnTo>
                  <a:pt x="1154263" y="184919"/>
                </a:lnTo>
                <a:lnTo>
                  <a:pt x="1186635" y="217287"/>
                </a:lnTo>
                <a:lnTo>
                  <a:pt x="1216801" y="251745"/>
                </a:lnTo>
                <a:lnTo>
                  <a:pt x="1244645" y="288178"/>
                </a:lnTo>
                <a:lnTo>
                  <a:pt x="1270051" y="326469"/>
                </a:lnTo>
                <a:lnTo>
                  <a:pt x="1292903" y="366503"/>
                </a:lnTo>
                <a:lnTo>
                  <a:pt x="1313085" y="408164"/>
                </a:lnTo>
                <a:lnTo>
                  <a:pt x="1330481" y="451336"/>
                </a:lnTo>
                <a:lnTo>
                  <a:pt x="1344974" y="495902"/>
                </a:lnTo>
                <a:lnTo>
                  <a:pt x="1356448" y="541748"/>
                </a:lnTo>
                <a:lnTo>
                  <a:pt x="1364788" y="588757"/>
                </a:lnTo>
                <a:lnTo>
                  <a:pt x="1369877" y="636812"/>
                </a:lnTo>
                <a:lnTo>
                  <a:pt x="1371600" y="685800"/>
                </a:lnTo>
                <a:lnTo>
                  <a:pt x="1369877" y="734771"/>
                </a:lnTo>
                <a:lnTo>
                  <a:pt x="1364788" y="782815"/>
                </a:lnTo>
                <a:lnTo>
                  <a:pt x="1356448" y="829814"/>
                </a:lnTo>
                <a:lnTo>
                  <a:pt x="1344974" y="875652"/>
                </a:lnTo>
                <a:lnTo>
                  <a:pt x="1330481" y="920213"/>
                </a:lnTo>
                <a:lnTo>
                  <a:pt x="1313085" y="963381"/>
                </a:lnTo>
                <a:lnTo>
                  <a:pt x="1292903" y="1005040"/>
                </a:lnTo>
                <a:lnTo>
                  <a:pt x="1270051" y="1045074"/>
                </a:lnTo>
                <a:lnTo>
                  <a:pt x="1244645" y="1083366"/>
                </a:lnTo>
                <a:lnTo>
                  <a:pt x="1216801" y="1119801"/>
                </a:lnTo>
                <a:lnTo>
                  <a:pt x="1186635" y="1154263"/>
                </a:lnTo>
                <a:lnTo>
                  <a:pt x="1154263" y="1186635"/>
                </a:lnTo>
                <a:lnTo>
                  <a:pt x="1119801" y="1216801"/>
                </a:lnTo>
                <a:lnTo>
                  <a:pt x="1083366" y="1244645"/>
                </a:lnTo>
                <a:lnTo>
                  <a:pt x="1045074" y="1270051"/>
                </a:lnTo>
                <a:lnTo>
                  <a:pt x="1005040" y="1292903"/>
                </a:lnTo>
                <a:lnTo>
                  <a:pt x="963381" y="1313085"/>
                </a:lnTo>
                <a:lnTo>
                  <a:pt x="920213" y="1330481"/>
                </a:lnTo>
                <a:lnTo>
                  <a:pt x="875652" y="1344974"/>
                </a:lnTo>
                <a:lnTo>
                  <a:pt x="829814" y="1356448"/>
                </a:lnTo>
                <a:lnTo>
                  <a:pt x="782815" y="1364788"/>
                </a:lnTo>
                <a:lnTo>
                  <a:pt x="734771" y="1369877"/>
                </a:lnTo>
                <a:lnTo>
                  <a:pt x="685800" y="1371600"/>
                </a:lnTo>
                <a:lnTo>
                  <a:pt x="636812" y="1369877"/>
                </a:lnTo>
                <a:lnTo>
                  <a:pt x="588757" y="1364788"/>
                </a:lnTo>
                <a:lnTo>
                  <a:pt x="541748" y="1356448"/>
                </a:lnTo>
                <a:lnTo>
                  <a:pt x="495902" y="1344974"/>
                </a:lnTo>
                <a:lnTo>
                  <a:pt x="451336" y="1330481"/>
                </a:lnTo>
                <a:lnTo>
                  <a:pt x="408164" y="1313085"/>
                </a:lnTo>
                <a:lnTo>
                  <a:pt x="366503" y="1292903"/>
                </a:lnTo>
                <a:lnTo>
                  <a:pt x="326469" y="1270051"/>
                </a:lnTo>
                <a:lnTo>
                  <a:pt x="288178" y="1244645"/>
                </a:lnTo>
                <a:lnTo>
                  <a:pt x="251745" y="1216801"/>
                </a:lnTo>
                <a:lnTo>
                  <a:pt x="217287" y="1186635"/>
                </a:lnTo>
                <a:lnTo>
                  <a:pt x="184919" y="1154263"/>
                </a:lnTo>
                <a:lnTo>
                  <a:pt x="154757" y="1119801"/>
                </a:lnTo>
                <a:lnTo>
                  <a:pt x="126918" y="1083366"/>
                </a:lnTo>
                <a:lnTo>
                  <a:pt x="101518" y="1045074"/>
                </a:lnTo>
                <a:lnTo>
                  <a:pt x="78671" y="1005040"/>
                </a:lnTo>
                <a:lnTo>
                  <a:pt x="58495" y="963381"/>
                </a:lnTo>
                <a:lnTo>
                  <a:pt x="41104" y="920213"/>
                </a:lnTo>
                <a:lnTo>
                  <a:pt x="26616" y="875652"/>
                </a:lnTo>
                <a:lnTo>
                  <a:pt x="15145" y="829814"/>
                </a:lnTo>
                <a:lnTo>
                  <a:pt x="6808" y="782815"/>
                </a:lnTo>
                <a:lnTo>
                  <a:pt x="1721" y="734771"/>
                </a:lnTo>
                <a:lnTo>
                  <a:pt x="0" y="685800"/>
                </a:lnTo>
                <a:close/>
              </a:path>
            </a:pathLst>
          </a:custGeom>
          <a:ln w="12700">
            <a:solidFill>
              <a:srgbClr val="000000"/>
            </a:solidFill>
          </a:ln>
        </p:spPr>
        <p:txBody>
          <a:bodyPr wrap="square" lIns="0" tIns="0" rIns="0" bIns="0" rtlCol="0"/>
          <a:lstStyle/>
          <a:p>
            <a:endParaRPr/>
          </a:p>
        </p:txBody>
      </p:sp>
      <p:sp>
        <p:nvSpPr>
          <p:cNvPr id="22" name="object 10">
            <a:extLst>
              <a:ext uri="{FF2B5EF4-FFF2-40B4-BE49-F238E27FC236}">
                <a16:creationId xmlns:a16="http://schemas.microsoft.com/office/drawing/2014/main" id="{3D688291-5228-8D68-75B6-FC8610C5179D}"/>
              </a:ext>
            </a:extLst>
          </p:cNvPr>
          <p:cNvSpPr txBox="1"/>
          <p:nvPr/>
        </p:nvSpPr>
        <p:spPr>
          <a:xfrm>
            <a:off x="7575550" y="4922139"/>
            <a:ext cx="749300" cy="392430"/>
          </a:xfrm>
          <a:prstGeom prst="rect">
            <a:avLst/>
          </a:prstGeom>
        </p:spPr>
        <p:txBody>
          <a:bodyPr vert="horz" wrap="square" lIns="0" tIns="13335" rIns="0" bIns="0" rtlCol="0">
            <a:spAutoFit/>
          </a:bodyPr>
          <a:lstStyle/>
          <a:p>
            <a:pPr marL="12700">
              <a:lnSpc>
                <a:spcPct val="100000"/>
              </a:lnSpc>
              <a:spcBef>
                <a:spcPts val="105"/>
              </a:spcBef>
            </a:pPr>
            <a:r>
              <a:rPr sz="2400" spc="-20" dirty="0">
                <a:latin typeface="Courier New"/>
                <a:cs typeface="Courier New"/>
              </a:rPr>
              <a:t>body</a:t>
            </a:r>
            <a:endParaRPr sz="2400">
              <a:latin typeface="Courier New"/>
              <a:cs typeface="Courier New"/>
            </a:endParaRPr>
          </a:p>
        </p:txBody>
      </p:sp>
      <p:sp>
        <p:nvSpPr>
          <p:cNvPr id="24" name="object 11">
            <a:extLst>
              <a:ext uri="{FF2B5EF4-FFF2-40B4-BE49-F238E27FC236}">
                <a16:creationId xmlns:a16="http://schemas.microsoft.com/office/drawing/2014/main" id="{A16E6D66-65C8-13B8-727F-7DF462A7FFAF}"/>
              </a:ext>
            </a:extLst>
          </p:cNvPr>
          <p:cNvSpPr/>
          <p:nvPr/>
        </p:nvSpPr>
        <p:spPr>
          <a:xfrm>
            <a:off x="9780651" y="1344675"/>
            <a:ext cx="685800" cy="685800"/>
          </a:xfrm>
          <a:custGeom>
            <a:avLst/>
            <a:gdLst/>
            <a:ahLst/>
            <a:cxnLst/>
            <a:rect l="l" t="t" r="r" b="b"/>
            <a:pathLst>
              <a:path w="685800" h="685800">
                <a:moveTo>
                  <a:pt x="0" y="342900"/>
                </a:moveTo>
                <a:lnTo>
                  <a:pt x="3128" y="296348"/>
                </a:lnTo>
                <a:lnTo>
                  <a:pt x="12241" y="251706"/>
                </a:lnTo>
                <a:lnTo>
                  <a:pt x="26931" y="209383"/>
                </a:lnTo>
                <a:lnTo>
                  <a:pt x="46792" y="169784"/>
                </a:lnTo>
                <a:lnTo>
                  <a:pt x="71415" y="133319"/>
                </a:lnTo>
                <a:lnTo>
                  <a:pt x="100393" y="100393"/>
                </a:lnTo>
                <a:lnTo>
                  <a:pt x="133319" y="71415"/>
                </a:lnTo>
                <a:lnTo>
                  <a:pt x="169784" y="46792"/>
                </a:lnTo>
                <a:lnTo>
                  <a:pt x="209383" y="26931"/>
                </a:lnTo>
                <a:lnTo>
                  <a:pt x="251706" y="12241"/>
                </a:lnTo>
                <a:lnTo>
                  <a:pt x="296348" y="3128"/>
                </a:lnTo>
                <a:lnTo>
                  <a:pt x="342900" y="0"/>
                </a:lnTo>
                <a:lnTo>
                  <a:pt x="389424" y="3128"/>
                </a:lnTo>
                <a:lnTo>
                  <a:pt x="434048" y="12241"/>
                </a:lnTo>
                <a:lnTo>
                  <a:pt x="476363" y="26931"/>
                </a:lnTo>
                <a:lnTo>
                  <a:pt x="515958" y="46792"/>
                </a:lnTo>
                <a:lnTo>
                  <a:pt x="552426" y="71415"/>
                </a:lnTo>
                <a:lnTo>
                  <a:pt x="585358" y="100393"/>
                </a:lnTo>
                <a:lnTo>
                  <a:pt x="614345" y="133319"/>
                </a:lnTo>
                <a:lnTo>
                  <a:pt x="638979" y="169784"/>
                </a:lnTo>
                <a:lnTo>
                  <a:pt x="658850" y="209383"/>
                </a:lnTo>
                <a:lnTo>
                  <a:pt x="673549" y="251706"/>
                </a:lnTo>
                <a:lnTo>
                  <a:pt x="682669" y="296348"/>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48" y="682669"/>
                </a:lnTo>
                <a:lnTo>
                  <a:pt x="251706" y="673549"/>
                </a:lnTo>
                <a:lnTo>
                  <a:pt x="209383" y="658850"/>
                </a:lnTo>
                <a:lnTo>
                  <a:pt x="169784" y="638979"/>
                </a:lnTo>
                <a:lnTo>
                  <a:pt x="133319" y="614345"/>
                </a:lnTo>
                <a:lnTo>
                  <a:pt x="100393" y="585358"/>
                </a:lnTo>
                <a:lnTo>
                  <a:pt x="71415" y="552426"/>
                </a:lnTo>
                <a:lnTo>
                  <a:pt x="46792" y="515958"/>
                </a:lnTo>
                <a:lnTo>
                  <a:pt x="26931" y="476363"/>
                </a:lnTo>
                <a:lnTo>
                  <a:pt x="12241" y="434048"/>
                </a:lnTo>
                <a:lnTo>
                  <a:pt x="3128" y="389424"/>
                </a:lnTo>
                <a:lnTo>
                  <a:pt x="0" y="342900"/>
                </a:lnTo>
                <a:close/>
              </a:path>
            </a:pathLst>
          </a:custGeom>
          <a:ln w="12700">
            <a:solidFill>
              <a:srgbClr val="000000"/>
            </a:solidFill>
          </a:ln>
        </p:spPr>
        <p:txBody>
          <a:bodyPr wrap="square" lIns="0" tIns="0" rIns="0" bIns="0" rtlCol="0"/>
          <a:lstStyle/>
          <a:p>
            <a:endParaRPr/>
          </a:p>
        </p:txBody>
      </p:sp>
      <p:sp>
        <p:nvSpPr>
          <p:cNvPr id="26" name="object 12">
            <a:extLst>
              <a:ext uri="{FF2B5EF4-FFF2-40B4-BE49-F238E27FC236}">
                <a16:creationId xmlns:a16="http://schemas.microsoft.com/office/drawing/2014/main" id="{D7B5407D-0389-3818-DCB0-5001DC75689A}"/>
              </a:ext>
            </a:extLst>
          </p:cNvPr>
          <p:cNvSpPr/>
          <p:nvPr/>
        </p:nvSpPr>
        <p:spPr>
          <a:xfrm>
            <a:off x="9780651" y="2754376"/>
            <a:ext cx="685800" cy="685800"/>
          </a:xfrm>
          <a:custGeom>
            <a:avLst/>
            <a:gdLst/>
            <a:ahLst/>
            <a:cxnLst/>
            <a:rect l="l" t="t" r="r" b="b"/>
            <a:pathLst>
              <a:path w="685800" h="685800">
                <a:moveTo>
                  <a:pt x="0" y="342900"/>
                </a:moveTo>
                <a:lnTo>
                  <a:pt x="3128" y="296348"/>
                </a:lnTo>
                <a:lnTo>
                  <a:pt x="12241" y="251706"/>
                </a:lnTo>
                <a:lnTo>
                  <a:pt x="26931" y="209383"/>
                </a:lnTo>
                <a:lnTo>
                  <a:pt x="46792" y="169784"/>
                </a:lnTo>
                <a:lnTo>
                  <a:pt x="71415" y="133319"/>
                </a:lnTo>
                <a:lnTo>
                  <a:pt x="100393" y="100393"/>
                </a:lnTo>
                <a:lnTo>
                  <a:pt x="133319" y="71415"/>
                </a:lnTo>
                <a:lnTo>
                  <a:pt x="169784" y="46792"/>
                </a:lnTo>
                <a:lnTo>
                  <a:pt x="209383" y="26931"/>
                </a:lnTo>
                <a:lnTo>
                  <a:pt x="251706" y="12241"/>
                </a:lnTo>
                <a:lnTo>
                  <a:pt x="296348" y="3128"/>
                </a:lnTo>
                <a:lnTo>
                  <a:pt x="342900" y="0"/>
                </a:lnTo>
                <a:lnTo>
                  <a:pt x="389424" y="3128"/>
                </a:lnTo>
                <a:lnTo>
                  <a:pt x="434048" y="12241"/>
                </a:lnTo>
                <a:lnTo>
                  <a:pt x="476363" y="26931"/>
                </a:lnTo>
                <a:lnTo>
                  <a:pt x="515958" y="46792"/>
                </a:lnTo>
                <a:lnTo>
                  <a:pt x="552426" y="71415"/>
                </a:lnTo>
                <a:lnTo>
                  <a:pt x="585358" y="100393"/>
                </a:lnTo>
                <a:lnTo>
                  <a:pt x="614345" y="133319"/>
                </a:lnTo>
                <a:lnTo>
                  <a:pt x="638979" y="169784"/>
                </a:lnTo>
                <a:lnTo>
                  <a:pt x="658850" y="209383"/>
                </a:lnTo>
                <a:lnTo>
                  <a:pt x="673549" y="251706"/>
                </a:lnTo>
                <a:lnTo>
                  <a:pt x="682669" y="296348"/>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48" y="682669"/>
                </a:lnTo>
                <a:lnTo>
                  <a:pt x="251706" y="673549"/>
                </a:lnTo>
                <a:lnTo>
                  <a:pt x="209383" y="658850"/>
                </a:lnTo>
                <a:lnTo>
                  <a:pt x="169784" y="638979"/>
                </a:lnTo>
                <a:lnTo>
                  <a:pt x="133319" y="614345"/>
                </a:lnTo>
                <a:lnTo>
                  <a:pt x="100393" y="585358"/>
                </a:lnTo>
                <a:lnTo>
                  <a:pt x="71415" y="552426"/>
                </a:lnTo>
                <a:lnTo>
                  <a:pt x="46792" y="515958"/>
                </a:lnTo>
                <a:lnTo>
                  <a:pt x="26931" y="476363"/>
                </a:lnTo>
                <a:lnTo>
                  <a:pt x="12241" y="434048"/>
                </a:lnTo>
                <a:lnTo>
                  <a:pt x="3128" y="389424"/>
                </a:lnTo>
                <a:lnTo>
                  <a:pt x="0" y="342900"/>
                </a:lnTo>
                <a:close/>
              </a:path>
            </a:pathLst>
          </a:custGeom>
          <a:ln w="12700">
            <a:solidFill>
              <a:srgbClr val="000000"/>
            </a:solidFill>
          </a:ln>
        </p:spPr>
        <p:txBody>
          <a:bodyPr wrap="square" lIns="0" tIns="0" rIns="0" bIns="0" rtlCol="0"/>
          <a:lstStyle/>
          <a:p>
            <a:endParaRPr/>
          </a:p>
        </p:txBody>
      </p:sp>
      <p:sp>
        <p:nvSpPr>
          <p:cNvPr id="28" name="object 13">
            <a:extLst>
              <a:ext uri="{FF2B5EF4-FFF2-40B4-BE49-F238E27FC236}">
                <a16:creationId xmlns:a16="http://schemas.microsoft.com/office/drawing/2014/main" id="{A48DB10B-4724-71E4-2A81-C4BFAF5BF4C9}"/>
              </a:ext>
            </a:extLst>
          </p:cNvPr>
          <p:cNvSpPr/>
          <p:nvPr/>
        </p:nvSpPr>
        <p:spPr>
          <a:xfrm>
            <a:off x="9780651" y="4135501"/>
            <a:ext cx="685800" cy="685800"/>
          </a:xfrm>
          <a:custGeom>
            <a:avLst/>
            <a:gdLst/>
            <a:ahLst/>
            <a:cxnLst/>
            <a:rect l="l" t="t" r="r" b="b"/>
            <a:pathLst>
              <a:path w="685800" h="685800">
                <a:moveTo>
                  <a:pt x="0" y="342900"/>
                </a:moveTo>
                <a:lnTo>
                  <a:pt x="3128" y="296348"/>
                </a:lnTo>
                <a:lnTo>
                  <a:pt x="12241" y="251706"/>
                </a:lnTo>
                <a:lnTo>
                  <a:pt x="26931" y="209383"/>
                </a:lnTo>
                <a:lnTo>
                  <a:pt x="46792" y="169784"/>
                </a:lnTo>
                <a:lnTo>
                  <a:pt x="71415" y="133319"/>
                </a:lnTo>
                <a:lnTo>
                  <a:pt x="100393" y="100393"/>
                </a:lnTo>
                <a:lnTo>
                  <a:pt x="133319" y="71415"/>
                </a:lnTo>
                <a:lnTo>
                  <a:pt x="169784" y="46792"/>
                </a:lnTo>
                <a:lnTo>
                  <a:pt x="209383" y="26931"/>
                </a:lnTo>
                <a:lnTo>
                  <a:pt x="251706" y="12241"/>
                </a:lnTo>
                <a:lnTo>
                  <a:pt x="296348" y="3128"/>
                </a:lnTo>
                <a:lnTo>
                  <a:pt x="342900" y="0"/>
                </a:lnTo>
                <a:lnTo>
                  <a:pt x="389424" y="3128"/>
                </a:lnTo>
                <a:lnTo>
                  <a:pt x="434048" y="12241"/>
                </a:lnTo>
                <a:lnTo>
                  <a:pt x="476363" y="26931"/>
                </a:lnTo>
                <a:lnTo>
                  <a:pt x="515958" y="46792"/>
                </a:lnTo>
                <a:lnTo>
                  <a:pt x="552426" y="71415"/>
                </a:lnTo>
                <a:lnTo>
                  <a:pt x="585358" y="100393"/>
                </a:lnTo>
                <a:lnTo>
                  <a:pt x="614345" y="133319"/>
                </a:lnTo>
                <a:lnTo>
                  <a:pt x="638979" y="169784"/>
                </a:lnTo>
                <a:lnTo>
                  <a:pt x="658850" y="209383"/>
                </a:lnTo>
                <a:lnTo>
                  <a:pt x="673549" y="251706"/>
                </a:lnTo>
                <a:lnTo>
                  <a:pt x="682669" y="296348"/>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48" y="682669"/>
                </a:lnTo>
                <a:lnTo>
                  <a:pt x="251706" y="673549"/>
                </a:lnTo>
                <a:lnTo>
                  <a:pt x="209383" y="658850"/>
                </a:lnTo>
                <a:lnTo>
                  <a:pt x="169784" y="638979"/>
                </a:lnTo>
                <a:lnTo>
                  <a:pt x="133319" y="614345"/>
                </a:lnTo>
                <a:lnTo>
                  <a:pt x="100393" y="585358"/>
                </a:lnTo>
                <a:lnTo>
                  <a:pt x="71415" y="552426"/>
                </a:lnTo>
                <a:lnTo>
                  <a:pt x="46792" y="515958"/>
                </a:lnTo>
                <a:lnTo>
                  <a:pt x="26931" y="476363"/>
                </a:lnTo>
                <a:lnTo>
                  <a:pt x="12241" y="434048"/>
                </a:lnTo>
                <a:lnTo>
                  <a:pt x="3128" y="389424"/>
                </a:lnTo>
                <a:lnTo>
                  <a:pt x="0" y="342900"/>
                </a:lnTo>
                <a:close/>
              </a:path>
            </a:pathLst>
          </a:custGeom>
          <a:ln w="12700">
            <a:solidFill>
              <a:srgbClr val="000000"/>
            </a:solidFill>
          </a:ln>
        </p:spPr>
        <p:txBody>
          <a:bodyPr wrap="square" lIns="0" tIns="0" rIns="0" bIns="0" rtlCol="0"/>
          <a:lstStyle/>
          <a:p>
            <a:endParaRPr/>
          </a:p>
        </p:txBody>
      </p:sp>
      <p:sp>
        <p:nvSpPr>
          <p:cNvPr id="30" name="object 14">
            <a:extLst>
              <a:ext uri="{FF2B5EF4-FFF2-40B4-BE49-F238E27FC236}">
                <a16:creationId xmlns:a16="http://schemas.microsoft.com/office/drawing/2014/main" id="{B6780437-0576-DEE3-9D06-27D583B441D7}"/>
              </a:ext>
            </a:extLst>
          </p:cNvPr>
          <p:cNvSpPr/>
          <p:nvPr/>
        </p:nvSpPr>
        <p:spPr>
          <a:xfrm>
            <a:off x="9780651" y="5707126"/>
            <a:ext cx="685800" cy="685800"/>
          </a:xfrm>
          <a:custGeom>
            <a:avLst/>
            <a:gdLst/>
            <a:ahLst/>
            <a:cxnLst/>
            <a:rect l="l" t="t" r="r" b="b"/>
            <a:pathLst>
              <a:path w="685800" h="685800">
                <a:moveTo>
                  <a:pt x="0" y="342836"/>
                </a:moveTo>
                <a:lnTo>
                  <a:pt x="3128" y="296299"/>
                </a:lnTo>
                <a:lnTo>
                  <a:pt x="12241" y="251670"/>
                </a:lnTo>
                <a:lnTo>
                  <a:pt x="26931" y="209356"/>
                </a:lnTo>
                <a:lnTo>
                  <a:pt x="46792" y="169766"/>
                </a:lnTo>
                <a:lnTo>
                  <a:pt x="71415" y="133306"/>
                </a:lnTo>
                <a:lnTo>
                  <a:pt x="100393" y="100385"/>
                </a:lnTo>
                <a:lnTo>
                  <a:pt x="133319" y="71410"/>
                </a:lnTo>
                <a:lnTo>
                  <a:pt x="169784" y="46790"/>
                </a:lnTo>
                <a:lnTo>
                  <a:pt x="209383" y="26930"/>
                </a:lnTo>
                <a:lnTo>
                  <a:pt x="251706" y="12241"/>
                </a:lnTo>
                <a:lnTo>
                  <a:pt x="296348" y="3128"/>
                </a:lnTo>
                <a:lnTo>
                  <a:pt x="342900" y="0"/>
                </a:lnTo>
                <a:lnTo>
                  <a:pt x="389424" y="3128"/>
                </a:lnTo>
                <a:lnTo>
                  <a:pt x="434048" y="12241"/>
                </a:lnTo>
                <a:lnTo>
                  <a:pt x="476363" y="26930"/>
                </a:lnTo>
                <a:lnTo>
                  <a:pt x="515958" y="46790"/>
                </a:lnTo>
                <a:lnTo>
                  <a:pt x="552426" y="71410"/>
                </a:lnTo>
                <a:lnTo>
                  <a:pt x="585358" y="100385"/>
                </a:lnTo>
                <a:lnTo>
                  <a:pt x="614345" y="133306"/>
                </a:lnTo>
                <a:lnTo>
                  <a:pt x="638979" y="169766"/>
                </a:lnTo>
                <a:lnTo>
                  <a:pt x="658850" y="209356"/>
                </a:lnTo>
                <a:lnTo>
                  <a:pt x="673549" y="251670"/>
                </a:lnTo>
                <a:lnTo>
                  <a:pt x="682669" y="296299"/>
                </a:lnTo>
                <a:lnTo>
                  <a:pt x="685800" y="342836"/>
                </a:lnTo>
                <a:lnTo>
                  <a:pt x="682669" y="389366"/>
                </a:lnTo>
                <a:lnTo>
                  <a:pt x="673549" y="433994"/>
                </a:lnTo>
                <a:lnTo>
                  <a:pt x="658850" y="476310"/>
                </a:lnTo>
                <a:lnTo>
                  <a:pt x="638979" y="515906"/>
                </a:lnTo>
                <a:lnTo>
                  <a:pt x="614345" y="552374"/>
                </a:lnTo>
                <a:lnTo>
                  <a:pt x="585358" y="585304"/>
                </a:lnTo>
                <a:lnTo>
                  <a:pt x="552426" y="614290"/>
                </a:lnTo>
                <a:lnTo>
                  <a:pt x="515958" y="638921"/>
                </a:lnTo>
                <a:lnTo>
                  <a:pt x="476363" y="658790"/>
                </a:lnTo>
                <a:lnTo>
                  <a:pt x="434048" y="673488"/>
                </a:lnTo>
                <a:lnTo>
                  <a:pt x="389424" y="682606"/>
                </a:lnTo>
                <a:lnTo>
                  <a:pt x="342900" y="685736"/>
                </a:lnTo>
                <a:lnTo>
                  <a:pt x="296348" y="682606"/>
                </a:lnTo>
                <a:lnTo>
                  <a:pt x="251706" y="673488"/>
                </a:lnTo>
                <a:lnTo>
                  <a:pt x="209383" y="658790"/>
                </a:lnTo>
                <a:lnTo>
                  <a:pt x="169784" y="638921"/>
                </a:lnTo>
                <a:lnTo>
                  <a:pt x="133319" y="614290"/>
                </a:lnTo>
                <a:lnTo>
                  <a:pt x="100393" y="585304"/>
                </a:lnTo>
                <a:lnTo>
                  <a:pt x="71415" y="552374"/>
                </a:lnTo>
                <a:lnTo>
                  <a:pt x="46792" y="515906"/>
                </a:lnTo>
                <a:lnTo>
                  <a:pt x="26931" y="476310"/>
                </a:lnTo>
                <a:lnTo>
                  <a:pt x="12241" y="433994"/>
                </a:lnTo>
                <a:lnTo>
                  <a:pt x="3128" y="389366"/>
                </a:lnTo>
                <a:lnTo>
                  <a:pt x="0" y="342836"/>
                </a:lnTo>
                <a:close/>
              </a:path>
            </a:pathLst>
          </a:custGeom>
          <a:ln w="12700">
            <a:solidFill>
              <a:srgbClr val="000000"/>
            </a:solidFill>
          </a:ln>
        </p:spPr>
        <p:txBody>
          <a:bodyPr wrap="square" lIns="0" tIns="0" rIns="0" bIns="0" rtlCol="0"/>
          <a:lstStyle/>
          <a:p>
            <a:endParaRPr/>
          </a:p>
        </p:txBody>
      </p:sp>
      <p:sp>
        <p:nvSpPr>
          <p:cNvPr id="32" name="object 15">
            <a:extLst>
              <a:ext uri="{FF2B5EF4-FFF2-40B4-BE49-F238E27FC236}">
                <a16:creationId xmlns:a16="http://schemas.microsoft.com/office/drawing/2014/main" id="{AC9420F2-530A-A1F5-7208-8CC742D2F5D5}"/>
              </a:ext>
            </a:extLst>
          </p:cNvPr>
          <p:cNvSpPr/>
          <p:nvPr/>
        </p:nvSpPr>
        <p:spPr>
          <a:xfrm>
            <a:off x="11228451" y="1030351"/>
            <a:ext cx="685800" cy="685800"/>
          </a:xfrm>
          <a:custGeom>
            <a:avLst/>
            <a:gdLst/>
            <a:ahLst/>
            <a:cxnLst/>
            <a:rect l="l" t="t" r="r" b="b"/>
            <a:pathLst>
              <a:path w="685800" h="685800">
                <a:moveTo>
                  <a:pt x="0" y="342900"/>
                </a:moveTo>
                <a:lnTo>
                  <a:pt x="3128" y="296348"/>
                </a:lnTo>
                <a:lnTo>
                  <a:pt x="12241" y="251706"/>
                </a:lnTo>
                <a:lnTo>
                  <a:pt x="26931" y="209383"/>
                </a:lnTo>
                <a:lnTo>
                  <a:pt x="46792" y="169784"/>
                </a:lnTo>
                <a:lnTo>
                  <a:pt x="71415" y="133319"/>
                </a:lnTo>
                <a:lnTo>
                  <a:pt x="100393" y="100393"/>
                </a:lnTo>
                <a:lnTo>
                  <a:pt x="133319" y="71415"/>
                </a:lnTo>
                <a:lnTo>
                  <a:pt x="169784" y="46792"/>
                </a:lnTo>
                <a:lnTo>
                  <a:pt x="209383" y="26931"/>
                </a:lnTo>
                <a:lnTo>
                  <a:pt x="251706" y="12241"/>
                </a:lnTo>
                <a:lnTo>
                  <a:pt x="296348" y="3128"/>
                </a:lnTo>
                <a:lnTo>
                  <a:pt x="342900" y="0"/>
                </a:lnTo>
                <a:lnTo>
                  <a:pt x="389424" y="3128"/>
                </a:lnTo>
                <a:lnTo>
                  <a:pt x="434048" y="12241"/>
                </a:lnTo>
                <a:lnTo>
                  <a:pt x="476363" y="26931"/>
                </a:lnTo>
                <a:lnTo>
                  <a:pt x="515958" y="46792"/>
                </a:lnTo>
                <a:lnTo>
                  <a:pt x="552426" y="71415"/>
                </a:lnTo>
                <a:lnTo>
                  <a:pt x="585358" y="100393"/>
                </a:lnTo>
                <a:lnTo>
                  <a:pt x="614345" y="133319"/>
                </a:lnTo>
                <a:lnTo>
                  <a:pt x="638979" y="169784"/>
                </a:lnTo>
                <a:lnTo>
                  <a:pt x="658850" y="209383"/>
                </a:lnTo>
                <a:lnTo>
                  <a:pt x="673549" y="251706"/>
                </a:lnTo>
                <a:lnTo>
                  <a:pt x="682669" y="296348"/>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48" y="682669"/>
                </a:lnTo>
                <a:lnTo>
                  <a:pt x="251706" y="673549"/>
                </a:lnTo>
                <a:lnTo>
                  <a:pt x="209383" y="658850"/>
                </a:lnTo>
                <a:lnTo>
                  <a:pt x="169784" y="638979"/>
                </a:lnTo>
                <a:lnTo>
                  <a:pt x="133319" y="614345"/>
                </a:lnTo>
                <a:lnTo>
                  <a:pt x="100393" y="585358"/>
                </a:lnTo>
                <a:lnTo>
                  <a:pt x="71415" y="552426"/>
                </a:lnTo>
                <a:lnTo>
                  <a:pt x="46792" y="515958"/>
                </a:lnTo>
                <a:lnTo>
                  <a:pt x="26931" y="476363"/>
                </a:lnTo>
                <a:lnTo>
                  <a:pt x="12241" y="434048"/>
                </a:lnTo>
                <a:lnTo>
                  <a:pt x="3128" y="389424"/>
                </a:lnTo>
                <a:lnTo>
                  <a:pt x="0" y="342900"/>
                </a:lnTo>
                <a:close/>
              </a:path>
            </a:pathLst>
          </a:custGeom>
          <a:ln w="12700">
            <a:solidFill>
              <a:srgbClr val="000000"/>
            </a:solidFill>
          </a:ln>
        </p:spPr>
        <p:txBody>
          <a:bodyPr wrap="square" lIns="0" tIns="0" rIns="0" bIns="0" rtlCol="0"/>
          <a:lstStyle/>
          <a:p>
            <a:endParaRPr/>
          </a:p>
        </p:txBody>
      </p:sp>
      <p:sp>
        <p:nvSpPr>
          <p:cNvPr id="34" name="object 16">
            <a:extLst>
              <a:ext uri="{FF2B5EF4-FFF2-40B4-BE49-F238E27FC236}">
                <a16:creationId xmlns:a16="http://schemas.microsoft.com/office/drawing/2014/main" id="{A66B4269-127E-C119-B792-29B2C041F61A}"/>
              </a:ext>
            </a:extLst>
          </p:cNvPr>
          <p:cNvSpPr/>
          <p:nvPr/>
        </p:nvSpPr>
        <p:spPr>
          <a:xfrm>
            <a:off x="11228451" y="2030476"/>
            <a:ext cx="685800" cy="685800"/>
          </a:xfrm>
          <a:custGeom>
            <a:avLst/>
            <a:gdLst/>
            <a:ahLst/>
            <a:cxnLst/>
            <a:rect l="l" t="t" r="r" b="b"/>
            <a:pathLst>
              <a:path w="685800" h="685800">
                <a:moveTo>
                  <a:pt x="0" y="342900"/>
                </a:moveTo>
                <a:lnTo>
                  <a:pt x="3128" y="296348"/>
                </a:lnTo>
                <a:lnTo>
                  <a:pt x="12241" y="251706"/>
                </a:lnTo>
                <a:lnTo>
                  <a:pt x="26931" y="209383"/>
                </a:lnTo>
                <a:lnTo>
                  <a:pt x="46792" y="169784"/>
                </a:lnTo>
                <a:lnTo>
                  <a:pt x="71415" y="133319"/>
                </a:lnTo>
                <a:lnTo>
                  <a:pt x="100393" y="100393"/>
                </a:lnTo>
                <a:lnTo>
                  <a:pt x="133319" y="71415"/>
                </a:lnTo>
                <a:lnTo>
                  <a:pt x="169784" y="46792"/>
                </a:lnTo>
                <a:lnTo>
                  <a:pt x="209383" y="26931"/>
                </a:lnTo>
                <a:lnTo>
                  <a:pt x="251706" y="12241"/>
                </a:lnTo>
                <a:lnTo>
                  <a:pt x="296348" y="3128"/>
                </a:lnTo>
                <a:lnTo>
                  <a:pt x="342900" y="0"/>
                </a:lnTo>
                <a:lnTo>
                  <a:pt x="389424" y="3128"/>
                </a:lnTo>
                <a:lnTo>
                  <a:pt x="434048" y="12241"/>
                </a:lnTo>
                <a:lnTo>
                  <a:pt x="476363" y="26931"/>
                </a:lnTo>
                <a:lnTo>
                  <a:pt x="515958" y="46792"/>
                </a:lnTo>
                <a:lnTo>
                  <a:pt x="552426" y="71415"/>
                </a:lnTo>
                <a:lnTo>
                  <a:pt x="585358" y="100393"/>
                </a:lnTo>
                <a:lnTo>
                  <a:pt x="614345" y="133319"/>
                </a:lnTo>
                <a:lnTo>
                  <a:pt x="638979" y="169784"/>
                </a:lnTo>
                <a:lnTo>
                  <a:pt x="658850" y="209383"/>
                </a:lnTo>
                <a:lnTo>
                  <a:pt x="673549" y="251706"/>
                </a:lnTo>
                <a:lnTo>
                  <a:pt x="682669" y="296348"/>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48" y="682669"/>
                </a:lnTo>
                <a:lnTo>
                  <a:pt x="251706" y="673549"/>
                </a:lnTo>
                <a:lnTo>
                  <a:pt x="209383" y="658850"/>
                </a:lnTo>
                <a:lnTo>
                  <a:pt x="169784" y="638979"/>
                </a:lnTo>
                <a:lnTo>
                  <a:pt x="133319" y="614345"/>
                </a:lnTo>
                <a:lnTo>
                  <a:pt x="100393" y="585358"/>
                </a:lnTo>
                <a:lnTo>
                  <a:pt x="71415" y="552426"/>
                </a:lnTo>
                <a:lnTo>
                  <a:pt x="46792" y="515958"/>
                </a:lnTo>
                <a:lnTo>
                  <a:pt x="26931" y="476363"/>
                </a:lnTo>
                <a:lnTo>
                  <a:pt x="12241" y="434048"/>
                </a:lnTo>
                <a:lnTo>
                  <a:pt x="3128" y="389424"/>
                </a:lnTo>
                <a:lnTo>
                  <a:pt x="0" y="342900"/>
                </a:lnTo>
                <a:close/>
              </a:path>
            </a:pathLst>
          </a:custGeom>
          <a:ln w="12700">
            <a:solidFill>
              <a:srgbClr val="000000"/>
            </a:solidFill>
          </a:ln>
        </p:spPr>
        <p:txBody>
          <a:bodyPr wrap="square" lIns="0" tIns="0" rIns="0" bIns="0" rtlCol="0"/>
          <a:lstStyle/>
          <a:p>
            <a:endParaRPr/>
          </a:p>
        </p:txBody>
      </p:sp>
      <p:sp>
        <p:nvSpPr>
          <p:cNvPr id="36" name="object 17">
            <a:extLst>
              <a:ext uri="{FF2B5EF4-FFF2-40B4-BE49-F238E27FC236}">
                <a16:creationId xmlns:a16="http://schemas.microsoft.com/office/drawing/2014/main" id="{253B1452-EE09-BC46-C821-7E30B254CC14}"/>
              </a:ext>
            </a:extLst>
          </p:cNvPr>
          <p:cNvSpPr/>
          <p:nvPr/>
        </p:nvSpPr>
        <p:spPr>
          <a:xfrm>
            <a:off x="11228451" y="5992812"/>
            <a:ext cx="685800" cy="685800"/>
          </a:xfrm>
          <a:custGeom>
            <a:avLst/>
            <a:gdLst/>
            <a:ahLst/>
            <a:cxnLst/>
            <a:rect l="l" t="t" r="r" b="b"/>
            <a:pathLst>
              <a:path w="685800" h="685800">
                <a:moveTo>
                  <a:pt x="0" y="342900"/>
                </a:moveTo>
                <a:lnTo>
                  <a:pt x="3128" y="296369"/>
                </a:lnTo>
                <a:lnTo>
                  <a:pt x="12241" y="251742"/>
                </a:lnTo>
                <a:lnTo>
                  <a:pt x="26931" y="209426"/>
                </a:lnTo>
                <a:lnTo>
                  <a:pt x="46792" y="169830"/>
                </a:lnTo>
                <a:lnTo>
                  <a:pt x="71415" y="133362"/>
                </a:lnTo>
                <a:lnTo>
                  <a:pt x="100393" y="100431"/>
                </a:lnTo>
                <a:lnTo>
                  <a:pt x="133319" y="71446"/>
                </a:lnTo>
                <a:lnTo>
                  <a:pt x="169784" y="46815"/>
                </a:lnTo>
                <a:lnTo>
                  <a:pt x="209383" y="26946"/>
                </a:lnTo>
                <a:lnTo>
                  <a:pt x="251706" y="12248"/>
                </a:lnTo>
                <a:lnTo>
                  <a:pt x="296348" y="3130"/>
                </a:lnTo>
                <a:lnTo>
                  <a:pt x="342900" y="0"/>
                </a:lnTo>
                <a:lnTo>
                  <a:pt x="389424" y="3130"/>
                </a:lnTo>
                <a:lnTo>
                  <a:pt x="434048" y="12248"/>
                </a:lnTo>
                <a:lnTo>
                  <a:pt x="476363" y="26946"/>
                </a:lnTo>
                <a:lnTo>
                  <a:pt x="515958" y="46815"/>
                </a:lnTo>
                <a:lnTo>
                  <a:pt x="552426" y="71446"/>
                </a:lnTo>
                <a:lnTo>
                  <a:pt x="585358" y="100431"/>
                </a:lnTo>
                <a:lnTo>
                  <a:pt x="614345" y="133362"/>
                </a:lnTo>
                <a:lnTo>
                  <a:pt x="638979" y="169830"/>
                </a:lnTo>
                <a:lnTo>
                  <a:pt x="658850" y="209426"/>
                </a:lnTo>
                <a:lnTo>
                  <a:pt x="673549" y="251742"/>
                </a:lnTo>
                <a:lnTo>
                  <a:pt x="682669" y="296369"/>
                </a:lnTo>
                <a:lnTo>
                  <a:pt x="685800" y="342900"/>
                </a:lnTo>
                <a:lnTo>
                  <a:pt x="682669" y="389430"/>
                </a:lnTo>
                <a:lnTo>
                  <a:pt x="673549" y="434057"/>
                </a:lnTo>
                <a:lnTo>
                  <a:pt x="658850" y="476373"/>
                </a:lnTo>
                <a:lnTo>
                  <a:pt x="638979" y="515969"/>
                </a:lnTo>
                <a:lnTo>
                  <a:pt x="614345" y="552437"/>
                </a:lnTo>
                <a:lnTo>
                  <a:pt x="585358" y="585368"/>
                </a:lnTo>
                <a:lnTo>
                  <a:pt x="552426" y="614353"/>
                </a:lnTo>
                <a:lnTo>
                  <a:pt x="515958" y="638984"/>
                </a:lnTo>
                <a:lnTo>
                  <a:pt x="476363" y="658853"/>
                </a:lnTo>
                <a:lnTo>
                  <a:pt x="434048" y="673551"/>
                </a:lnTo>
                <a:lnTo>
                  <a:pt x="389424" y="682669"/>
                </a:lnTo>
                <a:lnTo>
                  <a:pt x="342900" y="685800"/>
                </a:lnTo>
                <a:lnTo>
                  <a:pt x="296348" y="682669"/>
                </a:lnTo>
                <a:lnTo>
                  <a:pt x="251706" y="673551"/>
                </a:lnTo>
                <a:lnTo>
                  <a:pt x="209383" y="658853"/>
                </a:lnTo>
                <a:lnTo>
                  <a:pt x="169784" y="638984"/>
                </a:lnTo>
                <a:lnTo>
                  <a:pt x="133319" y="614353"/>
                </a:lnTo>
                <a:lnTo>
                  <a:pt x="100393" y="585368"/>
                </a:lnTo>
                <a:lnTo>
                  <a:pt x="71415" y="552437"/>
                </a:lnTo>
                <a:lnTo>
                  <a:pt x="46792" y="515969"/>
                </a:lnTo>
                <a:lnTo>
                  <a:pt x="26931" y="476373"/>
                </a:lnTo>
                <a:lnTo>
                  <a:pt x="12241" y="434057"/>
                </a:lnTo>
                <a:lnTo>
                  <a:pt x="3128" y="389430"/>
                </a:lnTo>
                <a:lnTo>
                  <a:pt x="0" y="342900"/>
                </a:lnTo>
                <a:close/>
              </a:path>
            </a:pathLst>
          </a:custGeom>
          <a:ln w="12700">
            <a:solidFill>
              <a:srgbClr val="000000"/>
            </a:solidFill>
          </a:ln>
        </p:spPr>
        <p:txBody>
          <a:bodyPr wrap="square" lIns="0" tIns="0" rIns="0" bIns="0" rtlCol="0"/>
          <a:lstStyle/>
          <a:p>
            <a:endParaRPr/>
          </a:p>
        </p:txBody>
      </p:sp>
      <p:sp>
        <p:nvSpPr>
          <p:cNvPr id="38" name="object 18">
            <a:extLst>
              <a:ext uri="{FF2B5EF4-FFF2-40B4-BE49-F238E27FC236}">
                <a16:creationId xmlns:a16="http://schemas.microsoft.com/office/drawing/2014/main" id="{211C0A31-CF50-3B66-00FB-9A2E80E0660E}"/>
              </a:ext>
            </a:extLst>
          </p:cNvPr>
          <p:cNvSpPr txBox="1"/>
          <p:nvPr/>
        </p:nvSpPr>
        <p:spPr>
          <a:xfrm>
            <a:off x="9929876" y="2046922"/>
            <a:ext cx="356870" cy="448945"/>
          </a:xfrm>
          <a:prstGeom prst="rect">
            <a:avLst/>
          </a:prstGeom>
        </p:spPr>
        <p:txBody>
          <a:bodyPr vert="horz" wrap="square" lIns="0" tIns="15875" rIns="0" bIns="0" rtlCol="0">
            <a:spAutoFit/>
          </a:bodyPr>
          <a:lstStyle/>
          <a:p>
            <a:pPr marL="12700">
              <a:lnSpc>
                <a:spcPct val="100000"/>
              </a:lnSpc>
              <a:spcBef>
                <a:spcPts val="125"/>
              </a:spcBef>
            </a:pPr>
            <a:r>
              <a:rPr sz="2750" spc="-90" dirty="0">
                <a:latin typeface="Gill Sans MT"/>
                <a:cs typeface="Gill Sans MT"/>
              </a:rPr>
              <a:t>…</a:t>
            </a:r>
            <a:endParaRPr sz="2750">
              <a:latin typeface="Gill Sans MT"/>
              <a:cs typeface="Gill Sans MT"/>
            </a:endParaRPr>
          </a:p>
        </p:txBody>
      </p:sp>
      <p:sp>
        <p:nvSpPr>
          <p:cNvPr id="40" name="object 19">
            <a:extLst>
              <a:ext uri="{FF2B5EF4-FFF2-40B4-BE49-F238E27FC236}">
                <a16:creationId xmlns:a16="http://schemas.microsoft.com/office/drawing/2014/main" id="{F6364D6D-D1E0-86BA-98A1-3573AD398793}"/>
              </a:ext>
            </a:extLst>
          </p:cNvPr>
          <p:cNvSpPr txBox="1"/>
          <p:nvPr/>
        </p:nvSpPr>
        <p:spPr>
          <a:xfrm>
            <a:off x="9929876" y="4930394"/>
            <a:ext cx="357505" cy="449580"/>
          </a:xfrm>
          <a:prstGeom prst="rect">
            <a:avLst/>
          </a:prstGeom>
        </p:spPr>
        <p:txBody>
          <a:bodyPr vert="horz" wrap="square" lIns="0" tIns="16510" rIns="0" bIns="0" rtlCol="0">
            <a:spAutoFit/>
          </a:bodyPr>
          <a:lstStyle/>
          <a:p>
            <a:pPr marL="12700">
              <a:lnSpc>
                <a:spcPct val="100000"/>
              </a:lnSpc>
              <a:spcBef>
                <a:spcPts val="130"/>
              </a:spcBef>
            </a:pPr>
            <a:r>
              <a:rPr sz="2750" spc="-85" dirty="0">
                <a:latin typeface="Gill Sans MT"/>
                <a:cs typeface="Gill Sans MT"/>
              </a:rPr>
              <a:t>…</a:t>
            </a:r>
            <a:endParaRPr sz="2750">
              <a:latin typeface="Gill Sans MT"/>
              <a:cs typeface="Gill Sans MT"/>
            </a:endParaRPr>
          </a:p>
        </p:txBody>
      </p:sp>
      <p:sp>
        <p:nvSpPr>
          <p:cNvPr id="42" name="object 20">
            <a:extLst>
              <a:ext uri="{FF2B5EF4-FFF2-40B4-BE49-F238E27FC236}">
                <a16:creationId xmlns:a16="http://schemas.microsoft.com/office/drawing/2014/main" id="{A4650581-7501-E62E-F4E2-61ABD0B548A2}"/>
              </a:ext>
            </a:extLst>
          </p:cNvPr>
          <p:cNvSpPr txBox="1"/>
          <p:nvPr/>
        </p:nvSpPr>
        <p:spPr>
          <a:xfrm>
            <a:off x="11377294" y="3249612"/>
            <a:ext cx="356870" cy="448945"/>
          </a:xfrm>
          <a:prstGeom prst="rect">
            <a:avLst/>
          </a:prstGeom>
        </p:spPr>
        <p:txBody>
          <a:bodyPr vert="horz" wrap="square" lIns="0" tIns="15875" rIns="0" bIns="0" rtlCol="0">
            <a:spAutoFit/>
          </a:bodyPr>
          <a:lstStyle/>
          <a:p>
            <a:pPr marL="12700">
              <a:lnSpc>
                <a:spcPct val="100000"/>
              </a:lnSpc>
              <a:spcBef>
                <a:spcPts val="125"/>
              </a:spcBef>
            </a:pPr>
            <a:r>
              <a:rPr sz="2750" spc="-90" dirty="0">
                <a:latin typeface="Gill Sans MT"/>
                <a:cs typeface="Gill Sans MT"/>
              </a:rPr>
              <a:t>…</a:t>
            </a:r>
            <a:endParaRPr sz="2750">
              <a:latin typeface="Gill Sans MT"/>
              <a:cs typeface="Gill Sans MT"/>
            </a:endParaRPr>
          </a:p>
        </p:txBody>
      </p:sp>
      <p:sp>
        <p:nvSpPr>
          <p:cNvPr id="44" name="object 21">
            <a:extLst>
              <a:ext uri="{FF2B5EF4-FFF2-40B4-BE49-F238E27FC236}">
                <a16:creationId xmlns:a16="http://schemas.microsoft.com/office/drawing/2014/main" id="{758735E3-80BE-A576-632A-460BF1C67187}"/>
              </a:ext>
            </a:extLst>
          </p:cNvPr>
          <p:cNvSpPr txBox="1"/>
          <p:nvPr/>
        </p:nvSpPr>
        <p:spPr>
          <a:xfrm>
            <a:off x="11312906" y="4258055"/>
            <a:ext cx="421640" cy="1251585"/>
          </a:xfrm>
          <a:prstGeom prst="rect">
            <a:avLst/>
          </a:prstGeom>
        </p:spPr>
        <p:txBody>
          <a:bodyPr vert="horz" wrap="square" lIns="0" tIns="16510" rIns="0" bIns="0" rtlCol="0">
            <a:spAutoFit/>
          </a:bodyPr>
          <a:lstStyle/>
          <a:p>
            <a:pPr marL="76835">
              <a:lnSpc>
                <a:spcPct val="100000"/>
              </a:lnSpc>
              <a:spcBef>
                <a:spcPts val="130"/>
              </a:spcBef>
            </a:pPr>
            <a:r>
              <a:rPr sz="2750" spc="-85" dirty="0">
                <a:latin typeface="Gill Sans MT"/>
                <a:cs typeface="Gill Sans MT"/>
              </a:rPr>
              <a:t>…</a:t>
            </a:r>
            <a:endParaRPr sz="2750">
              <a:latin typeface="Gill Sans MT"/>
              <a:cs typeface="Gill Sans MT"/>
            </a:endParaRPr>
          </a:p>
          <a:p>
            <a:pPr marL="12700">
              <a:lnSpc>
                <a:spcPct val="100000"/>
              </a:lnSpc>
              <a:spcBef>
                <a:spcPts val="3015"/>
              </a:spcBef>
            </a:pPr>
            <a:r>
              <a:rPr sz="2750" spc="-50" dirty="0">
                <a:latin typeface="Gill Sans MT"/>
                <a:cs typeface="Gill Sans MT"/>
              </a:rPr>
              <a:t>…</a:t>
            </a:r>
            <a:endParaRPr sz="2750">
              <a:latin typeface="Gill Sans MT"/>
              <a:cs typeface="Gill Sans MT"/>
            </a:endParaRPr>
          </a:p>
        </p:txBody>
      </p:sp>
      <p:sp>
        <p:nvSpPr>
          <p:cNvPr id="46" name="object 22">
            <a:extLst>
              <a:ext uri="{FF2B5EF4-FFF2-40B4-BE49-F238E27FC236}">
                <a16:creationId xmlns:a16="http://schemas.microsoft.com/office/drawing/2014/main" id="{4D14897E-133F-5A05-979F-1601FB4901E2}"/>
              </a:ext>
            </a:extLst>
          </p:cNvPr>
          <p:cNvSpPr/>
          <p:nvPr/>
        </p:nvSpPr>
        <p:spPr>
          <a:xfrm>
            <a:off x="6458965" y="3408045"/>
            <a:ext cx="796925" cy="386080"/>
          </a:xfrm>
          <a:custGeom>
            <a:avLst/>
            <a:gdLst/>
            <a:ahLst/>
            <a:cxnLst/>
            <a:rect l="l" t="t" r="r" b="b"/>
            <a:pathLst>
              <a:path w="796925" h="386079">
                <a:moveTo>
                  <a:pt x="628744" y="52176"/>
                </a:moveTo>
                <a:lnTo>
                  <a:pt x="0" y="333501"/>
                </a:lnTo>
                <a:lnTo>
                  <a:pt x="23368" y="385571"/>
                </a:lnTo>
                <a:lnTo>
                  <a:pt x="652091" y="104378"/>
                </a:lnTo>
                <a:lnTo>
                  <a:pt x="628744" y="52176"/>
                </a:lnTo>
                <a:close/>
              </a:path>
              <a:path w="796925" h="386079">
                <a:moveTo>
                  <a:pt x="770471" y="40512"/>
                </a:moveTo>
                <a:lnTo>
                  <a:pt x="654812" y="40512"/>
                </a:lnTo>
                <a:lnTo>
                  <a:pt x="678180" y="92709"/>
                </a:lnTo>
                <a:lnTo>
                  <a:pt x="652091" y="104378"/>
                </a:lnTo>
                <a:lnTo>
                  <a:pt x="675386" y="156463"/>
                </a:lnTo>
                <a:lnTo>
                  <a:pt x="770471" y="40512"/>
                </a:lnTo>
                <a:close/>
              </a:path>
              <a:path w="796925" h="386079">
                <a:moveTo>
                  <a:pt x="654812" y="40512"/>
                </a:moveTo>
                <a:lnTo>
                  <a:pt x="628744" y="52176"/>
                </a:lnTo>
                <a:lnTo>
                  <a:pt x="652091" y="104378"/>
                </a:lnTo>
                <a:lnTo>
                  <a:pt x="678180" y="92709"/>
                </a:lnTo>
                <a:lnTo>
                  <a:pt x="654812" y="40512"/>
                </a:lnTo>
                <a:close/>
              </a:path>
              <a:path w="796925" h="386079">
                <a:moveTo>
                  <a:pt x="605409" y="0"/>
                </a:moveTo>
                <a:lnTo>
                  <a:pt x="628744" y="52176"/>
                </a:lnTo>
                <a:lnTo>
                  <a:pt x="654812" y="40512"/>
                </a:lnTo>
                <a:lnTo>
                  <a:pt x="770471" y="40512"/>
                </a:lnTo>
                <a:lnTo>
                  <a:pt x="796925" y="8254"/>
                </a:lnTo>
                <a:lnTo>
                  <a:pt x="605409" y="0"/>
                </a:lnTo>
                <a:close/>
              </a:path>
            </a:pathLst>
          </a:custGeom>
          <a:solidFill>
            <a:srgbClr val="000000"/>
          </a:solidFill>
        </p:spPr>
        <p:txBody>
          <a:bodyPr wrap="square" lIns="0" tIns="0" rIns="0" bIns="0" rtlCol="0"/>
          <a:lstStyle/>
          <a:p>
            <a:endParaRPr/>
          </a:p>
        </p:txBody>
      </p:sp>
      <p:sp>
        <p:nvSpPr>
          <p:cNvPr id="48" name="object 23">
            <a:extLst>
              <a:ext uri="{FF2B5EF4-FFF2-40B4-BE49-F238E27FC236}">
                <a16:creationId xmlns:a16="http://schemas.microsoft.com/office/drawing/2014/main" id="{3238D21C-EE14-F324-1336-4F1594BD0BC9}"/>
              </a:ext>
            </a:extLst>
          </p:cNvPr>
          <p:cNvSpPr/>
          <p:nvPr/>
        </p:nvSpPr>
        <p:spPr>
          <a:xfrm>
            <a:off x="6459473" y="4390135"/>
            <a:ext cx="796925" cy="371475"/>
          </a:xfrm>
          <a:custGeom>
            <a:avLst/>
            <a:gdLst/>
            <a:ahLst/>
            <a:cxnLst/>
            <a:rect l="l" t="t" r="r" b="b"/>
            <a:pathLst>
              <a:path w="796925" h="371475">
                <a:moveTo>
                  <a:pt x="627493" y="318787"/>
                </a:moveTo>
                <a:lnTo>
                  <a:pt x="605154" y="371475"/>
                </a:lnTo>
                <a:lnTo>
                  <a:pt x="796417" y="359537"/>
                </a:lnTo>
                <a:lnTo>
                  <a:pt x="771204" y="329945"/>
                </a:lnTo>
                <a:lnTo>
                  <a:pt x="653796" y="329945"/>
                </a:lnTo>
                <a:lnTo>
                  <a:pt x="627493" y="318787"/>
                </a:lnTo>
                <a:close/>
              </a:path>
              <a:path w="796925" h="371475">
                <a:moveTo>
                  <a:pt x="649775" y="266231"/>
                </a:moveTo>
                <a:lnTo>
                  <a:pt x="627493" y="318787"/>
                </a:lnTo>
                <a:lnTo>
                  <a:pt x="653796" y="329945"/>
                </a:lnTo>
                <a:lnTo>
                  <a:pt x="676021" y="277368"/>
                </a:lnTo>
                <a:lnTo>
                  <a:pt x="649775" y="266231"/>
                </a:lnTo>
                <a:close/>
              </a:path>
              <a:path w="796925" h="371475">
                <a:moveTo>
                  <a:pt x="672083" y="213613"/>
                </a:moveTo>
                <a:lnTo>
                  <a:pt x="649775" y="266231"/>
                </a:lnTo>
                <a:lnTo>
                  <a:pt x="676021" y="277368"/>
                </a:lnTo>
                <a:lnTo>
                  <a:pt x="653796" y="329945"/>
                </a:lnTo>
                <a:lnTo>
                  <a:pt x="771204" y="329945"/>
                </a:lnTo>
                <a:lnTo>
                  <a:pt x="672083" y="213613"/>
                </a:lnTo>
                <a:close/>
              </a:path>
              <a:path w="796925" h="371475">
                <a:moveTo>
                  <a:pt x="22351" y="0"/>
                </a:moveTo>
                <a:lnTo>
                  <a:pt x="0" y="52577"/>
                </a:lnTo>
                <a:lnTo>
                  <a:pt x="627493" y="318787"/>
                </a:lnTo>
                <a:lnTo>
                  <a:pt x="649775" y="266231"/>
                </a:lnTo>
                <a:lnTo>
                  <a:pt x="22351" y="0"/>
                </a:lnTo>
                <a:close/>
              </a:path>
            </a:pathLst>
          </a:custGeom>
          <a:solidFill>
            <a:srgbClr val="000000"/>
          </a:solidFill>
        </p:spPr>
        <p:txBody>
          <a:bodyPr wrap="square" lIns="0" tIns="0" rIns="0" bIns="0" rtlCol="0"/>
          <a:lstStyle/>
          <a:p>
            <a:endParaRPr/>
          </a:p>
        </p:txBody>
      </p:sp>
      <p:sp>
        <p:nvSpPr>
          <p:cNvPr id="50" name="object 24">
            <a:extLst>
              <a:ext uri="{FF2B5EF4-FFF2-40B4-BE49-F238E27FC236}">
                <a16:creationId xmlns:a16="http://schemas.microsoft.com/office/drawing/2014/main" id="{DF98F786-2416-259A-1D75-8F77B1572900}"/>
              </a:ext>
            </a:extLst>
          </p:cNvPr>
          <p:cNvSpPr/>
          <p:nvPr/>
        </p:nvSpPr>
        <p:spPr>
          <a:xfrm>
            <a:off x="8774810" y="1960244"/>
            <a:ext cx="847725" cy="370205"/>
          </a:xfrm>
          <a:custGeom>
            <a:avLst/>
            <a:gdLst/>
            <a:ahLst/>
            <a:cxnLst/>
            <a:rect l="l" t="t" r="r" b="b"/>
            <a:pathLst>
              <a:path w="847725" h="370205">
                <a:moveTo>
                  <a:pt x="677177" y="53291"/>
                </a:moveTo>
                <a:lnTo>
                  <a:pt x="0" y="316610"/>
                </a:lnTo>
                <a:lnTo>
                  <a:pt x="20828" y="369824"/>
                </a:lnTo>
                <a:lnTo>
                  <a:pt x="697865" y="106511"/>
                </a:lnTo>
                <a:lnTo>
                  <a:pt x="677177" y="53291"/>
                </a:lnTo>
                <a:close/>
              </a:path>
              <a:path w="847725" h="370205">
                <a:moveTo>
                  <a:pt x="824537" y="42925"/>
                </a:moveTo>
                <a:lnTo>
                  <a:pt x="703834" y="42925"/>
                </a:lnTo>
                <a:lnTo>
                  <a:pt x="724535" y="96138"/>
                </a:lnTo>
                <a:lnTo>
                  <a:pt x="697865" y="106511"/>
                </a:lnTo>
                <a:lnTo>
                  <a:pt x="718566" y="159765"/>
                </a:lnTo>
                <a:lnTo>
                  <a:pt x="824537" y="42925"/>
                </a:lnTo>
                <a:close/>
              </a:path>
              <a:path w="847725" h="370205">
                <a:moveTo>
                  <a:pt x="703834" y="42925"/>
                </a:moveTo>
                <a:lnTo>
                  <a:pt x="677177" y="53291"/>
                </a:lnTo>
                <a:lnTo>
                  <a:pt x="697865" y="106511"/>
                </a:lnTo>
                <a:lnTo>
                  <a:pt x="724535" y="96138"/>
                </a:lnTo>
                <a:lnTo>
                  <a:pt x="703834" y="42925"/>
                </a:lnTo>
                <a:close/>
              </a:path>
              <a:path w="847725" h="370205">
                <a:moveTo>
                  <a:pt x="656463" y="0"/>
                </a:moveTo>
                <a:lnTo>
                  <a:pt x="677177" y="53291"/>
                </a:lnTo>
                <a:lnTo>
                  <a:pt x="703834" y="42925"/>
                </a:lnTo>
                <a:lnTo>
                  <a:pt x="824537" y="42925"/>
                </a:lnTo>
                <a:lnTo>
                  <a:pt x="847344" y="17779"/>
                </a:lnTo>
                <a:lnTo>
                  <a:pt x="656463" y="0"/>
                </a:lnTo>
                <a:close/>
              </a:path>
            </a:pathLst>
          </a:custGeom>
          <a:solidFill>
            <a:srgbClr val="000000"/>
          </a:solidFill>
        </p:spPr>
        <p:txBody>
          <a:bodyPr wrap="square" lIns="0" tIns="0" rIns="0" bIns="0" rtlCol="0"/>
          <a:lstStyle/>
          <a:p>
            <a:endParaRPr/>
          </a:p>
        </p:txBody>
      </p:sp>
      <p:sp>
        <p:nvSpPr>
          <p:cNvPr id="52" name="object 25">
            <a:extLst>
              <a:ext uri="{FF2B5EF4-FFF2-40B4-BE49-F238E27FC236}">
                <a16:creationId xmlns:a16="http://schemas.microsoft.com/office/drawing/2014/main" id="{F6B6FB59-8A72-EA9D-C92E-F3520F2EB824}"/>
              </a:ext>
            </a:extLst>
          </p:cNvPr>
          <p:cNvSpPr/>
          <p:nvPr/>
        </p:nvSpPr>
        <p:spPr>
          <a:xfrm>
            <a:off x="8774048" y="5628385"/>
            <a:ext cx="796925" cy="371475"/>
          </a:xfrm>
          <a:custGeom>
            <a:avLst/>
            <a:gdLst/>
            <a:ahLst/>
            <a:cxnLst/>
            <a:rect l="l" t="t" r="r" b="b"/>
            <a:pathLst>
              <a:path w="796925" h="371475">
                <a:moveTo>
                  <a:pt x="627466" y="318824"/>
                </a:moveTo>
                <a:lnTo>
                  <a:pt x="605154" y="371436"/>
                </a:lnTo>
                <a:lnTo>
                  <a:pt x="796417" y="359498"/>
                </a:lnTo>
                <a:lnTo>
                  <a:pt x="771273" y="329996"/>
                </a:lnTo>
                <a:lnTo>
                  <a:pt x="653796" y="329996"/>
                </a:lnTo>
                <a:lnTo>
                  <a:pt x="627466" y="318824"/>
                </a:lnTo>
                <a:close/>
              </a:path>
              <a:path w="796925" h="371475">
                <a:moveTo>
                  <a:pt x="649771" y="266229"/>
                </a:moveTo>
                <a:lnTo>
                  <a:pt x="627466" y="318824"/>
                </a:lnTo>
                <a:lnTo>
                  <a:pt x="653796" y="329996"/>
                </a:lnTo>
                <a:lnTo>
                  <a:pt x="676021" y="277367"/>
                </a:lnTo>
                <a:lnTo>
                  <a:pt x="649771" y="266229"/>
                </a:lnTo>
                <a:close/>
              </a:path>
              <a:path w="796925" h="371475">
                <a:moveTo>
                  <a:pt x="672083" y="213613"/>
                </a:moveTo>
                <a:lnTo>
                  <a:pt x="649771" y="266229"/>
                </a:lnTo>
                <a:lnTo>
                  <a:pt x="676021" y="277367"/>
                </a:lnTo>
                <a:lnTo>
                  <a:pt x="653796" y="329996"/>
                </a:lnTo>
                <a:lnTo>
                  <a:pt x="771273" y="329996"/>
                </a:lnTo>
                <a:lnTo>
                  <a:pt x="672083" y="213613"/>
                </a:lnTo>
                <a:close/>
              </a:path>
              <a:path w="796925" h="371475">
                <a:moveTo>
                  <a:pt x="22351" y="0"/>
                </a:moveTo>
                <a:lnTo>
                  <a:pt x="0" y="52577"/>
                </a:lnTo>
                <a:lnTo>
                  <a:pt x="627466" y="318824"/>
                </a:lnTo>
                <a:lnTo>
                  <a:pt x="649771" y="266229"/>
                </a:lnTo>
                <a:lnTo>
                  <a:pt x="22351" y="0"/>
                </a:lnTo>
                <a:close/>
              </a:path>
            </a:pathLst>
          </a:custGeom>
          <a:solidFill>
            <a:srgbClr val="000000"/>
          </a:solidFill>
        </p:spPr>
        <p:txBody>
          <a:bodyPr wrap="square" lIns="0" tIns="0" rIns="0" bIns="0" rtlCol="0"/>
          <a:lstStyle/>
          <a:p>
            <a:endParaRPr/>
          </a:p>
        </p:txBody>
      </p:sp>
      <p:sp>
        <p:nvSpPr>
          <p:cNvPr id="54" name="object 26">
            <a:extLst>
              <a:ext uri="{FF2B5EF4-FFF2-40B4-BE49-F238E27FC236}">
                <a16:creationId xmlns:a16="http://schemas.microsoft.com/office/drawing/2014/main" id="{DE1263C6-CAC4-C400-E091-37ADF020E156}"/>
              </a:ext>
            </a:extLst>
          </p:cNvPr>
          <p:cNvSpPr/>
          <p:nvPr/>
        </p:nvSpPr>
        <p:spPr>
          <a:xfrm>
            <a:off x="8821673" y="3018535"/>
            <a:ext cx="796925" cy="371475"/>
          </a:xfrm>
          <a:custGeom>
            <a:avLst/>
            <a:gdLst/>
            <a:ahLst/>
            <a:cxnLst/>
            <a:rect l="l" t="t" r="r" b="b"/>
            <a:pathLst>
              <a:path w="796925" h="371475">
                <a:moveTo>
                  <a:pt x="627493" y="318787"/>
                </a:moveTo>
                <a:lnTo>
                  <a:pt x="605154" y="371475"/>
                </a:lnTo>
                <a:lnTo>
                  <a:pt x="796417" y="359537"/>
                </a:lnTo>
                <a:lnTo>
                  <a:pt x="771204" y="329946"/>
                </a:lnTo>
                <a:lnTo>
                  <a:pt x="653796" y="329946"/>
                </a:lnTo>
                <a:lnTo>
                  <a:pt x="627493" y="318787"/>
                </a:lnTo>
                <a:close/>
              </a:path>
              <a:path w="796925" h="371475">
                <a:moveTo>
                  <a:pt x="649775" y="266231"/>
                </a:moveTo>
                <a:lnTo>
                  <a:pt x="627493" y="318787"/>
                </a:lnTo>
                <a:lnTo>
                  <a:pt x="653796" y="329946"/>
                </a:lnTo>
                <a:lnTo>
                  <a:pt x="676021" y="277367"/>
                </a:lnTo>
                <a:lnTo>
                  <a:pt x="649775" y="266231"/>
                </a:lnTo>
                <a:close/>
              </a:path>
              <a:path w="796925" h="371475">
                <a:moveTo>
                  <a:pt x="672083" y="213613"/>
                </a:moveTo>
                <a:lnTo>
                  <a:pt x="649775" y="266231"/>
                </a:lnTo>
                <a:lnTo>
                  <a:pt x="676021" y="277367"/>
                </a:lnTo>
                <a:lnTo>
                  <a:pt x="653796" y="329946"/>
                </a:lnTo>
                <a:lnTo>
                  <a:pt x="771204" y="329946"/>
                </a:lnTo>
                <a:lnTo>
                  <a:pt x="672083" y="213613"/>
                </a:lnTo>
                <a:close/>
              </a:path>
              <a:path w="796925" h="371475">
                <a:moveTo>
                  <a:pt x="22351" y="0"/>
                </a:moveTo>
                <a:lnTo>
                  <a:pt x="0" y="52577"/>
                </a:lnTo>
                <a:lnTo>
                  <a:pt x="627493" y="318787"/>
                </a:lnTo>
                <a:lnTo>
                  <a:pt x="649775" y="266231"/>
                </a:lnTo>
                <a:lnTo>
                  <a:pt x="22351" y="0"/>
                </a:lnTo>
                <a:close/>
              </a:path>
            </a:pathLst>
          </a:custGeom>
          <a:solidFill>
            <a:srgbClr val="000000"/>
          </a:solidFill>
        </p:spPr>
        <p:txBody>
          <a:bodyPr wrap="square" lIns="0" tIns="0" rIns="0" bIns="0" rtlCol="0"/>
          <a:lstStyle/>
          <a:p>
            <a:endParaRPr/>
          </a:p>
        </p:txBody>
      </p:sp>
      <p:sp>
        <p:nvSpPr>
          <p:cNvPr id="56" name="object 27">
            <a:extLst>
              <a:ext uri="{FF2B5EF4-FFF2-40B4-BE49-F238E27FC236}">
                <a16:creationId xmlns:a16="http://schemas.microsoft.com/office/drawing/2014/main" id="{57FB3317-FFF8-62C8-3DA2-1855BA7651C0}"/>
              </a:ext>
            </a:extLst>
          </p:cNvPr>
          <p:cNvSpPr/>
          <p:nvPr/>
        </p:nvSpPr>
        <p:spPr>
          <a:xfrm>
            <a:off x="8773541" y="4598670"/>
            <a:ext cx="796925" cy="386080"/>
          </a:xfrm>
          <a:custGeom>
            <a:avLst/>
            <a:gdLst/>
            <a:ahLst/>
            <a:cxnLst/>
            <a:rect l="l" t="t" r="r" b="b"/>
            <a:pathLst>
              <a:path w="796925" h="386079">
                <a:moveTo>
                  <a:pt x="628744" y="52176"/>
                </a:moveTo>
                <a:lnTo>
                  <a:pt x="0" y="333501"/>
                </a:lnTo>
                <a:lnTo>
                  <a:pt x="23367" y="385571"/>
                </a:lnTo>
                <a:lnTo>
                  <a:pt x="652091" y="104378"/>
                </a:lnTo>
                <a:lnTo>
                  <a:pt x="628744" y="52176"/>
                </a:lnTo>
                <a:close/>
              </a:path>
              <a:path w="796925" h="386079">
                <a:moveTo>
                  <a:pt x="770471" y="40512"/>
                </a:moveTo>
                <a:lnTo>
                  <a:pt x="654811" y="40512"/>
                </a:lnTo>
                <a:lnTo>
                  <a:pt x="678179" y="92709"/>
                </a:lnTo>
                <a:lnTo>
                  <a:pt x="652091" y="104378"/>
                </a:lnTo>
                <a:lnTo>
                  <a:pt x="675385" y="156463"/>
                </a:lnTo>
                <a:lnTo>
                  <a:pt x="770471" y="40512"/>
                </a:lnTo>
                <a:close/>
              </a:path>
              <a:path w="796925" h="386079">
                <a:moveTo>
                  <a:pt x="654811" y="40512"/>
                </a:moveTo>
                <a:lnTo>
                  <a:pt x="628744" y="52176"/>
                </a:lnTo>
                <a:lnTo>
                  <a:pt x="652091" y="104378"/>
                </a:lnTo>
                <a:lnTo>
                  <a:pt x="678179" y="92709"/>
                </a:lnTo>
                <a:lnTo>
                  <a:pt x="654811" y="40512"/>
                </a:lnTo>
                <a:close/>
              </a:path>
              <a:path w="796925" h="386079">
                <a:moveTo>
                  <a:pt x="605408" y="0"/>
                </a:moveTo>
                <a:lnTo>
                  <a:pt x="628744" y="52176"/>
                </a:lnTo>
                <a:lnTo>
                  <a:pt x="654811" y="40512"/>
                </a:lnTo>
                <a:lnTo>
                  <a:pt x="770471" y="40512"/>
                </a:lnTo>
                <a:lnTo>
                  <a:pt x="796925" y="8254"/>
                </a:lnTo>
                <a:lnTo>
                  <a:pt x="605408"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49917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A655D-C0B1-8334-197C-DA3ECD867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68431-8834-E2CC-C8ED-063A5ED4BF47}"/>
              </a:ext>
            </a:extLst>
          </p:cNvPr>
          <p:cNvSpPr>
            <a:spLocks noGrp="1"/>
          </p:cNvSpPr>
          <p:nvPr>
            <p:ph type="title"/>
          </p:nvPr>
        </p:nvSpPr>
        <p:spPr/>
        <p:txBody>
          <a:bodyPr/>
          <a:lstStyle/>
          <a:p>
            <a:r>
              <a:rPr lang="da-DK" spc="245" dirty="0"/>
              <a:t>HTML</a:t>
            </a:r>
            <a:r>
              <a:rPr lang="da-DK" spc="204" dirty="0"/>
              <a:t> </a:t>
            </a:r>
            <a:r>
              <a:rPr lang="da-DK" spc="-40" dirty="0"/>
              <a:t>elements</a:t>
            </a:r>
            <a:endParaRPr lang="da-DK" dirty="0"/>
          </a:p>
        </p:txBody>
      </p:sp>
      <p:sp>
        <p:nvSpPr>
          <p:cNvPr id="7" name="Content Placeholder 6">
            <a:extLst>
              <a:ext uri="{FF2B5EF4-FFF2-40B4-BE49-F238E27FC236}">
                <a16:creationId xmlns:a16="http://schemas.microsoft.com/office/drawing/2014/main" id="{21EA719F-57C2-B170-311F-2440E2D4DBB5}"/>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CE1F6384-5673-7220-3077-3AE6CA931A4C}"/>
              </a:ext>
            </a:extLst>
          </p:cNvPr>
          <p:cNvSpPr txBox="1"/>
          <p:nvPr/>
        </p:nvSpPr>
        <p:spPr>
          <a:xfrm>
            <a:off x="2181225" y="1697037"/>
            <a:ext cx="4856883" cy="2553335"/>
          </a:xfrm>
          <a:prstGeom prst="rect">
            <a:avLst/>
          </a:prstGeom>
        </p:spPr>
        <p:txBody>
          <a:bodyPr vert="horz" wrap="square" lIns="0" tIns="142875" rIns="0" bIns="0" rtlCol="0">
            <a:spAutoFit/>
          </a:bodyPr>
          <a:lstStyle/>
          <a:p>
            <a:pPr marL="12700">
              <a:lnSpc>
                <a:spcPct val="100000"/>
              </a:lnSpc>
              <a:spcBef>
                <a:spcPts val="1125"/>
              </a:spcBef>
            </a:pPr>
            <a:r>
              <a:rPr sz="2400" spc="-20" dirty="0">
                <a:latin typeface="Courier New"/>
                <a:cs typeface="Courier New"/>
              </a:rPr>
              <a:t>&lt;h1&gt;</a:t>
            </a:r>
            <a:endParaRPr sz="2400">
              <a:latin typeface="Courier New"/>
              <a:cs typeface="Courier New"/>
            </a:endParaRPr>
          </a:p>
          <a:p>
            <a:pPr marL="12700">
              <a:lnSpc>
                <a:spcPct val="100000"/>
              </a:lnSpc>
              <a:spcBef>
                <a:spcPts val="1025"/>
              </a:spcBef>
            </a:pPr>
            <a:r>
              <a:rPr sz="2400" spc="-25" dirty="0">
                <a:latin typeface="Courier New"/>
                <a:cs typeface="Courier New"/>
              </a:rPr>
              <a:t>&lt;p&gt;</a:t>
            </a:r>
            <a:endParaRPr sz="2400">
              <a:latin typeface="Courier New"/>
              <a:cs typeface="Courier New"/>
            </a:endParaRPr>
          </a:p>
          <a:p>
            <a:pPr marL="12700">
              <a:lnSpc>
                <a:spcPct val="100000"/>
              </a:lnSpc>
              <a:spcBef>
                <a:spcPts val="1175"/>
              </a:spcBef>
            </a:pPr>
            <a:r>
              <a:rPr sz="2400" dirty="0">
                <a:latin typeface="Courier New"/>
                <a:cs typeface="Courier New"/>
              </a:rPr>
              <a:t>&lt;a</a:t>
            </a:r>
            <a:r>
              <a:rPr sz="2400" spc="10" dirty="0">
                <a:latin typeface="Courier New"/>
                <a:cs typeface="Courier New"/>
              </a:rPr>
              <a:t> </a:t>
            </a:r>
            <a:r>
              <a:rPr sz="2400" spc="-25" dirty="0">
                <a:latin typeface="Courier New"/>
                <a:cs typeface="Courier New"/>
              </a:rPr>
              <a:t>href="a-</a:t>
            </a:r>
            <a:r>
              <a:rPr sz="2400" spc="-10" dirty="0">
                <a:latin typeface="Courier New"/>
                <a:cs typeface="Courier New"/>
              </a:rPr>
              <a:t>link"&gt;</a:t>
            </a:r>
            <a:endParaRPr sz="2400">
              <a:latin typeface="Courier New"/>
              <a:cs typeface="Courier New"/>
            </a:endParaRPr>
          </a:p>
          <a:p>
            <a:pPr marL="12700">
              <a:lnSpc>
                <a:spcPct val="100000"/>
              </a:lnSpc>
              <a:spcBef>
                <a:spcPts val="1100"/>
              </a:spcBef>
            </a:pPr>
            <a:r>
              <a:rPr sz="2400" spc="-10" dirty="0">
                <a:latin typeface="Courier New"/>
                <a:cs typeface="Courier New"/>
              </a:rPr>
              <a:t>&lt;div&gt;</a:t>
            </a:r>
            <a:endParaRPr sz="2400">
              <a:latin typeface="Courier New"/>
              <a:cs typeface="Courier New"/>
            </a:endParaRPr>
          </a:p>
          <a:p>
            <a:pPr marL="12700">
              <a:lnSpc>
                <a:spcPct val="100000"/>
              </a:lnSpc>
              <a:spcBef>
                <a:spcPts val="1175"/>
              </a:spcBef>
            </a:pPr>
            <a:r>
              <a:rPr sz="2400" dirty="0">
                <a:latin typeface="Courier New"/>
                <a:cs typeface="Courier New"/>
              </a:rPr>
              <a:t>&lt;ul&gt; </a:t>
            </a:r>
            <a:r>
              <a:rPr sz="2400" spc="-20" dirty="0">
                <a:latin typeface="Courier New"/>
                <a:cs typeface="Courier New"/>
              </a:rPr>
              <a:t>&lt;ol&gt;</a:t>
            </a:r>
            <a:endParaRPr sz="2400">
              <a:latin typeface="Courier New"/>
              <a:cs typeface="Courier New"/>
            </a:endParaRPr>
          </a:p>
        </p:txBody>
      </p:sp>
      <p:sp>
        <p:nvSpPr>
          <p:cNvPr id="9" name="object 4">
            <a:extLst>
              <a:ext uri="{FF2B5EF4-FFF2-40B4-BE49-F238E27FC236}">
                <a16:creationId xmlns:a16="http://schemas.microsoft.com/office/drawing/2014/main" id="{CFAB3D41-C146-78E3-7AEE-BBDFC1422855}"/>
              </a:ext>
            </a:extLst>
          </p:cNvPr>
          <p:cNvSpPr txBox="1"/>
          <p:nvPr/>
        </p:nvSpPr>
        <p:spPr>
          <a:xfrm>
            <a:off x="5651246" y="1755756"/>
            <a:ext cx="5581791" cy="2005677"/>
          </a:xfrm>
          <a:prstGeom prst="rect">
            <a:avLst/>
          </a:prstGeom>
        </p:spPr>
        <p:txBody>
          <a:bodyPr vert="horz" wrap="square" lIns="0" tIns="83820" rIns="0" bIns="0" rtlCol="0">
            <a:spAutoFit/>
          </a:bodyPr>
          <a:lstStyle/>
          <a:p>
            <a:pPr marL="12700">
              <a:lnSpc>
                <a:spcPct val="100000"/>
              </a:lnSpc>
              <a:spcBef>
                <a:spcPts val="660"/>
              </a:spcBef>
            </a:pPr>
            <a:r>
              <a:rPr sz="2400" spc="-70" dirty="0">
                <a:latin typeface="Calibri"/>
                <a:cs typeface="Calibri"/>
              </a:rPr>
              <a:t>header</a:t>
            </a:r>
            <a:r>
              <a:rPr sz="2400" spc="-35" dirty="0">
                <a:latin typeface="Calibri"/>
                <a:cs typeface="Calibri"/>
              </a:rPr>
              <a:t> </a:t>
            </a:r>
            <a:r>
              <a:rPr sz="2400" spc="-30" dirty="0">
                <a:latin typeface="Calibri"/>
                <a:cs typeface="Calibri"/>
              </a:rPr>
              <a:t>(h2,h3,...)</a:t>
            </a:r>
            <a:endParaRPr sz="2400">
              <a:latin typeface="Calibri"/>
              <a:cs typeface="Calibri"/>
            </a:endParaRPr>
          </a:p>
          <a:p>
            <a:pPr marL="12700" marR="2195830">
              <a:lnSpc>
                <a:spcPts val="4050"/>
              </a:lnSpc>
              <a:spcBef>
                <a:spcPts val="185"/>
              </a:spcBef>
            </a:pPr>
            <a:r>
              <a:rPr sz="2750" spc="-105" dirty="0">
                <a:latin typeface="Calibri"/>
                <a:cs typeface="Calibri"/>
              </a:rPr>
              <a:t>paragraph </a:t>
            </a:r>
            <a:r>
              <a:rPr sz="2750" dirty="0">
                <a:latin typeface="Calibri"/>
                <a:cs typeface="Calibri"/>
              </a:rPr>
              <a:t>a </a:t>
            </a:r>
            <a:r>
              <a:rPr sz="2750" spc="-20" dirty="0">
                <a:latin typeface="Calibri"/>
                <a:cs typeface="Calibri"/>
              </a:rPr>
              <a:t>link</a:t>
            </a:r>
            <a:endParaRPr sz="2750">
              <a:latin typeface="Calibri"/>
              <a:cs typeface="Calibri"/>
            </a:endParaRPr>
          </a:p>
          <a:p>
            <a:pPr marL="12700">
              <a:lnSpc>
                <a:spcPct val="100000"/>
              </a:lnSpc>
              <a:spcBef>
                <a:spcPts val="425"/>
              </a:spcBef>
            </a:pPr>
            <a:r>
              <a:rPr sz="2750" dirty="0">
                <a:latin typeface="Calibri"/>
                <a:cs typeface="Calibri"/>
              </a:rPr>
              <a:t>a </a:t>
            </a:r>
            <a:r>
              <a:rPr sz="2750" i="1" spc="-10" dirty="0">
                <a:latin typeface="Calibri"/>
                <a:cs typeface="Calibri"/>
              </a:rPr>
              <a:t>block</a:t>
            </a:r>
            <a:endParaRPr sz="2750">
              <a:latin typeface="Calibri"/>
              <a:cs typeface="Calibri"/>
            </a:endParaRPr>
          </a:p>
          <a:p>
            <a:pPr marL="12700">
              <a:lnSpc>
                <a:spcPct val="100000"/>
              </a:lnSpc>
              <a:spcBef>
                <a:spcPts val="755"/>
              </a:spcBef>
              <a:tabLst>
                <a:tab pos="3192145" algn="l"/>
              </a:tabLst>
            </a:pPr>
            <a:r>
              <a:rPr sz="2750" spc="-10" dirty="0">
                <a:latin typeface="Calibri"/>
                <a:cs typeface="Calibri"/>
              </a:rPr>
              <a:t>an</a:t>
            </a:r>
            <a:r>
              <a:rPr sz="2750" spc="-85" dirty="0">
                <a:latin typeface="Calibri"/>
                <a:cs typeface="Calibri"/>
              </a:rPr>
              <a:t> </a:t>
            </a:r>
            <a:r>
              <a:rPr sz="2750" spc="-25" dirty="0">
                <a:latin typeface="Calibri"/>
                <a:cs typeface="Calibri"/>
              </a:rPr>
              <a:t>unordered/ordered</a:t>
            </a:r>
            <a:r>
              <a:rPr sz="2750" dirty="0">
                <a:latin typeface="Calibri"/>
                <a:cs typeface="Calibri"/>
              </a:rPr>
              <a:t>	</a:t>
            </a:r>
            <a:r>
              <a:rPr sz="2750" spc="-90" dirty="0">
                <a:latin typeface="Calibri"/>
                <a:cs typeface="Calibri"/>
              </a:rPr>
              <a:t>list</a:t>
            </a:r>
            <a:endParaRPr sz="2750">
              <a:latin typeface="Calibri"/>
              <a:cs typeface="Calibri"/>
            </a:endParaRPr>
          </a:p>
        </p:txBody>
      </p:sp>
      <p:sp>
        <p:nvSpPr>
          <p:cNvPr id="13" name="object 5">
            <a:extLst>
              <a:ext uri="{FF2B5EF4-FFF2-40B4-BE49-F238E27FC236}">
                <a16:creationId xmlns:a16="http://schemas.microsoft.com/office/drawing/2014/main" id="{047D65C6-0B54-276F-5D25-56076D0FD7F5}"/>
              </a:ext>
            </a:extLst>
          </p:cNvPr>
          <p:cNvSpPr txBox="1"/>
          <p:nvPr/>
        </p:nvSpPr>
        <p:spPr>
          <a:xfrm>
            <a:off x="2181225" y="4633719"/>
            <a:ext cx="4867806" cy="1609725"/>
          </a:xfrm>
          <a:prstGeom prst="rect">
            <a:avLst/>
          </a:prstGeom>
        </p:spPr>
        <p:txBody>
          <a:bodyPr vert="horz" wrap="square" lIns="0" tIns="166370" rIns="0" bIns="0" rtlCol="0">
            <a:spAutoFit/>
          </a:bodyPr>
          <a:lstStyle/>
          <a:p>
            <a:pPr marL="12700">
              <a:lnSpc>
                <a:spcPct val="100000"/>
              </a:lnSpc>
              <a:spcBef>
                <a:spcPts val="1310"/>
              </a:spcBef>
            </a:pPr>
            <a:r>
              <a:rPr sz="2750" spc="-10" dirty="0">
                <a:latin typeface="Calibri"/>
                <a:cs typeface="Calibri"/>
              </a:rPr>
              <a:t>Empty</a:t>
            </a:r>
            <a:r>
              <a:rPr sz="2750" spc="-50" dirty="0">
                <a:latin typeface="Calibri"/>
                <a:cs typeface="Calibri"/>
              </a:rPr>
              <a:t> </a:t>
            </a:r>
            <a:r>
              <a:rPr sz="2750" spc="-10" dirty="0">
                <a:latin typeface="Calibri"/>
                <a:cs typeface="Calibri"/>
              </a:rPr>
              <a:t>elements</a:t>
            </a:r>
            <a:endParaRPr sz="2750">
              <a:latin typeface="Calibri"/>
              <a:cs typeface="Calibri"/>
            </a:endParaRPr>
          </a:p>
          <a:p>
            <a:pPr marL="12700">
              <a:lnSpc>
                <a:spcPct val="100000"/>
              </a:lnSpc>
              <a:spcBef>
                <a:spcPts val="1030"/>
              </a:spcBef>
            </a:pPr>
            <a:r>
              <a:rPr sz="2400" dirty="0">
                <a:latin typeface="Courier New"/>
                <a:cs typeface="Courier New"/>
              </a:rPr>
              <a:t>&lt;img</a:t>
            </a:r>
            <a:r>
              <a:rPr sz="2400" spc="-20" dirty="0">
                <a:latin typeface="Courier New"/>
                <a:cs typeface="Courier New"/>
              </a:rPr>
              <a:t> </a:t>
            </a:r>
            <a:r>
              <a:rPr sz="2400" spc="-10" dirty="0">
                <a:latin typeface="Courier New"/>
                <a:cs typeface="Courier New"/>
              </a:rPr>
              <a:t>src="image"&gt;</a:t>
            </a:r>
            <a:endParaRPr sz="2400">
              <a:latin typeface="Courier New"/>
              <a:cs typeface="Courier New"/>
            </a:endParaRPr>
          </a:p>
          <a:p>
            <a:pPr marL="12700">
              <a:lnSpc>
                <a:spcPct val="100000"/>
              </a:lnSpc>
              <a:spcBef>
                <a:spcPts val="1175"/>
              </a:spcBef>
            </a:pPr>
            <a:r>
              <a:rPr sz="2400" spc="-10" dirty="0">
                <a:latin typeface="Courier New"/>
                <a:cs typeface="Courier New"/>
              </a:rPr>
              <a:t>&lt;br/&gt;</a:t>
            </a:r>
            <a:endParaRPr sz="2400">
              <a:latin typeface="Courier New"/>
              <a:cs typeface="Courier New"/>
            </a:endParaRPr>
          </a:p>
        </p:txBody>
      </p:sp>
      <p:sp>
        <p:nvSpPr>
          <p:cNvPr id="15" name="object 6">
            <a:extLst>
              <a:ext uri="{FF2B5EF4-FFF2-40B4-BE49-F238E27FC236}">
                <a16:creationId xmlns:a16="http://schemas.microsoft.com/office/drawing/2014/main" id="{88666902-DBBE-AA51-4B0F-583C9311BE13}"/>
              </a:ext>
            </a:extLst>
          </p:cNvPr>
          <p:cNvSpPr txBox="1"/>
          <p:nvPr/>
        </p:nvSpPr>
        <p:spPr>
          <a:xfrm>
            <a:off x="5651246" y="5197938"/>
            <a:ext cx="2184654" cy="1055370"/>
          </a:xfrm>
          <a:prstGeom prst="rect">
            <a:avLst/>
          </a:prstGeom>
        </p:spPr>
        <p:txBody>
          <a:bodyPr vert="horz" wrap="square" lIns="0" tIns="11430" rIns="0" bIns="0" rtlCol="0">
            <a:spAutoFit/>
          </a:bodyPr>
          <a:lstStyle/>
          <a:p>
            <a:pPr marL="12700" marR="5080">
              <a:lnSpc>
                <a:spcPct val="122900"/>
              </a:lnSpc>
              <a:spcBef>
                <a:spcPts val="90"/>
              </a:spcBef>
            </a:pPr>
            <a:r>
              <a:rPr sz="2750" spc="-40" dirty="0">
                <a:latin typeface="Calibri"/>
                <a:cs typeface="Calibri"/>
              </a:rPr>
              <a:t>add</a:t>
            </a:r>
            <a:r>
              <a:rPr sz="2750" spc="-90" dirty="0">
                <a:latin typeface="Calibri"/>
                <a:cs typeface="Calibri"/>
              </a:rPr>
              <a:t> </a:t>
            </a:r>
            <a:r>
              <a:rPr sz="2750" spc="-140" dirty="0">
                <a:latin typeface="Calibri"/>
                <a:cs typeface="Calibri"/>
              </a:rPr>
              <a:t>image </a:t>
            </a:r>
            <a:r>
              <a:rPr sz="2750" spc="-55" dirty="0">
                <a:latin typeface="Calibri"/>
                <a:cs typeface="Calibri"/>
              </a:rPr>
              <a:t>line</a:t>
            </a:r>
            <a:r>
              <a:rPr sz="2750" spc="-85" dirty="0">
                <a:latin typeface="Calibri"/>
                <a:cs typeface="Calibri"/>
              </a:rPr>
              <a:t> </a:t>
            </a:r>
            <a:r>
              <a:rPr sz="2750" spc="-20" dirty="0">
                <a:latin typeface="Calibri"/>
                <a:cs typeface="Calibri"/>
              </a:rPr>
              <a:t>break</a:t>
            </a:r>
            <a:endParaRPr sz="2750">
              <a:latin typeface="Calibri"/>
              <a:cs typeface="Calibri"/>
            </a:endParaRPr>
          </a:p>
        </p:txBody>
      </p:sp>
    </p:spTree>
    <p:extLst>
      <p:ext uri="{BB962C8B-B14F-4D97-AF65-F5344CB8AC3E}">
        <p14:creationId xmlns:p14="http://schemas.microsoft.com/office/powerpoint/2010/main" val="164132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C73B5-97B3-A18A-46DE-6032DFE01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76DA6-D858-5BC4-0F0B-7E3EFD24603F}"/>
              </a:ext>
            </a:extLst>
          </p:cNvPr>
          <p:cNvSpPr>
            <a:spLocks noGrp="1"/>
          </p:cNvSpPr>
          <p:nvPr>
            <p:ph type="title"/>
          </p:nvPr>
        </p:nvSpPr>
        <p:spPr/>
        <p:txBody>
          <a:bodyPr/>
          <a:lstStyle/>
          <a:p>
            <a:r>
              <a:rPr lang="da-DK" dirty="0"/>
              <a:t>HTML more elements</a:t>
            </a:r>
          </a:p>
        </p:txBody>
      </p:sp>
      <p:sp>
        <p:nvSpPr>
          <p:cNvPr id="7" name="Content Placeholder 6">
            <a:extLst>
              <a:ext uri="{FF2B5EF4-FFF2-40B4-BE49-F238E27FC236}">
                <a16:creationId xmlns:a16="http://schemas.microsoft.com/office/drawing/2014/main" id="{A1E01DC3-39F1-7981-80DA-637B71A73F8D}"/>
              </a:ext>
            </a:extLst>
          </p:cNvPr>
          <p:cNvSpPr>
            <a:spLocks noGrp="1"/>
          </p:cNvSpPr>
          <p:nvPr>
            <p:ph idx="1"/>
          </p:nvPr>
        </p:nvSpPr>
        <p:spPr/>
        <p:txBody>
          <a:bodyPr/>
          <a:lstStyle/>
          <a:p>
            <a:pPr marL="0" indent="0">
              <a:buNone/>
            </a:pPr>
            <a:r>
              <a:rPr lang="da-DK" dirty="0"/>
              <a:t> </a:t>
            </a:r>
          </a:p>
        </p:txBody>
      </p:sp>
      <p:sp>
        <p:nvSpPr>
          <p:cNvPr id="3" name="object 3">
            <a:extLst>
              <a:ext uri="{FF2B5EF4-FFF2-40B4-BE49-F238E27FC236}">
                <a16:creationId xmlns:a16="http://schemas.microsoft.com/office/drawing/2014/main" id="{061321AE-403D-B716-E8BD-95DF38CEDEB8}"/>
              </a:ext>
            </a:extLst>
          </p:cNvPr>
          <p:cNvSpPr txBox="1">
            <a:spLocks/>
          </p:cNvSpPr>
          <p:nvPr/>
        </p:nvSpPr>
        <p:spPr>
          <a:xfrm>
            <a:off x="990600" y="1978025"/>
            <a:ext cx="10515600" cy="4351338"/>
          </a:xfrm>
          <a:prstGeom prst="rect">
            <a:avLst/>
          </a:prstGeom>
        </p:spPr>
        <p:txBody>
          <a:bodyPr vert="horz" lIns="0" tIns="177165"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a:spcBef>
                <a:spcPts val="1395"/>
              </a:spcBef>
            </a:pPr>
            <a:r>
              <a:rPr lang="da-DK" spc="-10" dirty="0" err="1"/>
              <a:t>Primary</a:t>
            </a:r>
            <a:endParaRPr lang="da-DK" spc="-10" dirty="0"/>
          </a:p>
          <a:p>
            <a:pPr marL="212725">
              <a:spcBef>
                <a:spcPts val="1105"/>
              </a:spcBef>
            </a:pPr>
            <a:r>
              <a:rPr lang="da-DK" dirty="0">
                <a:latin typeface="Courier New"/>
                <a:cs typeface="Courier New"/>
              </a:rPr>
              <a:t>html,</a:t>
            </a:r>
            <a:r>
              <a:rPr lang="da-DK" spc="-45" dirty="0">
                <a:latin typeface="Courier New"/>
                <a:cs typeface="Courier New"/>
              </a:rPr>
              <a:t> </a:t>
            </a:r>
            <a:r>
              <a:rPr lang="da-DK" dirty="0">
                <a:latin typeface="Courier New"/>
                <a:cs typeface="Courier New"/>
              </a:rPr>
              <a:t>body,</a:t>
            </a:r>
            <a:r>
              <a:rPr lang="da-DK" spc="-45" dirty="0">
                <a:latin typeface="Courier New"/>
                <a:cs typeface="Courier New"/>
              </a:rPr>
              <a:t> </a:t>
            </a:r>
            <a:r>
              <a:rPr lang="da-DK" spc="-20" dirty="0">
                <a:latin typeface="Courier New"/>
                <a:cs typeface="Courier New"/>
              </a:rPr>
              <a:t>head</a:t>
            </a:r>
            <a:endParaRPr lang="da-DK" dirty="0">
              <a:latin typeface="Courier New"/>
              <a:cs typeface="Courier New"/>
            </a:endParaRPr>
          </a:p>
          <a:p>
            <a:pPr marL="12700">
              <a:spcBef>
                <a:spcPts val="825"/>
              </a:spcBef>
            </a:pPr>
            <a:r>
              <a:rPr lang="da-DK" dirty="0"/>
              <a:t>Body</a:t>
            </a:r>
            <a:r>
              <a:rPr lang="da-DK" spc="-160" dirty="0"/>
              <a:t> </a:t>
            </a:r>
            <a:r>
              <a:rPr lang="da-DK" spc="-10" dirty="0"/>
              <a:t>Elements</a:t>
            </a:r>
          </a:p>
          <a:p>
            <a:pPr marL="193675">
              <a:spcBef>
                <a:spcPts val="655"/>
              </a:spcBef>
            </a:pPr>
            <a:r>
              <a:rPr lang="da-DK" dirty="0">
                <a:latin typeface="Courier New"/>
                <a:cs typeface="Courier New"/>
              </a:rPr>
              <a:t>p,</a:t>
            </a:r>
            <a:r>
              <a:rPr lang="da-DK" spc="-55" dirty="0">
                <a:latin typeface="Courier New"/>
                <a:cs typeface="Courier New"/>
              </a:rPr>
              <a:t> </a:t>
            </a:r>
            <a:r>
              <a:rPr lang="da-DK" dirty="0" err="1">
                <a:latin typeface="Courier New"/>
                <a:cs typeface="Courier New"/>
              </a:rPr>
              <a:t>br</a:t>
            </a:r>
            <a:r>
              <a:rPr lang="da-DK" dirty="0">
                <a:latin typeface="Courier New"/>
                <a:cs typeface="Courier New"/>
              </a:rPr>
              <a:t>,</a:t>
            </a:r>
            <a:r>
              <a:rPr lang="da-DK" spc="-55" dirty="0">
                <a:latin typeface="Courier New"/>
                <a:cs typeface="Courier New"/>
              </a:rPr>
              <a:t> </a:t>
            </a:r>
            <a:r>
              <a:rPr lang="da-DK" dirty="0">
                <a:latin typeface="Courier New"/>
                <a:cs typeface="Courier New"/>
              </a:rPr>
              <a:t>h1-h6,</a:t>
            </a:r>
            <a:r>
              <a:rPr lang="da-DK" spc="20" dirty="0">
                <a:latin typeface="Courier New"/>
                <a:cs typeface="Courier New"/>
              </a:rPr>
              <a:t> </a:t>
            </a:r>
            <a:r>
              <a:rPr lang="da-DK" dirty="0">
                <a:latin typeface="Courier New"/>
                <a:cs typeface="Courier New"/>
              </a:rPr>
              <a:t>a,</a:t>
            </a:r>
            <a:r>
              <a:rPr lang="da-DK" spc="-45" dirty="0">
                <a:latin typeface="Courier New"/>
                <a:cs typeface="Courier New"/>
              </a:rPr>
              <a:t> </a:t>
            </a:r>
            <a:r>
              <a:rPr lang="da-DK" dirty="0">
                <a:latin typeface="Courier New"/>
                <a:cs typeface="Courier New"/>
              </a:rPr>
              <a:t>div,</a:t>
            </a:r>
            <a:r>
              <a:rPr lang="da-DK" spc="-75" dirty="0">
                <a:latin typeface="Courier New"/>
                <a:cs typeface="Courier New"/>
              </a:rPr>
              <a:t> </a:t>
            </a:r>
            <a:r>
              <a:rPr lang="da-DK" dirty="0" err="1">
                <a:latin typeface="Courier New"/>
                <a:cs typeface="Courier New"/>
              </a:rPr>
              <a:t>img</a:t>
            </a:r>
            <a:r>
              <a:rPr lang="da-DK" dirty="0">
                <a:latin typeface="Courier New"/>
                <a:cs typeface="Courier New"/>
              </a:rPr>
              <a:t>,</a:t>
            </a:r>
            <a:r>
              <a:rPr lang="da-DK" spc="20" dirty="0">
                <a:latin typeface="Courier New"/>
                <a:cs typeface="Courier New"/>
              </a:rPr>
              <a:t> </a:t>
            </a:r>
            <a:r>
              <a:rPr lang="da-DK" spc="-25" dirty="0">
                <a:latin typeface="Courier New"/>
                <a:cs typeface="Courier New"/>
              </a:rPr>
              <a:t>hr</a:t>
            </a:r>
            <a:endParaRPr lang="da-DK" dirty="0">
              <a:latin typeface="Courier New"/>
              <a:cs typeface="Courier New"/>
            </a:endParaRPr>
          </a:p>
          <a:p>
            <a:pPr marL="12700">
              <a:spcBef>
                <a:spcPts val="750"/>
              </a:spcBef>
            </a:pPr>
            <a:r>
              <a:rPr lang="da-DK" spc="-40" dirty="0"/>
              <a:t>Formatting</a:t>
            </a:r>
            <a:r>
              <a:rPr lang="da-DK" spc="-130" dirty="0"/>
              <a:t> </a:t>
            </a:r>
            <a:r>
              <a:rPr lang="da-DK" spc="-10" dirty="0"/>
              <a:t>Elements</a:t>
            </a:r>
          </a:p>
          <a:p>
            <a:pPr marL="193675">
              <a:spcBef>
                <a:spcPts val="730"/>
              </a:spcBef>
            </a:pPr>
            <a:r>
              <a:rPr lang="da-DK" dirty="0">
                <a:latin typeface="Courier New"/>
                <a:cs typeface="Courier New"/>
              </a:rPr>
              <a:t>em,</a:t>
            </a:r>
            <a:r>
              <a:rPr lang="da-DK" spc="-70" dirty="0">
                <a:latin typeface="Courier New"/>
                <a:cs typeface="Courier New"/>
              </a:rPr>
              <a:t> </a:t>
            </a:r>
            <a:r>
              <a:rPr lang="da-DK" dirty="0">
                <a:latin typeface="Courier New"/>
                <a:cs typeface="Courier New"/>
              </a:rPr>
              <a:t>i,</a:t>
            </a:r>
            <a:r>
              <a:rPr lang="da-DK" spc="-70" dirty="0">
                <a:latin typeface="Courier New"/>
                <a:cs typeface="Courier New"/>
              </a:rPr>
              <a:t> </a:t>
            </a:r>
            <a:r>
              <a:rPr lang="da-DK" dirty="0" err="1">
                <a:latin typeface="Courier New"/>
                <a:cs typeface="Courier New"/>
              </a:rPr>
              <a:t>strong</a:t>
            </a:r>
            <a:r>
              <a:rPr lang="da-DK" dirty="0">
                <a:latin typeface="Courier New"/>
                <a:cs typeface="Courier New"/>
              </a:rPr>
              <a:t>, b,</a:t>
            </a:r>
            <a:r>
              <a:rPr lang="da-DK" spc="-70" dirty="0">
                <a:latin typeface="Courier New"/>
                <a:cs typeface="Courier New"/>
              </a:rPr>
              <a:t> </a:t>
            </a:r>
            <a:r>
              <a:rPr lang="da-DK" dirty="0" err="1">
                <a:latin typeface="Courier New"/>
                <a:cs typeface="Courier New"/>
              </a:rPr>
              <a:t>blockquote</a:t>
            </a:r>
            <a:r>
              <a:rPr lang="da-DK" dirty="0">
                <a:latin typeface="Courier New"/>
                <a:cs typeface="Courier New"/>
              </a:rPr>
              <a:t>,</a:t>
            </a:r>
            <a:r>
              <a:rPr lang="da-DK" spc="-65" dirty="0">
                <a:latin typeface="Courier New"/>
                <a:cs typeface="Courier New"/>
              </a:rPr>
              <a:t> </a:t>
            </a:r>
            <a:r>
              <a:rPr lang="da-DK" spc="-20" dirty="0">
                <a:latin typeface="Courier New"/>
                <a:cs typeface="Courier New"/>
              </a:rPr>
              <a:t>span</a:t>
            </a:r>
            <a:endParaRPr lang="da-DK" dirty="0">
              <a:latin typeface="Courier New"/>
              <a:cs typeface="Courier New"/>
            </a:endParaRPr>
          </a:p>
          <a:p>
            <a:pPr marL="12700">
              <a:spcBef>
                <a:spcPts val="750"/>
              </a:spcBef>
            </a:pPr>
            <a:r>
              <a:rPr lang="da-DK" dirty="0"/>
              <a:t>Head</a:t>
            </a:r>
            <a:r>
              <a:rPr lang="da-DK" spc="-175" dirty="0"/>
              <a:t> </a:t>
            </a:r>
            <a:r>
              <a:rPr lang="da-DK" spc="-10" dirty="0"/>
              <a:t>Elements</a:t>
            </a:r>
          </a:p>
          <a:p>
            <a:pPr marL="193675">
              <a:spcBef>
                <a:spcPts val="730"/>
              </a:spcBef>
            </a:pPr>
            <a:r>
              <a:rPr lang="da-DK" dirty="0" err="1">
                <a:latin typeface="Courier New"/>
                <a:cs typeface="Courier New"/>
              </a:rPr>
              <a:t>title</a:t>
            </a:r>
            <a:r>
              <a:rPr lang="da-DK" dirty="0">
                <a:latin typeface="Courier New"/>
                <a:cs typeface="Courier New"/>
              </a:rPr>
              <a:t>,</a:t>
            </a:r>
            <a:r>
              <a:rPr lang="da-DK" spc="-85" dirty="0">
                <a:latin typeface="Courier New"/>
                <a:cs typeface="Courier New"/>
              </a:rPr>
              <a:t> </a:t>
            </a:r>
            <a:r>
              <a:rPr lang="da-DK" dirty="0">
                <a:latin typeface="Courier New"/>
                <a:cs typeface="Courier New"/>
              </a:rPr>
              <a:t>style,</a:t>
            </a:r>
            <a:r>
              <a:rPr lang="da-DK" spc="-15" dirty="0">
                <a:latin typeface="Courier New"/>
                <a:cs typeface="Courier New"/>
              </a:rPr>
              <a:t> </a:t>
            </a:r>
            <a:r>
              <a:rPr lang="da-DK" dirty="0">
                <a:latin typeface="Courier New"/>
                <a:cs typeface="Courier New"/>
              </a:rPr>
              <a:t>link,</a:t>
            </a:r>
            <a:r>
              <a:rPr lang="da-DK" spc="-15" dirty="0">
                <a:latin typeface="Courier New"/>
                <a:cs typeface="Courier New"/>
              </a:rPr>
              <a:t> </a:t>
            </a:r>
            <a:r>
              <a:rPr lang="da-DK" dirty="0">
                <a:latin typeface="Courier New"/>
                <a:cs typeface="Courier New"/>
              </a:rPr>
              <a:t>script,</a:t>
            </a:r>
            <a:r>
              <a:rPr lang="da-DK" spc="-85" dirty="0">
                <a:latin typeface="Courier New"/>
                <a:cs typeface="Courier New"/>
              </a:rPr>
              <a:t> </a:t>
            </a:r>
            <a:r>
              <a:rPr lang="da-DK" dirty="0">
                <a:latin typeface="Courier New"/>
                <a:cs typeface="Courier New"/>
              </a:rPr>
              <a:t>base,</a:t>
            </a:r>
            <a:r>
              <a:rPr lang="da-DK" spc="-80" dirty="0">
                <a:latin typeface="Courier New"/>
                <a:cs typeface="Courier New"/>
              </a:rPr>
              <a:t> </a:t>
            </a:r>
            <a:r>
              <a:rPr lang="da-DK" spc="-20" dirty="0" err="1">
                <a:latin typeface="Courier New"/>
                <a:cs typeface="Courier New"/>
              </a:rPr>
              <a:t>meta</a:t>
            </a:r>
            <a:endParaRPr lang="da-DK" dirty="0">
              <a:latin typeface="Courier New"/>
              <a:cs typeface="Courier New"/>
            </a:endParaRPr>
          </a:p>
        </p:txBody>
      </p:sp>
    </p:spTree>
    <p:extLst>
      <p:ext uri="{BB962C8B-B14F-4D97-AF65-F5344CB8AC3E}">
        <p14:creationId xmlns:p14="http://schemas.microsoft.com/office/powerpoint/2010/main" val="1870096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63160-063F-CFAC-5F80-13BBBBF47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41D1C-90BE-7DE6-D1E2-A0FA88D905B7}"/>
              </a:ext>
            </a:extLst>
          </p:cNvPr>
          <p:cNvSpPr>
            <a:spLocks noGrp="1"/>
          </p:cNvSpPr>
          <p:nvPr>
            <p:ph type="title"/>
          </p:nvPr>
        </p:nvSpPr>
        <p:spPr/>
        <p:txBody>
          <a:bodyPr/>
          <a:lstStyle/>
          <a:p>
            <a:r>
              <a:rPr lang="da-DK" dirty="0"/>
              <a:t>HTML element </a:t>
            </a:r>
            <a:r>
              <a:rPr lang="da-DK" spc="-10" dirty="0" err="1"/>
              <a:t>attributes</a:t>
            </a:r>
            <a:endParaRPr lang="da-DK" dirty="0"/>
          </a:p>
        </p:txBody>
      </p:sp>
      <p:sp>
        <p:nvSpPr>
          <p:cNvPr id="7" name="Content Placeholder 6">
            <a:extLst>
              <a:ext uri="{FF2B5EF4-FFF2-40B4-BE49-F238E27FC236}">
                <a16:creationId xmlns:a16="http://schemas.microsoft.com/office/drawing/2014/main" id="{A106AC29-C988-66B1-F0DF-E87CF7D7B531}"/>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F504569B-DE13-B097-0017-9C013D1E7B10}"/>
              </a:ext>
            </a:extLst>
          </p:cNvPr>
          <p:cNvSpPr txBox="1"/>
          <p:nvPr/>
        </p:nvSpPr>
        <p:spPr>
          <a:xfrm>
            <a:off x="917575" y="2145111"/>
            <a:ext cx="7588884" cy="2018664"/>
          </a:xfrm>
          <a:prstGeom prst="rect">
            <a:avLst/>
          </a:prstGeom>
        </p:spPr>
        <p:txBody>
          <a:bodyPr vert="horz" wrap="square" lIns="0" tIns="11430" rIns="0" bIns="0" rtlCol="0">
            <a:spAutoFit/>
          </a:bodyPr>
          <a:lstStyle/>
          <a:p>
            <a:pPr marL="12700" marR="5080">
              <a:lnSpc>
                <a:spcPct val="122900"/>
              </a:lnSpc>
              <a:spcBef>
                <a:spcPts val="90"/>
              </a:spcBef>
            </a:pPr>
            <a:r>
              <a:rPr sz="2750" spc="-10" dirty="0">
                <a:latin typeface="Aptos (Body)"/>
                <a:cs typeface="Gill Sans MT"/>
              </a:rPr>
              <a:t>They</a:t>
            </a:r>
            <a:r>
              <a:rPr sz="2750" spc="-175" dirty="0">
                <a:latin typeface="Aptos (Body)"/>
                <a:cs typeface="Gill Sans MT"/>
              </a:rPr>
              <a:t> </a:t>
            </a:r>
            <a:r>
              <a:rPr sz="2750" spc="-25" dirty="0">
                <a:latin typeface="Aptos (Body)"/>
                <a:cs typeface="Gill Sans MT"/>
              </a:rPr>
              <a:t>provide</a:t>
            </a:r>
            <a:r>
              <a:rPr sz="2750" spc="-85" dirty="0">
                <a:latin typeface="Aptos (Body)"/>
                <a:cs typeface="Gill Sans MT"/>
              </a:rPr>
              <a:t> </a:t>
            </a:r>
            <a:r>
              <a:rPr sz="2750" spc="-45" dirty="0">
                <a:latin typeface="Aptos (Body)"/>
                <a:cs typeface="Gill Sans MT"/>
              </a:rPr>
              <a:t>additional</a:t>
            </a:r>
            <a:r>
              <a:rPr sz="2750" spc="-130" dirty="0">
                <a:latin typeface="Aptos (Body)"/>
                <a:cs typeface="Gill Sans MT"/>
              </a:rPr>
              <a:t> </a:t>
            </a:r>
            <a:r>
              <a:rPr sz="2750" spc="-30" dirty="0">
                <a:latin typeface="Aptos (Body)"/>
                <a:cs typeface="Gill Sans MT"/>
              </a:rPr>
              <a:t>information</a:t>
            </a:r>
            <a:r>
              <a:rPr sz="2750" spc="-85" dirty="0">
                <a:latin typeface="Aptos (Body)"/>
                <a:cs typeface="Gill Sans MT"/>
              </a:rPr>
              <a:t> </a:t>
            </a:r>
            <a:r>
              <a:rPr sz="2750" dirty="0">
                <a:latin typeface="Aptos (Body)"/>
                <a:cs typeface="Gill Sans MT"/>
              </a:rPr>
              <a:t>about</a:t>
            </a:r>
            <a:r>
              <a:rPr sz="2750" spc="-100" dirty="0">
                <a:latin typeface="Aptos (Body)"/>
                <a:cs typeface="Gill Sans MT"/>
              </a:rPr>
              <a:t> </a:t>
            </a:r>
            <a:r>
              <a:rPr sz="2750" dirty="0">
                <a:latin typeface="Aptos (Body)"/>
                <a:cs typeface="Gill Sans MT"/>
              </a:rPr>
              <a:t>the</a:t>
            </a:r>
            <a:r>
              <a:rPr sz="2750" spc="-145" dirty="0">
                <a:latin typeface="Aptos (Body)"/>
                <a:cs typeface="Gill Sans MT"/>
              </a:rPr>
              <a:t> </a:t>
            </a:r>
            <a:r>
              <a:rPr sz="2750" spc="-10" dirty="0">
                <a:latin typeface="Aptos (Body)"/>
                <a:cs typeface="Gill Sans MT"/>
              </a:rPr>
              <a:t>element </a:t>
            </a:r>
            <a:r>
              <a:rPr sz="2750" dirty="0">
                <a:latin typeface="Aptos (Body)"/>
                <a:cs typeface="Gill Sans MT"/>
              </a:rPr>
              <a:t>An</a:t>
            </a:r>
            <a:r>
              <a:rPr sz="2750" spc="-135" dirty="0">
                <a:latin typeface="Aptos (Body)"/>
                <a:cs typeface="Gill Sans MT"/>
              </a:rPr>
              <a:t> </a:t>
            </a:r>
            <a:r>
              <a:rPr sz="2750" spc="-10" dirty="0">
                <a:latin typeface="Aptos (Body)"/>
                <a:cs typeface="Gill Sans MT"/>
              </a:rPr>
              <a:t>element</a:t>
            </a:r>
            <a:r>
              <a:rPr sz="2750" spc="-20" dirty="0">
                <a:latin typeface="Aptos (Body)"/>
                <a:cs typeface="Gill Sans MT"/>
              </a:rPr>
              <a:t> </a:t>
            </a:r>
            <a:r>
              <a:rPr sz="2750" dirty="0">
                <a:latin typeface="Aptos (Body)"/>
                <a:cs typeface="Gill Sans MT"/>
              </a:rPr>
              <a:t>can</a:t>
            </a:r>
            <a:r>
              <a:rPr sz="2750" spc="-70" dirty="0">
                <a:latin typeface="Aptos (Body)"/>
                <a:cs typeface="Gill Sans MT"/>
              </a:rPr>
              <a:t> </a:t>
            </a:r>
            <a:r>
              <a:rPr sz="2750" dirty="0">
                <a:latin typeface="Aptos (Body)"/>
                <a:cs typeface="Gill Sans MT"/>
              </a:rPr>
              <a:t>have</a:t>
            </a:r>
            <a:r>
              <a:rPr sz="2750" spc="-70" dirty="0">
                <a:latin typeface="Aptos (Body)"/>
                <a:cs typeface="Gill Sans MT"/>
              </a:rPr>
              <a:t> </a:t>
            </a:r>
            <a:r>
              <a:rPr sz="2750" dirty="0">
                <a:latin typeface="Aptos (Body)"/>
                <a:cs typeface="Gill Sans MT"/>
              </a:rPr>
              <a:t>0</a:t>
            </a:r>
            <a:r>
              <a:rPr sz="2750" spc="-100" dirty="0">
                <a:latin typeface="Aptos (Body)"/>
                <a:cs typeface="Gill Sans MT"/>
              </a:rPr>
              <a:t> </a:t>
            </a:r>
            <a:r>
              <a:rPr sz="2750" dirty="0">
                <a:latin typeface="Aptos (Body)"/>
                <a:cs typeface="Gill Sans MT"/>
              </a:rPr>
              <a:t>to</a:t>
            </a:r>
            <a:r>
              <a:rPr sz="2750" spc="-55" dirty="0">
                <a:latin typeface="Aptos (Body)"/>
                <a:cs typeface="Gill Sans MT"/>
              </a:rPr>
              <a:t> </a:t>
            </a:r>
            <a:r>
              <a:rPr sz="2750" dirty="0">
                <a:latin typeface="Aptos (Body)"/>
                <a:cs typeface="Gill Sans MT"/>
              </a:rPr>
              <a:t>n</a:t>
            </a:r>
            <a:r>
              <a:rPr sz="2750" spc="-135" dirty="0">
                <a:latin typeface="Aptos (Body)"/>
                <a:cs typeface="Gill Sans MT"/>
              </a:rPr>
              <a:t> </a:t>
            </a:r>
            <a:r>
              <a:rPr sz="2750" spc="-10" dirty="0">
                <a:latin typeface="Aptos (Body)"/>
                <a:cs typeface="Gill Sans MT"/>
              </a:rPr>
              <a:t>attributes</a:t>
            </a:r>
            <a:endParaRPr sz="2750" dirty="0">
              <a:latin typeface="Aptos (Body)"/>
              <a:cs typeface="Gill Sans MT"/>
            </a:endParaRPr>
          </a:p>
          <a:p>
            <a:pPr>
              <a:lnSpc>
                <a:spcPct val="100000"/>
              </a:lnSpc>
              <a:spcBef>
                <a:spcPts val="1520"/>
              </a:spcBef>
            </a:pPr>
            <a:endParaRPr sz="2750" dirty="0">
              <a:latin typeface="Gill Sans MT"/>
              <a:cs typeface="Gill Sans MT"/>
            </a:endParaRPr>
          </a:p>
          <a:p>
            <a:pPr marL="12700">
              <a:lnSpc>
                <a:spcPct val="100000"/>
              </a:lnSpc>
            </a:pPr>
            <a:r>
              <a:rPr sz="2400" dirty="0">
                <a:latin typeface="Courier New"/>
                <a:cs typeface="Courier New"/>
              </a:rPr>
              <a:t>&lt;div</a:t>
            </a:r>
            <a:r>
              <a:rPr sz="2400" spc="-80" dirty="0">
                <a:latin typeface="Courier New"/>
                <a:cs typeface="Courier New"/>
              </a:rPr>
              <a:t> </a:t>
            </a:r>
            <a:r>
              <a:rPr sz="2400" b="1" dirty="0">
                <a:latin typeface="Courier New"/>
                <a:cs typeface="Courier New"/>
              </a:rPr>
              <a:t>id='header'</a:t>
            </a:r>
            <a:r>
              <a:rPr sz="2400" b="1" spc="-60" dirty="0">
                <a:latin typeface="Courier New"/>
                <a:cs typeface="Courier New"/>
              </a:rPr>
              <a:t> </a:t>
            </a:r>
            <a:r>
              <a:rPr sz="2400" b="1" dirty="0">
                <a:latin typeface="Courier New"/>
                <a:cs typeface="Courier New"/>
              </a:rPr>
              <a:t>…</a:t>
            </a:r>
            <a:r>
              <a:rPr sz="2400" dirty="0">
                <a:latin typeface="Courier New"/>
                <a:cs typeface="Courier New"/>
              </a:rPr>
              <a:t>&gt;</a:t>
            </a:r>
            <a:r>
              <a:rPr sz="2400" spc="-60" dirty="0">
                <a:latin typeface="Courier New"/>
                <a:cs typeface="Courier New"/>
              </a:rPr>
              <a:t> </a:t>
            </a:r>
            <a:r>
              <a:rPr sz="2400" dirty="0">
                <a:latin typeface="Courier New"/>
                <a:cs typeface="Courier New"/>
              </a:rPr>
              <a:t>…</a:t>
            </a:r>
            <a:r>
              <a:rPr sz="2400" spc="20" dirty="0">
                <a:latin typeface="Courier New"/>
                <a:cs typeface="Courier New"/>
              </a:rPr>
              <a:t> </a:t>
            </a:r>
            <a:r>
              <a:rPr sz="2400" spc="-10" dirty="0">
                <a:latin typeface="Courier New"/>
                <a:cs typeface="Courier New"/>
              </a:rPr>
              <a:t>&lt;/div&gt;</a:t>
            </a:r>
            <a:endParaRPr sz="2400" dirty="0">
              <a:latin typeface="Courier New"/>
              <a:cs typeface="Courier New"/>
            </a:endParaRPr>
          </a:p>
        </p:txBody>
      </p:sp>
      <p:sp>
        <p:nvSpPr>
          <p:cNvPr id="8" name="object 4">
            <a:extLst>
              <a:ext uri="{FF2B5EF4-FFF2-40B4-BE49-F238E27FC236}">
                <a16:creationId xmlns:a16="http://schemas.microsoft.com/office/drawing/2014/main" id="{0D121DDC-B8EE-9948-EEAD-A55BE1F6C362}"/>
              </a:ext>
            </a:extLst>
          </p:cNvPr>
          <p:cNvSpPr/>
          <p:nvPr/>
        </p:nvSpPr>
        <p:spPr>
          <a:xfrm>
            <a:off x="1243012" y="4707001"/>
            <a:ext cx="3572510" cy="790575"/>
          </a:xfrm>
          <a:custGeom>
            <a:avLst/>
            <a:gdLst/>
            <a:ahLst/>
            <a:cxnLst/>
            <a:rect l="l" t="t" r="r" b="b"/>
            <a:pathLst>
              <a:path w="3572510" h="790575">
                <a:moveTo>
                  <a:pt x="0" y="131699"/>
                </a:moveTo>
                <a:lnTo>
                  <a:pt x="6717" y="90058"/>
                </a:lnTo>
                <a:lnTo>
                  <a:pt x="25422" y="53903"/>
                </a:lnTo>
                <a:lnTo>
                  <a:pt x="53945" y="25400"/>
                </a:lnTo>
                <a:lnTo>
                  <a:pt x="90115" y="6710"/>
                </a:lnTo>
                <a:lnTo>
                  <a:pt x="131762" y="0"/>
                </a:lnTo>
                <a:lnTo>
                  <a:pt x="3440112" y="0"/>
                </a:lnTo>
                <a:lnTo>
                  <a:pt x="3481766" y="6710"/>
                </a:lnTo>
                <a:lnTo>
                  <a:pt x="3517952" y="25400"/>
                </a:lnTo>
                <a:lnTo>
                  <a:pt x="3546493" y="53903"/>
                </a:lnTo>
                <a:lnTo>
                  <a:pt x="3565214" y="90058"/>
                </a:lnTo>
                <a:lnTo>
                  <a:pt x="3571938" y="131699"/>
                </a:lnTo>
                <a:lnTo>
                  <a:pt x="3571938" y="658749"/>
                </a:lnTo>
                <a:lnTo>
                  <a:pt x="3565214" y="700402"/>
                </a:lnTo>
                <a:lnTo>
                  <a:pt x="3546493" y="736588"/>
                </a:lnTo>
                <a:lnTo>
                  <a:pt x="3517952" y="765130"/>
                </a:lnTo>
                <a:lnTo>
                  <a:pt x="3481766" y="783851"/>
                </a:lnTo>
                <a:lnTo>
                  <a:pt x="3440112" y="790575"/>
                </a:lnTo>
                <a:lnTo>
                  <a:pt x="131762" y="790575"/>
                </a:lnTo>
                <a:lnTo>
                  <a:pt x="90115" y="783851"/>
                </a:lnTo>
                <a:lnTo>
                  <a:pt x="53945" y="765130"/>
                </a:lnTo>
                <a:lnTo>
                  <a:pt x="25422" y="736588"/>
                </a:lnTo>
                <a:lnTo>
                  <a:pt x="6717" y="700402"/>
                </a:lnTo>
                <a:lnTo>
                  <a:pt x="0" y="658749"/>
                </a:lnTo>
                <a:lnTo>
                  <a:pt x="0" y="131699"/>
                </a:lnTo>
                <a:close/>
              </a:path>
            </a:pathLst>
          </a:custGeom>
          <a:ln w="12700">
            <a:solidFill>
              <a:srgbClr val="000000"/>
            </a:solidFill>
          </a:ln>
        </p:spPr>
        <p:txBody>
          <a:bodyPr wrap="square" lIns="0" tIns="0" rIns="0" bIns="0" rtlCol="0"/>
          <a:lstStyle/>
          <a:p>
            <a:endParaRPr/>
          </a:p>
        </p:txBody>
      </p:sp>
      <p:sp>
        <p:nvSpPr>
          <p:cNvPr id="10" name="object 5">
            <a:extLst>
              <a:ext uri="{FF2B5EF4-FFF2-40B4-BE49-F238E27FC236}">
                <a16:creationId xmlns:a16="http://schemas.microsoft.com/office/drawing/2014/main" id="{3E9D4559-2624-276F-3644-E4589CEE365B}"/>
              </a:ext>
            </a:extLst>
          </p:cNvPr>
          <p:cNvSpPr txBox="1"/>
          <p:nvPr/>
        </p:nvSpPr>
        <p:spPr>
          <a:xfrm>
            <a:off x="1458594" y="4871402"/>
            <a:ext cx="312293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ourier New"/>
                <a:cs typeface="Courier New"/>
              </a:rPr>
              <a:t>&lt;div</a:t>
            </a:r>
            <a:r>
              <a:rPr sz="2400" spc="-90" dirty="0">
                <a:latin typeface="Courier New"/>
                <a:cs typeface="Courier New"/>
              </a:rPr>
              <a:t> </a:t>
            </a:r>
            <a:r>
              <a:rPr sz="2400" spc="-10" dirty="0">
                <a:latin typeface="Courier New"/>
                <a:cs typeface="Courier New"/>
              </a:rPr>
              <a:t>id='header'&gt;</a:t>
            </a:r>
            <a:endParaRPr sz="2400" dirty="0">
              <a:latin typeface="Courier New"/>
              <a:cs typeface="Courier New"/>
            </a:endParaRPr>
          </a:p>
        </p:txBody>
      </p:sp>
      <p:sp>
        <p:nvSpPr>
          <p:cNvPr id="12" name="object 6">
            <a:extLst>
              <a:ext uri="{FF2B5EF4-FFF2-40B4-BE49-F238E27FC236}">
                <a16:creationId xmlns:a16="http://schemas.microsoft.com/office/drawing/2014/main" id="{185350DC-42DB-DB5B-B803-3D856ED81DF6}"/>
              </a:ext>
            </a:extLst>
          </p:cNvPr>
          <p:cNvSpPr/>
          <p:nvPr/>
        </p:nvSpPr>
        <p:spPr>
          <a:xfrm>
            <a:off x="8539226" y="4659376"/>
            <a:ext cx="1571625" cy="790575"/>
          </a:xfrm>
          <a:custGeom>
            <a:avLst/>
            <a:gdLst/>
            <a:ahLst/>
            <a:cxnLst/>
            <a:rect l="l" t="t" r="r" b="b"/>
            <a:pathLst>
              <a:path w="1571625" h="790575">
                <a:moveTo>
                  <a:pt x="0" y="131699"/>
                </a:moveTo>
                <a:lnTo>
                  <a:pt x="6710" y="90058"/>
                </a:lnTo>
                <a:lnTo>
                  <a:pt x="25400" y="53903"/>
                </a:lnTo>
                <a:lnTo>
                  <a:pt x="53903" y="25400"/>
                </a:lnTo>
                <a:lnTo>
                  <a:pt x="90058" y="6710"/>
                </a:lnTo>
                <a:lnTo>
                  <a:pt x="131699" y="0"/>
                </a:lnTo>
                <a:lnTo>
                  <a:pt x="1439799" y="0"/>
                </a:lnTo>
                <a:lnTo>
                  <a:pt x="1481452" y="6710"/>
                </a:lnTo>
                <a:lnTo>
                  <a:pt x="1517638" y="25400"/>
                </a:lnTo>
                <a:lnTo>
                  <a:pt x="1546180" y="53903"/>
                </a:lnTo>
                <a:lnTo>
                  <a:pt x="1564901" y="90058"/>
                </a:lnTo>
                <a:lnTo>
                  <a:pt x="1571625" y="131699"/>
                </a:lnTo>
                <a:lnTo>
                  <a:pt x="1571625" y="658749"/>
                </a:lnTo>
                <a:lnTo>
                  <a:pt x="1564901" y="700402"/>
                </a:lnTo>
                <a:lnTo>
                  <a:pt x="1546180" y="736588"/>
                </a:lnTo>
                <a:lnTo>
                  <a:pt x="1517638" y="765130"/>
                </a:lnTo>
                <a:lnTo>
                  <a:pt x="1481452" y="783851"/>
                </a:lnTo>
                <a:lnTo>
                  <a:pt x="1439799" y="790575"/>
                </a:lnTo>
                <a:lnTo>
                  <a:pt x="131699" y="790575"/>
                </a:lnTo>
                <a:lnTo>
                  <a:pt x="90058" y="783851"/>
                </a:lnTo>
                <a:lnTo>
                  <a:pt x="53903" y="765130"/>
                </a:lnTo>
                <a:lnTo>
                  <a:pt x="25399" y="736588"/>
                </a:lnTo>
                <a:lnTo>
                  <a:pt x="6710" y="700402"/>
                </a:lnTo>
                <a:lnTo>
                  <a:pt x="0" y="658749"/>
                </a:lnTo>
                <a:lnTo>
                  <a:pt x="0" y="131699"/>
                </a:lnTo>
                <a:close/>
              </a:path>
            </a:pathLst>
          </a:custGeom>
          <a:ln w="12700">
            <a:solidFill>
              <a:srgbClr val="000000"/>
            </a:solidFill>
          </a:ln>
        </p:spPr>
        <p:txBody>
          <a:bodyPr wrap="square" lIns="0" tIns="0" rIns="0" bIns="0" rtlCol="0"/>
          <a:lstStyle/>
          <a:p>
            <a:endParaRPr/>
          </a:p>
        </p:txBody>
      </p:sp>
      <p:sp>
        <p:nvSpPr>
          <p:cNvPr id="14" name="object 7">
            <a:extLst>
              <a:ext uri="{FF2B5EF4-FFF2-40B4-BE49-F238E27FC236}">
                <a16:creationId xmlns:a16="http://schemas.microsoft.com/office/drawing/2014/main" id="{5A0E55AA-C2E8-8F9D-1667-C9173C0E73B5}"/>
              </a:ext>
            </a:extLst>
          </p:cNvPr>
          <p:cNvSpPr txBox="1"/>
          <p:nvPr/>
        </p:nvSpPr>
        <p:spPr>
          <a:xfrm>
            <a:off x="8761094" y="4819713"/>
            <a:ext cx="111315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&lt;/div&gt;</a:t>
            </a:r>
            <a:endParaRPr sz="2400">
              <a:latin typeface="Courier New"/>
              <a:cs typeface="Courier New"/>
            </a:endParaRPr>
          </a:p>
        </p:txBody>
      </p:sp>
      <p:sp>
        <p:nvSpPr>
          <p:cNvPr id="16" name="object 8">
            <a:extLst>
              <a:ext uri="{FF2B5EF4-FFF2-40B4-BE49-F238E27FC236}">
                <a16:creationId xmlns:a16="http://schemas.microsoft.com/office/drawing/2014/main" id="{C18DF5B7-0291-9F5B-BE24-FE3C5A2C6E8D}"/>
              </a:ext>
            </a:extLst>
          </p:cNvPr>
          <p:cNvSpPr/>
          <p:nvPr/>
        </p:nvSpPr>
        <p:spPr>
          <a:xfrm>
            <a:off x="5415026" y="4707001"/>
            <a:ext cx="2362200" cy="790575"/>
          </a:xfrm>
          <a:custGeom>
            <a:avLst/>
            <a:gdLst/>
            <a:ahLst/>
            <a:cxnLst/>
            <a:rect l="l" t="t" r="r" b="b"/>
            <a:pathLst>
              <a:path w="2362200" h="790575">
                <a:moveTo>
                  <a:pt x="0" y="131699"/>
                </a:moveTo>
                <a:lnTo>
                  <a:pt x="6710" y="90058"/>
                </a:lnTo>
                <a:lnTo>
                  <a:pt x="25400" y="53903"/>
                </a:lnTo>
                <a:lnTo>
                  <a:pt x="53903" y="25400"/>
                </a:lnTo>
                <a:lnTo>
                  <a:pt x="90058" y="6710"/>
                </a:lnTo>
                <a:lnTo>
                  <a:pt x="131699" y="0"/>
                </a:lnTo>
                <a:lnTo>
                  <a:pt x="2230374" y="0"/>
                </a:lnTo>
                <a:lnTo>
                  <a:pt x="2272027" y="6710"/>
                </a:lnTo>
                <a:lnTo>
                  <a:pt x="2308213" y="25400"/>
                </a:lnTo>
                <a:lnTo>
                  <a:pt x="2336755" y="53903"/>
                </a:lnTo>
                <a:lnTo>
                  <a:pt x="2355476" y="90058"/>
                </a:lnTo>
                <a:lnTo>
                  <a:pt x="2362200" y="131699"/>
                </a:lnTo>
                <a:lnTo>
                  <a:pt x="2362200" y="658749"/>
                </a:lnTo>
                <a:lnTo>
                  <a:pt x="2355476" y="700402"/>
                </a:lnTo>
                <a:lnTo>
                  <a:pt x="2336755" y="736588"/>
                </a:lnTo>
                <a:lnTo>
                  <a:pt x="2308213" y="765130"/>
                </a:lnTo>
                <a:lnTo>
                  <a:pt x="2272027" y="783851"/>
                </a:lnTo>
                <a:lnTo>
                  <a:pt x="2230374" y="790575"/>
                </a:lnTo>
                <a:lnTo>
                  <a:pt x="131699" y="790575"/>
                </a:lnTo>
                <a:lnTo>
                  <a:pt x="90058" y="783851"/>
                </a:lnTo>
                <a:lnTo>
                  <a:pt x="53903" y="765130"/>
                </a:lnTo>
                <a:lnTo>
                  <a:pt x="25400" y="736588"/>
                </a:lnTo>
                <a:lnTo>
                  <a:pt x="6710" y="700402"/>
                </a:lnTo>
                <a:lnTo>
                  <a:pt x="0" y="658749"/>
                </a:lnTo>
                <a:lnTo>
                  <a:pt x="0" y="131699"/>
                </a:lnTo>
                <a:close/>
              </a:path>
            </a:pathLst>
          </a:custGeom>
          <a:ln w="12700">
            <a:solidFill>
              <a:srgbClr val="000000"/>
            </a:solidFill>
          </a:ln>
        </p:spPr>
        <p:txBody>
          <a:bodyPr wrap="square" lIns="0" tIns="0" rIns="0" bIns="0" rtlCol="0"/>
          <a:lstStyle/>
          <a:p>
            <a:endParaRPr/>
          </a:p>
        </p:txBody>
      </p:sp>
      <p:sp>
        <p:nvSpPr>
          <p:cNvPr id="18" name="object 9">
            <a:extLst>
              <a:ext uri="{FF2B5EF4-FFF2-40B4-BE49-F238E27FC236}">
                <a16:creationId xmlns:a16="http://schemas.microsoft.com/office/drawing/2014/main" id="{BE509D51-342C-A3F2-53C3-F900EC2EE53C}"/>
              </a:ext>
            </a:extLst>
          </p:cNvPr>
          <p:cNvSpPr txBox="1"/>
          <p:nvPr/>
        </p:nvSpPr>
        <p:spPr>
          <a:xfrm>
            <a:off x="6309740" y="4871402"/>
            <a:ext cx="568325" cy="391795"/>
          </a:xfrm>
          <a:prstGeom prst="rect">
            <a:avLst/>
          </a:prstGeom>
        </p:spPr>
        <p:txBody>
          <a:bodyPr vert="horz" wrap="square" lIns="0" tIns="12700" rIns="0" bIns="0" rtlCol="0">
            <a:spAutoFit/>
          </a:bodyPr>
          <a:lstStyle/>
          <a:p>
            <a:pPr marL="12700">
              <a:lnSpc>
                <a:spcPct val="100000"/>
              </a:lnSpc>
              <a:spcBef>
                <a:spcPts val="100"/>
              </a:spcBef>
            </a:pPr>
            <a:r>
              <a:rPr sz="2400" spc="-25" dirty="0">
                <a:latin typeface="Courier New"/>
                <a:cs typeface="Courier New"/>
              </a:rPr>
              <a:t>...</a:t>
            </a:r>
            <a:endParaRPr sz="2400">
              <a:latin typeface="Courier New"/>
              <a:cs typeface="Courier New"/>
            </a:endParaRPr>
          </a:p>
        </p:txBody>
      </p:sp>
      <p:sp>
        <p:nvSpPr>
          <p:cNvPr id="20" name="object 10">
            <a:extLst>
              <a:ext uri="{FF2B5EF4-FFF2-40B4-BE49-F238E27FC236}">
                <a16:creationId xmlns:a16="http://schemas.microsoft.com/office/drawing/2014/main" id="{256EF27F-8686-AFCA-9690-1BEDB87ADD7F}"/>
              </a:ext>
            </a:extLst>
          </p:cNvPr>
          <p:cNvSpPr txBox="1"/>
          <p:nvPr/>
        </p:nvSpPr>
        <p:spPr>
          <a:xfrm>
            <a:off x="962660" y="5586031"/>
            <a:ext cx="1249680" cy="448945"/>
          </a:xfrm>
          <a:prstGeom prst="rect">
            <a:avLst/>
          </a:prstGeom>
        </p:spPr>
        <p:txBody>
          <a:bodyPr vert="horz" wrap="square" lIns="0" tIns="15875" rIns="0" bIns="0" rtlCol="0">
            <a:spAutoFit/>
          </a:bodyPr>
          <a:lstStyle/>
          <a:p>
            <a:pPr marL="12700">
              <a:lnSpc>
                <a:spcPct val="100000"/>
              </a:lnSpc>
              <a:spcBef>
                <a:spcPts val="125"/>
              </a:spcBef>
            </a:pPr>
            <a:r>
              <a:rPr sz="2750" spc="-10" dirty="0">
                <a:latin typeface="Aptos (Body)"/>
                <a:cs typeface="Gill Sans MT"/>
              </a:rPr>
              <a:t>Start</a:t>
            </a:r>
            <a:r>
              <a:rPr sz="2750" spc="-165" dirty="0">
                <a:latin typeface="Aptos (Body)"/>
                <a:cs typeface="Gill Sans MT"/>
              </a:rPr>
              <a:t> </a:t>
            </a:r>
            <a:r>
              <a:rPr sz="2750" spc="-80" dirty="0">
                <a:latin typeface="Aptos (Body)"/>
                <a:cs typeface="Gill Sans MT"/>
              </a:rPr>
              <a:t>Tag</a:t>
            </a:r>
            <a:endParaRPr sz="2750" dirty="0">
              <a:latin typeface="Aptos (Body)"/>
              <a:cs typeface="Gill Sans MT"/>
            </a:endParaRPr>
          </a:p>
        </p:txBody>
      </p:sp>
      <p:sp>
        <p:nvSpPr>
          <p:cNvPr id="22" name="object 11">
            <a:extLst>
              <a:ext uri="{FF2B5EF4-FFF2-40B4-BE49-F238E27FC236}">
                <a16:creationId xmlns:a16="http://schemas.microsoft.com/office/drawing/2014/main" id="{FF2108B7-C363-F56C-6C1B-AC8F94866B2D}"/>
              </a:ext>
            </a:extLst>
          </p:cNvPr>
          <p:cNvSpPr txBox="1"/>
          <p:nvPr/>
        </p:nvSpPr>
        <p:spPr>
          <a:xfrm>
            <a:off x="2630804" y="5494737"/>
            <a:ext cx="1950720" cy="1020216"/>
          </a:xfrm>
          <a:prstGeom prst="rect">
            <a:avLst/>
          </a:prstGeom>
        </p:spPr>
        <p:txBody>
          <a:bodyPr vert="horz" wrap="square" lIns="0" tIns="11430" rIns="0" bIns="0" rtlCol="0">
            <a:spAutoFit/>
          </a:bodyPr>
          <a:lstStyle/>
          <a:p>
            <a:pPr marL="12700" marR="5080" indent="152400">
              <a:lnSpc>
                <a:spcPct val="122900"/>
              </a:lnSpc>
              <a:spcBef>
                <a:spcPts val="90"/>
              </a:spcBef>
            </a:pPr>
            <a:r>
              <a:rPr sz="2750" spc="-10" dirty="0">
                <a:latin typeface="Aptos (Body)"/>
                <a:cs typeface="Gill Sans MT"/>
              </a:rPr>
              <a:t>Attribute </a:t>
            </a:r>
            <a:r>
              <a:rPr sz="2750" spc="-65" dirty="0">
                <a:latin typeface="Aptos (Body)"/>
                <a:cs typeface="Gill Sans MT"/>
              </a:rPr>
              <a:t>name=value</a:t>
            </a:r>
            <a:endParaRPr sz="2750" dirty="0">
              <a:latin typeface="Aptos (Body)"/>
              <a:cs typeface="Gill Sans MT"/>
            </a:endParaRPr>
          </a:p>
        </p:txBody>
      </p:sp>
      <p:sp>
        <p:nvSpPr>
          <p:cNvPr id="24" name="object 12">
            <a:extLst>
              <a:ext uri="{FF2B5EF4-FFF2-40B4-BE49-F238E27FC236}">
                <a16:creationId xmlns:a16="http://schemas.microsoft.com/office/drawing/2014/main" id="{4B270534-A45F-0329-F4FD-7725EBFFDE7B}"/>
              </a:ext>
            </a:extLst>
          </p:cNvPr>
          <p:cNvSpPr txBox="1"/>
          <p:nvPr/>
        </p:nvSpPr>
        <p:spPr>
          <a:xfrm>
            <a:off x="5958458" y="5586031"/>
            <a:ext cx="1515491" cy="439223"/>
          </a:xfrm>
          <a:prstGeom prst="rect">
            <a:avLst/>
          </a:prstGeom>
        </p:spPr>
        <p:txBody>
          <a:bodyPr vert="horz" wrap="square" lIns="0" tIns="15875" rIns="0" bIns="0" rtlCol="0">
            <a:spAutoFit/>
          </a:bodyPr>
          <a:lstStyle/>
          <a:p>
            <a:pPr marL="12700">
              <a:lnSpc>
                <a:spcPct val="100000"/>
              </a:lnSpc>
              <a:spcBef>
                <a:spcPts val="125"/>
              </a:spcBef>
            </a:pPr>
            <a:r>
              <a:rPr sz="2750" spc="-40" dirty="0">
                <a:latin typeface="Aptos (Body)"/>
                <a:cs typeface="Gill Sans MT"/>
              </a:rPr>
              <a:t>Content</a:t>
            </a:r>
            <a:endParaRPr sz="2750" dirty="0">
              <a:latin typeface="Aptos (Body)"/>
              <a:cs typeface="Gill Sans MT"/>
            </a:endParaRPr>
          </a:p>
        </p:txBody>
      </p:sp>
      <p:sp>
        <p:nvSpPr>
          <p:cNvPr id="26" name="object 13">
            <a:extLst>
              <a:ext uri="{FF2B5EF4-FFF2-40B4-BE49-F238E27FC236}">
                <a16:creationId xmlns:a16="http://schemas.microsoft.com/office/drawing/2014/main" id="{FFA789C7-D2CF-7D21-BEFD-C1A20EE31B37}"/>
              </a:ext>
            </a:extLst>
          </p:cNvPr>
          <p:cNvSpPr txBox="1"/>
          <p:nvPr/>
        </p:nvSpPr>
        <p:spPr>
          <a:xfrm>
            <a:off x="8621140" y="5586031"/>
            <a:ext cx="1640459" cy="439223"/>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End</a:t>
            </a:r>
            <a:r>
              <a:rPr sz="2750" spc="-80" dirty="0">
                <a:latin typeface="Aptos (Body)"/>
                <a:cs typeface="Gill Sans MT"/>
              </a:rPr>
              <a:t> </a:t>
            </a:r>
            <a:r>
              <a:rPr sz="2750" spc="-85" dirty="0">
                <a:latin typeface="Aptos (Body)"/>
                <a:cs typeface="Gill Sans MT"/>
              </a:rPr>
              <a:t>Tag</a:t>
            </a:r>
            <a:endParaRPr sz="2750" dirty="0">
              <a:latin typeface="Aptos (Body)"/>
              <a:cs typeface="Gill Sans MT"/>
            </a:endParaRPr>
          </a:p>
        </p:txBody>
      </p:sp>
    </p:spTree>
    <p:extLst>
      <p:ext uri="{BB962C8B-B14F-4D97-AF65-F5344CB8AC3E}">
        <p14:creationId xmlns:p14="http://schemas.microsoft.com/office/powerpoint/2010/main" val="1207667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A1605D-8C93-5305-37C4-39D6B2AAA229}"/>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F8370C9A-1C52-D12D-9632-0B1362B3F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B3252856-C4E3-A606-5BAB-750FEBA38860}"/>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HTML Forms</a:t>
            </a:r>
          </a:p>
        </p:txBody>
      </p:sp>
      <p:sp>
        <p:nvSpPr>
          <p:cNvPr id="228" name="Rectangle 227">
            <a:extLst>
              <a:ext uri="{FF2B5EF4-FFF2-40B4-BE49-F238E27FC236}">
                <a16:creationId xmlns:a16="http://schemas.microsoft.com/office/drawing/2014/main" id="{DCA68F41-2C1B-2F07-21D4-36B0E93AC2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8788DA48-D205-58DB-3F7D-9E638BEA7B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9E465499-EFF0-CA4E-0511-956534A6A0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715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A78F4-CE67-9925-3027-CA24FD6A9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6C4F3-E7C2-FBA1-E472-5E4C43569BF7}"/>
              </a:ext>
            </a:extLst>
          </p:cNvPr>
          <p:cNvSpPr>
            <a:spLocks noGrp="1"/>
          </p:cNvSpPr>
          <p:nvPr>
            <p:ph type="title"/>
          </p:nvPr>
        </p:nvSpPr>
        <p:spPr/>
        <p:txBody>
          <a:bodyPr/>
          <a:lstStyle/>
          <a:p>
            <a:r>
              <a:rPr lang="da-DK" dirty="0"/>
              <a:t>HTML Forms</a:t>
            </a:r>
          </a:p>
        </p:txBody>
      </p:sp>
      <p:sp>
        <p:nvSpPr>
          <p:cNvPr id="7" name="Content Placeholder 6">
            <a:extLst>
              <a:ext uri="{FF2B5EF4-FFF2-40B4-BE49-F238E27FC236}">
                <a16:creationId xmlns:a16="http://schemas.microsoft.com/office/drawing/2014/main" id="{8D4CAA45-D135-3D4D-34A8-2600C038F4D9}"/>
              </a:ext>
            </a:extLst>
          </p:cNvPr>
          <p:cNvSpPr>
            <a:spLocks noGrp="1"/>
          </p:cNvSpPr>
          <p:nvPr>
            <p:ph idx="1"/>
          </p:nvPr>
        </p:nvSpPr>
        <p:spPr/>
        <p:txBody>
          <a:bodyPr/>
          <a:lstStyle/>
          <a:p>
            <a:pPr marL="0" indent="0">
              <a:buNone/>
            </a:pPr>
            <a:r>
              <a:rPr lang="da-DK" dirty="0"/>
              <a:t> </a:t>
            </a:r>
          </a:p>
        </p:txBody>
      </p:sp>
      <p:sp>
        <p:nvSpPr>
          <p:cNvPr id="28" name="object 3">
            <a:extLst>
              <a:ext uri="{FF2B5EF4-FFF2-40B4-BE49-F238E27FC236}">
                <a16:creationId xmlns:a16="http://schemas.microsoft.com/office/drawing/2014/main" id="{087479E4-26A9-CC3B-407B-08F2D4193598}"/>
              </a:ext>
            </a:extLst>
          </p:cNvPr>
          <p:cNvSpPr txBox="1"/>
          <p:nvPr/>
        </p:nvSpPr>
        <p:spPr>
          <a:xfrm>
            <a:off x="955675" y="1554561"/>
            <a:ext cx="6585584" cy="2371725"/>
          </a:xfrm>
          <a:prstGeom prst="rect">
            <a:avLst/>
          </a:prstGeom>
        </p:spPr>
        <p:txBody>
          <a:bodyPr vert="horz" wrap="square" lIns="0" tIns="107314" rIns="0" bIns="0" rtlCol="0">
            <a:spAutoFit/>
          </a:bodyPr>
          <a:lstStyle/>
          <a:p>
            <a:pPr marL="12700">
              <a:lnSpc>
                <a:spcPct val="100000"/>
              </a:lnSpc>
              <a:spcBef>
                <a:spcPts val="844"/>
              </a:spcBef>
            </a:pPr>
            <a:r>
              <a:rPr sz="2750" dirty="0">
                <a:latin typeface="Gill Sans MT"/>
                <a:cs typeface="Gill Sans MT"/>
              </a:rPr>
              <a:t>HTML</a:t>
            </a:r>
            <a:r>
              <a:rPr sz="2750" spc="-80" dirty="0">
                <a:latin typeface="Gill Sans MT"/>
                <a:cs typeface="Gill Sans MT"/>
              </a:rPr>
              <a:t> </a:t>
            </a:r>
            <a:r>
              <a:rPr sz="2750" spc="-25" dirty="0">
                <a:latin typeface="Gill Sans MT"/>
                <a:cs typeface="Gill Sans MT"/>
              </a:rPr>
              <a:t>2.0</a:t>
            </a:r>
            <a:endParaRPr sz="2750" dirty="0">
              <a:latin typeface="Gill Sans MT"/>
              <a:cs typeface="Gill Sans MT"/>
            </a:endParaRPr>
          </a:p>
          <a:p>
            <a:pPr marL="12700">
              <a:lnSpc>
                <a:spcPct val="100000"/>
              </a:lnSpc>
              <a:spcBef>
                <a:spcPts val="755"/>
              </a:spcBef>
            </a:pPr>
            <a:r>
              <a:rPr sz="2750" spc="-20" dirty="0">
                <a:latin typeface="Gill Sans MT"/>
                <a:cs typeface="Gill Sans MT"/>
              </a:rPr>
              <a:t>Inputs</a:t>
            </a:r>
            <a:r>
              <a:rPr sz="2750" spc="-120" dirty="0">
                <a:latin typeface="Gill Sans MT"/>
                <a:cs typeface="Gill Sans MT"/>
              </a:rPr>
              <a:t> </a:t>
            </a:r>
            <a:r>
              <a:rPr sz="2750" dirty="0">
                <a:latin typeface="Gill Sans MT"/>
                <a:cs typeface="Gill Sans MT"/>
              </a:rPr>
              <a:t>from</a:t>
            </a:r>
            <a:r>
              <a:rPr sz="2750" spc="-140" dirty="0">
                <a:latin typeface="Gill Sans MT"/>
                <a:cs typeface="Gill Sans MT"/>
              </a:rPr>
              <a:t> </a:t>
            </a:r>
            <a:r>
              <a:rPr sz="2750" spc="-10" dirty="0">
                <a:latin typeface="Gill Sans MT"/>
                <a:cs typeface="Gill Sans MT"/>
              </a:rPr>
              <a:t>users</a:t>
            </a:r>
            <a:endParaRPr sz="2750" dirty="0">
              <a:latin typeface="Gill Sans MT"/>
              <a:cs typeface="Gill Sans MT"/>
            </a:endParaRPr>
          </a:p>
          <a:p>
            <a:pPr>
              <a:lnSpc>
                <a:spcPct val="100000"/>
              </a:lnSpc>
              <a:spcBef>
                <a:spcPts val="1620"/>
              </a:spcBef>
            </a:pPr>
            <a:endParaRPr sz="2750" dirty="0">
              <a:latin typeface="Gill Sans MT"/>
              <a:cs typeface="Gill Sans MT"/>
            </a:endParaRPr>
          </a:p>
          <a:p>
            <a:pPr marL="12700">
              <a:lnSpc>
                <a:spcPct val="100000"/>
              </a:lnSpc>
            </a:pPr>
            <a:r>
              <a:rPr sz="2000" dirty="0">
                <a:latin typeface="Courier New"/>
                <a:cs typeface="Courier New"/>
              </a:rPr>
              <a:t>&lt;form</a:t>
            </a:r>
            <a:r>
              <a:rPr sz="2000" spc="15" dirty="0">
                <a:latin typeface="Courier New"/>
                <a:cs typeface="Courier New"/>
              </a:rPr>
              <a:t> </a:t>
            </a:r>
            <a:r>
              <a:rPr sz="2000" spc="-10" dirty="0">
                <a:latin typeface="Courier New"/>
                <a:cs typeface="Courier New"/>
              </a:rPr>
              <a:t>action='a-</a:t>
            </a:r>
            <a:r>
              <a:rPr sz="2000" dirty="0">
                <a:latin typeface="Courier New"/>
                <a:cs typeface="Courier New"/>
              </a:rPr>
              <a:t>request'</a:t>
            </a:r>
            <a:r>
              <a:rPr sz="2000" spc="20" dirty="0">
                <a:latin typeface="Courier New"/>
                <a:cs typeface="Courier New"/>
              </a:rPr>
              <a:t> </a:t>
            </a:r>
            <a:r>
              <a:rPr sz="2000" spc="-10" dirty="0">
                <a:latin typeface="Courier New"/>
                <a:cs typeface="Courier New"/>
              </a:rPr>
              <a:t>method='a-method'&gt;</a:t>
            </a:r>
            <a:endParaRPr sz="2000" dirty="0">
              <a:latin typeface="Courier New"/>
              <a:cs typeface="Courier New"/>
            </a:endParaRPr>
          </a:p>
          <a:p>
            <a:pPr marL="12700">
              <a:lnSpc>
                <a:spcPct val="100000"/>
              </a:lnSpc>
              <a:spcBef>
                <a:spcPts val="755"/>
              </a:spcBef>
            </a:pPr>
            <a:r>
              <a:rPr sz="2000" dirty="0">
                <a:latin typeface="Courier New"/>
                <a:cs typeface="Courier New"/>
              </a:rPr>
              <a:t>&lt;input</a:t>
            </a:r>
            <a:r>
              <a:rPr sz="2000" spc="5" dirty="0">
                <a:latin typeface="Courier New"/>
                <a:cs typeface="Courier New"/>
              </a:rPr>
              <a:t> </a:t>
            </a:r>
            <a:r>
              <a:rPr sz="2000" spc="-10" dirty="0">
                <a:latin typeface="Courier New"/>
                <a:cs typeface="Courier New"/>
              </a:rPr>
              <a:t>type="a-</a:t>
            </a:r>
            <a:r>
              <a:rPr sz="2000" dirty="0">
                <a:latin typeface="Courier New"/>
                <a:cs typeface="Courier New"/>
              </a:rPr>
              <a:t>type" </a:t>
            </a:r>
            <a:r>
              <a:rPr sz="2000" spc="-10" dirty="0">
                <a:latin typeface="Courier New"/>
                <a:cs typeface="Courier New"/>
              </a:rPr>
              <a:t>name='an-identifier'&gt;</a:t>
            </a:r>
            <a:endParaRPr sz="2000" dirty="0">
              <a:latin typeface="Courier New"/>
              <a:cs typeface="Courier New"/>
            </a:endParaRPr>
          </a:p>
        </p:txBody>
      </p:sp>
      <p:pic>
        <p:nvPicPr>
          <p:cNvPr id="30" name="Picture 29">
            <a:extLst>
              <a:ext uri="{FF2B5EF4-FFF2-40B4-BE49-F238E27FC236}">
                <a16:creationId xmlns:a16="http://schemas.microsoft.com/office/drawing/2014/main" id="{7EF238FA-7443-2341-1919-47D9AC9AD5AB}"/>
              </a:ext>
            </a:extLst>
          </p:cNvPr>
          <p:cNvPicPr>
            <a:picLocks noChangeAspect="1"/>
          </p:cNvPicPr>
          <p:nvPr/>
        </p:nvPicPr>
        <p:blipFill>
          <a:blip r:embed="rId2"/>
          <a:stretch>
            <a:fillRect/>
          </a:stretch>
        </p:blipFill>
        <p:spPr>
          <a:xfrm>
            <a:off x="3801555" y="4161967"/>
            <a:ext cx="7552245" cy="2696033"/>
          </a:xfrm>
          <a:prstGeom prst="rect">
            <a:avLst/>
          </a:prstGeom>
        </p:spPr>
      </p:pic>
    </p:spTree>
    <p:extLst>
      <p:ext uri="{BB962C8B-B14F-4D97-AF65-F5344CB8AC3E}">
        <p14:creationId xmlns:p14="http://schemas.microsoft.com/office/powerpoint/2010/main" val="1705747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0AC88-687F-9638-2B0C-6983AA77A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63008-FD4F-EEE6-8E94-4FBAC5A5CAF7}"/>
              </a:ext>
            </a:extLst>
          </p:cNvPr>
          <p:cNvSpPr>
            <a:spLocks noGrp="1"/>
          </p:cNvSpPr>
          <p:nvPr>
            <p:ph type="title"/>
          </p:nvPr>
        </p:nvSpPr>
        <p:spPr/>
        <p:txBody>
          <a:bodyPr/>
          <a:lstStyle/>
          <a:p>
            <a:r>
              <a:rPr lang="da-DK" dirty="0"/>
              <a:t>HTML Forms</a:t>
            </a:r>
          </a:p>
        </p:txBody>
      </p:sp>
      <p:sp>
        <p:nvSpPr>
          <p:cNvPr id="7" name="Content Placeholder 6">
            <a:extLst>
              <a:ext uri="{FF2B5EF4-FFF2-40B4-BE49-F238E27FC236}">
                <a16:creationId xmlns:a16="http://schemas.microsoft.com/office/drawing/2014/main" id="{7A7C7D40-6E4B-C32C-3664-F2E273B3621E}"/>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E3269B91-9739-6EEB-E3F3-28D43BD085B3}"/>
              </a:ext>
            </a:extLst>
          </p:cNvPr>
          <p:cNvSpPr txBox="1"/>
          <p:nvPr/>
        </p:nvSpPr>
        <p:spPr>
          <a:xfrm>
            <a:off x="2264464" y="2327883"/>
            <a:ext cx="2183968" cy="1372812"/>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Input</a:t>
            </a:r>
            <a:r>
              <a:rPr sz="2750" spc="-145" dirty="0">
                <a:latin typeface="Aptos (Body)"/>
                <a:cs typeface="Gill Sans MT"/>
              </a:rPr>
              <a:t> </a:t>
            </a:r>
            <a:r>
              <a:rPr sz="2750" spc="-45" dirty="0">
                <a:latin typeface="Aptos (Body)"/>
                <a:cs typeface="Gill Sans MT"/>
              </a:rPr>
              <a:t>types</a:t>
            </a:r>
            <a:r>
              <a:rPr sz="2750" spc="-45" dirty="0">
                <a:latin typeface="Gill Sans MT"/>
                <a:cs typeface="Gill Sans MT"/>
              </a:rPr>
              <a:t>:</a:t>
            </a:r>
            <a:endParaRPr sz="2750" dirty="0">
              <a:latin typeface="Gill Sans MT"/>
              <a:cs typeface="Gill Sans MT"/>
            </a:endParaRPr>
          </a:p>
          <a:p>
            <a:pPr>
              <a:lnSpc>
                <a:spcPct val="100000"/>
              </a:lnSpc>
              <a:spcBef>
                <a:spcPts val="1145"/>
              </a:spcBef>
            </a:pPr>
            <a:endParaRPr sz="2750" dirty="0">
              <a:latin typeface="Gill Sans MT"/>
              <a:cs typeface="Gill Sans MT"/>
            </a:endParaRPr>
          </a:p>
          <a:p>
            <a:pPr marL="12700">
              <a:lnSpc>
                <a:spcPct val="100000"/>
              </a:lnSpc>
              <a:spcBef>
                <a:spcPts val="5"/>
              </a:spcBef>
            </a:pPr>
            <a:r>
              <a:rPr sz="2400" spc="-20" dirty="0">
                <a:latin typeface="Courier New"/>
                <a:cs typeface="Courier New"/>
              </a:rPr>
              <a:t>text</a:t>
            </a:r>
            <a:endParaRPr sz="2400" dirty="0">
              <a:latin typeface="Courier New"/>
              <a:cs typeface="Courier New"/>
            </a:endParaRPr>
          </a:p>
        </p:txBody>
      </p:sp>
      <p:sp>
        <p:nvSpPr>
          <p:cNvPr id="6" name="object 4">
            <a:extLst>
              <a:ext uri="{FF2B5EF4-FFF2-40B4-BE49-F238E27FC236}">
                <a16:creationId xmlns:a16="http://schemas.microsoft.com/office/drawing/2014/main" id="{026422A9-014A-FFBB-6A64-869CD8DCA49E}"/>
              </a:ext>
            </a:extLst>
          </p:cNvPr>
          <p:cNvSpPr txBox="1"/>
          <p:nvPr/>
        </p:nvSpPr>
        <p:spPr>
          <a:xfrm>
            <a:off x="2264464" y="4216500"/>
            <a:ext cx="93218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radio</a:t>
            </a:r>
            <a:endParaRPr sz="2400">
              <a:latin typeface="Courier New"/>
              <a:cs typeface="Courier New"/>
            </a:endParaRPr>
          </a:p>
        </p:txBody>
      </p:sp>
      <p:sp>
        <p:nvSpPr>
          <p:cNvPr id="9" name="object 5">
            <a:extLst>
              <a:ext uri="{FF2B5EF4-FFF2-40B4-BE49-F238E27FC236}">
                <a16:creationId xmlns:a16="http://schemas.microsoft.com/office/drawing/2014/main" id="{174BFB18-C73E-99D2-5063-4A6D442C3BFD}"/>
              </a:ext>
            </a:extLst>
          </p:cNvPr>
          <p:cNvSpPr txBox="1"/>
          <p:nvPr/>
        </p:nvSpPr>
        <p:spPr>
          <a:xfrm>
            <a:off x="7554903" y="4216500"/>
            <a:ext cx="148653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checkbox</a:t>
            </a:r>
            <a:endParaRPr sz="2400">
              <a:latin typeface="Courier New"/>
              <a:cs typeface="Courier New"/>
            </a:endParaRPr>
          </a:p>
        </p:txBody>
      </p:sp>
      <p:sp>
        <p:nvSpPr>
          <p:cNvPr id="11" name="object 6">
            <a:extLst>
              <a:ext uri="{FF2B5EF4-FFF2-40B4-BE49-F238E27FC236}">
                <a16:creationId xmlns:a16="http://schemas.microsoft.com/office/drawing/2014/main" id="{BC0DD2B7-ADE8-F953-D198-F3AA2BDAE644}"/>
              </a:ext>
            </a:extLst>
          </p:cNvPr>
          <p:cNvSpPr txBox="1"/>
          <p:nvPr/>
        </p:nvSpPr>
        <p:spPr>
          <a:xfrm>
            <a:off x="2264464" y="5590005"/>
            <a:ext cx="111315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submit</a:t>
            </a:r>
            <a:endParaRPr sz="2400">
              <a:latin typeface="Courier New"/>
              <a:cs typeface="Courier New"/>
            </a:endParaRPr>
          </a:p>
        </p:txBody>
      </p:sp>
      <p:pic>
        <p:nvPicPr>
          <p:cNvPr id="13" name="object 7">
            <a:extLst>
              <a:ext uri="{FF2B5EF4-FFF2-40B4-BE49-F238E27FC236}">
                <a16:creationId xmlns:a16="http://schemas.microsoft.com/office/drawing/2014/main" id="{E680C151-E120-FB80-C759-375E849D9798}"/>
              </a:ext>
            </a:extLst>
          </p:cNvPr>
          <p:cNvPicPr/>
          <p:nvPr/>
        </p:nvPicPr>
        <p:blipFill>
          <a:blip r:embed="rId2" cstate="print"/>
          <a:stretch>
            <a:fillRect/>
          </a:stretch>
        </p:blipFill>
        <p:spPr>
          <a:xfrm>
            <a:off x="3370634" y="3066751"/>
            <a:ext cx="3110865" cy="671242"/>
          </a:xfrm>
          <a:prstGeom prst="rect">
            <a:avLst/>
          </a:prstGeom>
        </p:spPr>
      </p:pic>
      <p:pic>
        <p:nvPicPr>
          <p:cNvPr id="15" name="object 8">
            <a:extLst>
              <a:ext uri="{FF2B5EF4-FFF2-40B4-BE49-F238E27FC236}">
                <a16:creationId xmlns:a16="http://schemas.microsoft.com/office/drawing/2014/main" id="{3D60E30B-ADAF-246C-0563-7C84D227DE5D}"/>
              </a:ext>
            </a:extLst>
          </p:cNvPr>
          <p:cNvPicPr/>
          <p:nvPr/>
        </p:nvPicPr>
        <p:blipFill>
          <a:blip r:embed="rId3" cstate="print"/>
          <a:stretch>
            <a:fillRect/>
          </a:stretch>
        </p:blipFill>
        <p:spPr>
          <a:xfrm>
            <a:off x="4298735" y="4082108"/>
            <a:ext cx="1481301" cy="1003986"/>
          </a:xfrm>
          <a:prstGeom prst="rect">
            <a:avLst/>
          </a:prstGeom>
        </p:spPr>
      </p:pic>
      <p:pic>
        <p:nvPicPr>
          <p:cNvPr id="17" name="object 9">
            <a:extLst>
              <a:ext uri="{FF2B5EF4-FFF2-40B4-BE49-F238E27FC236}">
                <a16:creationId xmlns:a16="http://schemas.microsoft.com/office/drawing/2014/main" id="{E98412A0-D941-1D66-44B2-76CAD65871BC}"/>
              </a:ext>
            </a:extLst>
          </p:cNvPr>
          <p:cNvPicPr/>
          <p:nvPr/>
        </p:nvPicPr>
        <p:blipFill>
          <a:blip r:embed="rId4" cstate="print"/>
          <a:stretch>
            <a:fillRect/>
          </a:stretch>
        </p:blipFill>
        <p:spPr>
          <a:xfrm>
            <a:off x="9468618" y="4079277"/>
            <a:ext cx="1891903" cy="1025525"/>
          </a:xfrm>
          <a:prstGeom prst="rect">
            <a:avLst/>
          </a:prstGeom>
        </p:spPr>
      </p:pic>
      <p:pic>
        <p:nvPicPr>
          <p:cNvPr id="19" name="object 10">
            <a:extLst>
              <a:ext uri="{FF2B5EF4-FFF2-40B4-BE49-F238E27FC236}">
                <a16:creationId xmlns:a16="http://schemas.microsoft.com/office/drawing/2014/main" id="{0B786B0B-2C4B-3F12-CF3B-525FD5BFC89A}"/>
              </a:ext>
            </a:extLst>
          </p:cNvPr>
          <p:cNvPicPr/>
          <p:nvPr/>
        </p:nvPicPr>
        <p:blipFill>
          <a:blip r:embed="rId5" cstate="print"/>
          <a:stretch>
            <a:fillRect/>
          </a:stretch>
        </p:blipFill>
        <p:spPr>
          <a:xfrm>
            <a:off x="3994839" y="5572265"/>
            <a:ext cx="1200150" cy="527197"/>
          </a:xfrm>
          <a:prstGeom prst="rect">
            <a:avLst/>
          </a:prstGeom>
        </p:spPr>
      </p:pic>
    </p:spTree>
    <p:extLst>
      <p:ext uri="{BB962C8B-B14F-4D97-AF65-F5344CB8AC3E}">
        <p14:creationId xmlns:p14="http://schemas.microsoft.com/office/powerpoint/2010/main" val="988067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F129-8DA1-8064-3ED1-11C9A804F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B47E8-3E96-3166-D82F-7103A595994A}"/>
              </a:ext>
            </a:extLst>
          </p:cNvPr>
          <p:cNvSpPr>
            <a:spLocks noGrp="1"/>
          </p:cNvSpPr>
          <p:nvPr>
            <p:ph type="title"/>
          </p:nvPr>
        </p:nvSpPr>
        <p:spPr/>
        <p:txBody>
          <a:bodyPr/>
          <a:lstStyle/>
          <a:p>
            <a:r>
              <a:rPr lang="da-DK" dirty="0"/>
              <a:t>HTML Forms</a:t>
            </a:r>
          </a:p>
        </p:txBody>
      </p:sp>
      <p:sp>
        <p:nvSpPr>
          <p:cNvPr id="7" name="Content Placeholder 6">
            <a:extLst>
              <a:ext uri="{FF2B5EF4-FFF2-40B4-BE49-F238E27FC236}">
                <a16:creationId xmlns:a16="http://schemas.microsoft.com/office/drawing/2014/main" id="{ECA512DA-E088-80B5-1ED4-5865F89ACBE0}"/>
              </a:ext>
            </a:extLst>
          </p:cNvPr>
          <p:cNvSpPr>
            <a:spLocks noGrp="1"/>
          </p:cNvSpPr>
          <p:nvPr>
            <p:ph idx="1"/>
          </p:nvPr>
        </p:nvSpPr>
        <p:spPr/>
        <p:txBody>
          <a:bodyPr/>
          <a:lstStyle/>
          <a:p>
            <a:pPr marL="0" indent="0">
              <a:buNone/>
            </a:pPr>
            <a:r>
              <a:rPr lang="da-DK" dirty="0"/>
              <a:t> </a:t>
            </a:r>
          </a:p>
        </p:txBody>
      </p:sp>
      <p:sp>
        <p:nvSpPr>
          <p:cNvPr id="29" name="object 3">
            <a:extLst>
              <a:ext uri="{FF2B5EF4-FFF2-40B4-BE49-F238E27FC236}">
                <a16:creationId xmlns:a16="http://schemas.microsoft.com/office/drawing/2014/main" id="{EE89EBD8-356F-10A2-1767-8885DD417D73}"/>
              </a:ext>
            </a:extLst>
          </p:cNvPr>
          <p:cNvSpPr txBox="1"/>
          <p:nvPr/>
        </p:nvSpPr>
        <p:spPr>
          <a:xfrm>
            <a:off x="1031875" y="1767734"/>
            <a:ext cx="8238490" cy="4467120"/>
          </a:xfrm>
          <a:prstGeom prst="rect">
            <a:avLst/>
          </a:prstGeom>
        </p:spPr>
        <p:txBody>
          <a:bodyPr vert="horz" wrap="square" lIns="0" tIns="121920" rIns="0" bIns="0" rtlCol="0">
            <a:spAutoFit/>
          </a:bodyPr>
          <a:lstStyle/>
          <a:p>
            <a:pPr marL="12700">
              <a:lnSpc>
                <a:spcPct val="100000"/>
              </a:lnSpc>
              <a:spcBef>
                <a:spcPts val="960"/>
              </a:spcBef>
            </a:pPr>
            <a:r>
              <a:rPr sz="2750" spc="-10" dirty="0">
                <a:latin typeface="Aptos (Body)"/>
                <a:cs typeface="Gill Sans MT"/>
              </a:rPr>
              <a:t>Submit</a:t>
            </a:r>
            <a:r>
              <a:rPr sz="2750" spc="-45" dirty="0">
                <a:latin typeface="Aptos (Body)"/>
                <a:cs typeface="Gill Sans MT"/>
              </a:rPr>
              <a:t> </a:t>
            </a:r>
            <a:r>
              <a:rPr sz="2750" dirty="0">
                <a:latin typeface="Aptos (Body)"/>
                <a:cs typeface="Gill Sans MT"/>
              </a:rPr>
              <a:t>with</a:t>
            </a:r>
            <a:r>
              <a:rPr sz="2750" spc="-95" dirty="0">
                <a:latin typeface="Aptos (Body)"/>
                <a:cs typeface="Gill Sans MT"/>
              </a:rPr>
              <a:t> </a:t>
            </a:r>
            <a:r>
              <a:rPr sz="2750" dirty="0">
                <a:latin typeface="Aptos (Body)"/>
                <a:cs typeface="Gill Sans MT"/>
              </a:rPr>
              <a:t>a</a:t>
            </a:r>
            <a:r>
              <a:rPr sz="2750" spc="-114" dirty="0">
                <a:latin typeface="Aptos (Body)"/>
                <a:cs typeface="Gill Sans MT"/>
              </a:rPr>
              <a:t> </a:t>
            </a:r>
            <a:r>
              <a:rPr sz="2750" spc="-20" dirty="0">
                <a:latin typeface="Aptos (Body)"/>
                <a:cs typeface="Gill Sans MT"/>
              </a:rPr>
              <a:t>get:</a:t>
            </a:r>
            <a:endParaRPr sz="2750" dirty="0">
              <a:latin typeface="Aptos (Body)"/>
              <a:cs typeface="Gill Sans MT"/>
            </a:endParaRPr>
          </a:p>
          <a:p>
            <a:pPr marL="12700">
              <a:lnSpc>
                <a:spcPct val="100000"/>
              </a:lnSpc>
              <a:spcBef>
                <a:spcPts val="730"/>
              </a:spcBef>
            </a:pPr>
            <a:r>
              <a:rPr sz="2400" dirty="0">
                <a:latin typeface="Courier New"/>
                <a:cs typeface="Courier New"/>
              </a:rPr>
              <a:t>GET</a:t>
            </a:r>
            <a:r>
              <a:rPr sz="2400" spc="-70" dirty="0">
                <a:latin typeface="Courier New"/>
                <a:cs typeface="Courier New"/>
              </a:rPr>
              <a:t> </a:t>
            </a:r>
            <a:r>
              <a:rPr sz="2400" spc="-10" dirty="0">
                <a:latin typeface="Courier New"/>
                <a:cs typeface="Courier New"/>
              </a:rPr>
              <a:t>somepage.html?field1=value1&amp;field2=value2</a:t>
            </a:r>
            <a:endParaRPr sz="2400" dirty="0">
              <a:latin typeface="Courier New"/>
              <a:cs typeface="Courier New"/>
            </a:endParaRPr>
          </a:p>
          <a:p>
            <a:pPr marL="12700" marR="6393815">
              <a:lnSpc>
                <a:spcPct val="125200"/>
              </a:lnSpc>
            </a:pPr>
            <a:r>
              <a:rPr sz="2400" i="1" spc="-10" dirty="0">
                <a:latin typeface="Courier New"/>
                <a:cs typeface="Courier New"/>
              </a:rPr>
              <a:t>Headers </a:t>
            </a:r>
            <a:r>
              <a:rPr sz="2400" i="1" dirty="0">
                <a:latin typeface="Courier New"/>
                <a:cs typeface="Courier New"/>
              </a:rPr>
              <a:t>Empty</a:t>
            </a:r>
            <a:r>
              <a:rPr sz="2400" i="1" spc="-90" dirty="0">
                <a:latin typeface="Courier New"/>
                <a:cs typeface="Courier New"/>
              </a:rPr>
              <a:t> </a:t>
            </a:r>
            <a:r>
              <a:rPr sz="2400" i="1" spc="-20" dirty="0">
                <a:latin typeface="Courier New"/>
                <a:cs typeface="Courier New"/>
              </a:rPr>
              <a:t>body</a:t>
            </a:r>
            <a:endParaRPr sz="2400" dirty="0">
              <a:latin typeface="Courier New"/>
              <a:cs typeface="Courier New"/>
            </a:endParaRPr>
          </a:p>
          <a:p>
            <a:pPr>
              <a:lnSpc>
                <a:spcPct val="100000"/>
              </a:lnSpc>
              <a:spcBef>
                <a:spcPts val="1230"/>
              </a:spcBef>
            </a:pPr>
            <a:endParaRPr sz="2400" dirty="0">
              <a:latin typeface="Courier New"/>
              <a:cs typeface="Courier New"/>
            </a:endParaRPr>
          </a:p>
          <a:p>
            <a:pPr marL="12700" marR="4936490">
              <a:lnSpc>
                <a:spcPct val="123600"/>
              </a:lnSpc>
            </a:pPr>
            <a:r>
              <a:rPr sz="2750" spc="-10" dirty="0">
                <a:latin typeface="Aptos (Body)"/>
                <a:cs typeface="Gill Sans MT"/>
              </a:rPr>
              <a:t>Submit</a:t>
            </a:r>
            <a:r>
              <a:rPr sz="2750" spc="-40" dirty="0">
                <a:latin typeface="Aptos (Body)"/>
                <a:cs typeface="Gill Sans MT"/>
              </a:rPr>
              <a:t> </a:t>
            </a:r>
            <a:r>
              <a:rPr sz="2750" dirty="0">
                <a:latin typeface="Aptos (Body)"/>
                <a:cs typeface="Gill Sans MT"/>
              </a:rPr>
              <a:t>with</a:t>
            </a:r>
            <a:r>
              <a:rPr sz="2750" spc="-90" dirty="0">
                <a:latin typeface="Aptos (Body)"/>
                <a:cs typeface="Gill Sans MT"/>
              </a:rPr>
              <a:t> </a:t>
            </a:r>
            <a:r>
              <a:rPr sz="2750" dirty="0">
                <a:latin typeface="Aptos (Body)"/>
                <a:cs typeface="Gill Sans MT"/>
              </a:rPr>
              <a:t>a</a:t>
            </a:r>
            <a:r>
              <a:rPr sz="2750" spc="-110" dirty="0">
                <a:latin typeface="Aptos (Body)"/>
                <a:cs typeface="Gill Sans MT"/>
              </a:rPr>
              <a:t> </a:t>
            </a:r>
            <a:r>
              <a:rPr sz="2750" spc="-20" dirty="0">
                <a:latin typeface="Aptos (Body)"/>
                <a:cs typeface="Gill Sans MT"/>
              </a:rPr>
              <a:t>post </a:t>
            </a:r>
            <a:r>
              <a:rPr sz="2400" dirty="0">
                <a:latin typeface="Courier New"/>
                <a:cs typeface="Courier New"/>
              </a:rPr>
              <a:t>POST</a:t>
            </a:r>
            <a:r>
              <a:rPr sz="2400" spc="-90" dirty="0">
                <a:latin typeface="Courier New"/>
                <a:cs typeface="Courier New"/>
              </a:rPr>
              <a:t> </a:t>
            </a:r>
            <a:r>
              <a:rPr sz="2400" spc="-10" dirty="0">
                <a:latin typeface="Courier New"/>
                <a:cs typeface="Courier New"/>
              </a:rPr>
              <a:t>somepage.html </a:t>
            </a:r>
            <a:r>
              <a:rPr sz="2400" i="1" spc="-10" dirty="0">
                <a:latin typeface="Courier New"/>
                <a:cs typeface="Courier New"/>
              </a:rPr>
              <a:t>Headers</a:t>
            </a:r>
            <a:endParaRPr sz="2400" dirty="0">
              <a:latin typeface="Courier New"/>
              <a:cs typeface="Courier New"/>
            </a:endParaRPr>
          </a:p>
          <a:p>
            <a:pPr>
              <a:lnSpc>
                <a:spcPct val="100000"/>
              </a:lnSpc>
              <a:spcBef>
                <a:spcPts val="1614"/>
              </a:spcBef>
            </a:pPr>
            <a:endParaRPr sz="2400" dirty="0">
              <a:latin typeface="Courier New"/>
              <a:cs typeface="Courier New"/>
            </a:endParaRPr>
          </a:p>
        </p:txBody>
      </p:sp>
    </p:spTree>
    <p:extLst>
      <p:ext uri="{BB962C8B-B14F-4D97-AF65-F5344CB8AC3E}">
        <p14:creationId xmlns:p14="http://schemas.microsoft.com/office/powerpoint/2010/main" val="506579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F5D1-B3C9-BF00-3F15-BC8CCB7C1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109AD-B586-8EE3-F1B6-1CB7400BDCCE}"/>
              </a:ext>
            </a:extLst>
          </p:cNvPr>
          <p:cNvSpPr>
            <a:spLocks noGrp="1"/>
          </p:cNvSpPr>
          <p:nvPr>
            <p:ph type="title"/>
          </p:nvPr>
        </p:nvSpPr>
        <p:spPr/>
        <p:txBody>
          <a:bodyPr/>
          <a:lstStyle/>
          <a:p>
            <a:r>
              <a:rPr lang="da-DK" dirty="0"/>
              <a:t>HTML Forms</a:t>
            </a:r>
          </a:p>
        </p:txBody>
      </p:sp>
      <p:sp>
        <p:nvSpPr>
          <p:cNvPr id="7" name="Content Placeholder 6">
            <a:extLst>
              <a:ext uri="{FF2B5EF4-FFF2-40B4-BE49-F238E27FC236}">
                <a16:creationId xmlns:a16="http://schemas.microsoft.com/office/drawing/2014/main" id="{0D738F4F-4B0E-5D01-E17B-2916AF23C7EE}"/>
              </a:ext>
            </a:extLst>
          </p:cNvPr>
          <p:cNvSpPr>
            <a:spLocks noGrp="1"/>
          </p:cNvSpPr>
          <p:nvPr>
            <p:ph idx="1"/>
          </p:nvPr>
        </p:nvSpPr>
        <p:spPr/>
        <p:txBody>
          <a:bodyPr/>
          <a:lstStyle/>
          <a:p>
            <a:pPr marL="0" indent="0">
              <a:buNone/>
            </a:pPr>
            <a:r>
              <a:rPr lang="da-DK" dirty="0"/>
              <a:t> </a:t>
            </a:r>
          </a:p>
        </p:txBody>
      </p:sp>
      <p:sp>
        <p:nvSpPr>
          <p:cNvPr id="29" name="object 3">
            <a:extLst>
              <a:ext uri="{FF2B5EF4-FFF2-40B4-BE49-F238E27FC236}">
                <a16:creationId xmlns:a16="http://schemas.microsoft.com/office/drawing/2014/main" id="{AD4FB336-86CE-384C-DE67-CD82CFB30BE7}"/>
              </a:ext>
            </a:extLst>
          </p:cNvPr>
          <p:cNvSpPr txBox="1"/>
          <p:nvPr/>
        </p:nvSpPr>
        <p:spPr>
          <a:xfrm>
            <a:off x="1031875" y="1767734"/>
            <a:ext cx="8238490" cy="4467120"/>
          </a:xfrm>
          <a:prstGeom prst="rect">
            <a:avLst/>
          </a:prstGeom>
        </p:spPr>
        <p:txBody>
          <a:bodyPr vert="horz" wrap="square" lIns="0" tIns="121920" rIns="0" bIns="0" rtlCol="0">
            <a:spAutoFit/>
          </a:bodyPr>
          <a:lstStyle/>
          <a:p>
            <a:pPr marL="12700">
              <a:lnSpc>
                <a:spcPct val="100000"/>
              </a:lnSpc>
              <a:spcBef>
                <a:spcPts val="960"/>
              </a:spcBef>
            </a:pPr>
            <a:r>
              <a:rPr sz="2750" spc="-10" dirty="0">
                <a:latin typeface="Aptos (Body)"/>
                <a:cs typeface="Gill Sans MT"/>
              </a:rPr>
              <a:t>Submit</a:t>
            </a:r>
            <a:r>
              <a:rPr sz="2750" spc="-45" dirty="0">
                <a:latin typeface="Aptos (Body)"/>
                <a:cs typeface="Gill Sans MT"/>
              </a:rPr>
              <a:t> </a:t>
            </a:r>
            <a:r>
              <a:rPr sz="2750" dirty="0">
                <a:latin typeface="Aptos (Body)"/>
                <a:cs typeface="Gill Sans MT"/>
              </a:rPr>
              <a:t>with</a:t>
            </a:r>
            <a:r>
              <a:rPr sz="2750" spc="-95" dirty="0">
                <a:latin typeface="Aptos (Body)"/>
                <a:cs typeface="Gill Sans MT"/>
              </a:rPr>
              <a:t> </a:t>
            </a:r>
            <a:r>
              <a:rPr sz="2750" dirty="0">
                <a:latin typeface="Aptos (Body)"/>
                <a:cs typeface="Gill Sans MT"/>
              </a:rPr>
              <a:t>a</a:t>
            </a:r>
            <a:r>
              <a:rPr sz="2750" spc="-114" dirty="0">
                <a:latin typeface="Aptos (Body)"/>
                <a:cs typeface="Gill Sans MT"/>
              </a:rPr>
              <a:t> </a:t>
            </a:r>
            <a:r>
              <a:rPr sz="2750" spc="-20" dirty="0">
                <a:latin typeface="Aptos (Body)"/>
                <a:cs typeface="Gill Sans MT"/>
              </a:rPr>
              <a:t>get:</a:t>
            </a:r>
            <a:endParaRPr sz="2750" dirty="0">
              <a:latin typeface="Aptos (Body)"/>
              <a:cs typeface="Gill Sans MT"/>
            </a:endParaRPr>
          </a:p>
          <a:p>
            <a:pPr marL="12700">
              <a:lnSpc>
                <a:spcPct val="100000"/>
              </a:lnSpc>
              <a:spcBef>
                <a:spcPts val="730"/>
              </a:spcBef>
            </a:pPr>
            <a:r>
              <a:rPr sz="2400" dirty="0">
                <a:latin typeface="Courier New"/>
                <a:cs typeface="Courier New"/>
              </a:rPr>
              <a:t>GET</a:t>
            </a:r>
            <a:r>
              <a:rPr sz="2400" spc="-70" dirty="0">
                <a:latin typeface="Courier New"/>
                <a:cs typeface="Courier New"/>
              </a:rPr>
              <a:t> </a:t>
            </a:r>
            <a:r>
              <a:rPr sz="2400" spc="-10" dirty="0">
                <a:latin typeface="Courier New"/>
                <a:cs typeface="Courier New"/>
              </a:rPr>
              <a:t>somepage.html?field1=value1&amp;field2=value2</a:t>
            </a:r>
            <a:endParaRPr sz="2400" dirty="0">
              <a:latin typeface="Courier New"/>
              <a:cs typeface="Courier New"/>
            </a:endParaRPr>
          </a:p>
          <a:p>
            <a:pPr marL="12700" marR="6393815">
              <a:lnSpc>
                <a:spcPct val="125200"/>
              </a:lnSpc>
            </a:pPr>
            <a:r>
              <a:rPr sz="2400" i="1" spc="-10" dirty="0">
                <a:latin typeface="Courier New"/>
                <a:cs typeface="Courier New"/>
              </a:rPr>
              <a:t>Headers </a:t>
            </a:r>
            <a:r>
              <a:rPr sz="2400" i="1" dirty="0">
                <a:latin typeface="Courier New"/>
                <a:cs typeface="Courier New"/>
              </a:rPr>
              <a:t>Empty</a:t>
            </a:r>
            <a:r>
              <a:rPr sz="2400" i="1" spc="-90" dirty="0">
                <a:latin typeface="Courier New"/>
                <a:cs typeface="Courier New"/>
              </a:rPr>
              <a:t> </a:t>
            </a:r>
            <a:r>
              <a:rPr sz="2400" i="1" spc="-20" dirty="0">
                <a:latin typeface="Courier New"/>
                <a:cs typeface="Courier New"/>
              </a:rPr>
              <a:t>body</a:t>
            </a:r>
            <a:endParaRPr sz="2400" dirty="0">
              <a:latin typeface="Courier New"/>
              <a:cs typeface="Courier New"/>
            </a:endParaRPr>
          </a:p>
          <a:p>
            <a:pPr>
              <a:lnSpc>
                <a:spcPct val="100000"/>
              </a:lnSpc>
              <a:spcBef>
                <a:spcPts val="1230"/>
              </a:spcBef>
            </a:pPr>
            <a:endParaRPr sz="2400" dirty="0">
              <a:latin typeface="Courier New"/>
              <a:cs typeface="Courier New"/>
            </a:endParaRPr>
          </a:p>
          <a:p>
            <a:pPr marL="12700" marR="4936490">
              <a:lnSpc>
                <a:spcPct val="123600"/>
              </a:lnSpc>
            </a:pPr>
            <a:r>
              <a:rPr sz="2750" spc="-10" dirty="0">
                <a:latin typeface="Aptos (Body)"/>
                <a:cs typeface="Gill Sans MT"/>
              </a:rPr>
              <a:t>Submit</a:t>
            </a:r>
            <a:r>
              <a:rPr sz="2750" spc="-40" dirty="0">
                <a:latin typeface="Aptos (Body)"/>
                <a:cs typeface="Gill Sans MT"/>
              </a:rPr>
              <a:t> </a:t>
            </a:r>
            <a:r>
              <a:rPr sz="2750" dirty="0">
                <a:latin typeface="Aptos (Body)"/>
                <a:cs typeface="Gill Sans MT"/>
              </a:rPr>
              <a:t>with</a:t>
            </a:r>
            <a:r>
              <a:rPr sz="2750" spc="-90" dirty="0">
                <a:latin typeface="Aptos (Body)"/>
                <a:cs typeface="Gill Sans MT"/>
              </a:rPr>
              <a:t> </a:t>
            </a:r>
            <a:r>
              <a:rPr sz="2750" dirty="0">
                <a:latin typeface="Aptos (Body)"/>
                <a:cs typeface="Gill Sans MT"/>
              </a:rPr>
              <a:t>a</a:t>
            </a:r>
            <a:r>
              <a:rPr sz="2750" spc="-110" dirty="0">
                <a:latin typeface="Aptos (Body)"/>
                <a:cs typeface="Gill Sans MT"/>
              </a:rPr>
              <a:t> </a:t>
            </a:r>
            <a:r>
              <a:rPr sz="2750" spc="-20" dirty="0">
                <a:latin typeface="Aptos (Body)"/>
                <a:cs typeface="Gill Sans MT"/>
              </a:rPr>
              <a:t>post </a:t>
            </a:r>
            <a:r>
              <a:rPr sz="2400" dirty="0">
                <a:latin typeface="Courier New"/>
                <a:cs typeface="Courier New"/>
              </a:rPr>
              <a:t>POST</a:t>
            </a:r>
            <a:r>
              <a:rPr sz="2400" spc="-90" dirty="0">
                <a:latin typeface="Courier New"/>
                <a:cs typeface="Courier New"/>
              </a:rPr>
              <a:t> </a:t>
            </a:r>
            <a:r>
              <a:rPr sz="2400" spc="-10" dirty="0">
                <a:latin typeface="Courier New"/>
                <a:cs typeface="Courier New"/>
              </a:rPr>
              <a:t>somepage.html </a:t>
            </a:r>
            <a:r>
              <a:rPr sz="2400" i="1" spc="-10" dirty="0">
                <a:latin typeface="Courier New"/>
                <a:cs typeface="Courier New"/>
              </a:rPr>
              <a:t>Headers</a:t>
            </a:r>
            <a:endParaRPr sz="2400" dirty="0">
              <a:latin typeface="Courier New"/>
              <a:cs typeface="Courier New"/>
            </a:endParaRPr>
          </a:p>
          <a:p>
            <a:pPr>
              <a:lnSpc>
                <a:spcPct val="100000"/>
              </a:lnSpc>
              <a:spcBef>
                <a:spcPts val="1614"/>
              </a:spcBef>
            </a:pPr>
            <a:endParaRPr sz="2400" dirty="0">
              <a:latin typeface="Courier New"/>
              <a:cs typeface="Courier New"/>
            </a:endParaRPr>
          </a:p>
        </p:txBody>
      </p:sp>
      <p:sp>
        <p:nvSpPr>
          <p:cNvPr id="9" name="TextBox 8">
            <a:extLst>
              <a:ext uri="{FF2B5EF4-FFF2-40B4-BE49-F238E27FC236}">
                <a16:creationId xmlns:a16="http://schemas.microsoft.com/office/drawing/2014/main" id="{D53040FB-BD5C-6AB8-CC11-2953791966C7}"/>
              </a:ext>
            </a:extLst>
          </p:cNvPr>
          <p:cNvSpPr txBox="1"/>
          <p:nvPr/>
        </p:nvSpPr>
        <p:spPr>
          <a:xfrm>
            <a:off x="5772150" y="5709802"/>
            <a:ext cx="6096000" cy="369332"/>
          </a:xfrm>
          <a:prstGeom prst="rect">
            <a:avLst/>
          </a:prstGeom>
          <a:noFill/>
        </p:spPr>
        <p:txBody>
          <a:bodyPr wrap="square">
            <a:spAutoFit/>
          </a:bodyPr>
          <a:lstStyle/>
          <a:p>
            <a:r>
              <a:rPr lang="da-DK" dirty="0">
                <a:solidFill>
                  <a:srgbClr val="FF0000"/>
                </a:solidFill>
              </a:rPr>
              <a:t>Q: </a:t>
            </a:r>
            <a:r>
              <a:rPr lang="da-DK" dirty="0" err="1">
                <a:solidFill>
                  <a:srgbClr val="FF0000"/>
                </a:solidFill>
              </a:rPr>
              <a:t>When</a:t>
            </a:r>
            <a:r>
              <a:rPr lang="da-DK" dirty="0">
                <a:solidFill>
                  <a:srgbClr val="FF0000"/>
                </a:solidFill>
              </a:rPr>
              <a:t> </a:t>
            </a:r>
            <a:r>
              <a:rPr lang="da-DK" dirty="0" err="1">
                <a:solidFill>
                  <a:srgbClr val="FF0000"/>
                </a:solidFill>
              </a:rPr>
              <a:t>using</a:t>
            </a:r>
            <a:r>
              <a:rPr lang="da-DK" dirty="0">
                <a:solidFill>
                  <a:srgbClr val="FF0000"/>
                </a:solidFill>
              </a:rPr>
              <a:t> GET or POST? </a:t>
            </a:r>
            <a:r>
              <a:rPr lang="da-DK" dirty="0" err="1">
                <a:solidFill>
                  <a:srgbClr val="FF0000"/>
                </a:solidFill>
              </a:rPr>
              <a:t>Why</a:t>
            </a:r>
            <a:r>
              <a:rPr lang="da-DK" dirty="0">
                <a:solidFill>
                  <a:srgbClr val="FF0000"/>
                </a:solidFill>
              </a:rPr>
              <a:t>? </a:t>
            </a:r>
            <a:r>
              <a:rPr lang="da-DK" dirty="0" err="1">
                <a:solidFill>
                  <a:srgbClr val="FF0000"/>
                </a:solidFill>
              </a:rPr>
              <a:t>Examples</a:t>
            </a:r>
            <a:r>
              <a:rPr lang="da-DK" dirty="0">
                <a:solidFill>
                  <a:srgbClr val="FF0000"/>
                </a:solidFill>
              </a:rPr>
              <a:t>?</a:t>
            </a:r>
          </a:p>
        </p:txBody>
      </p:sp>
    </p:spTree>
    <p:extLst>
      <p:ext uri="{BB962C8B-B14F-4D97-AF65-F5344CB8AC3E}">
        <p14:creationId xmlns:p14="http://schemas.microsoft.com/office/powerpoint/2010/main" val="2843149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BC6CE9-76CB-5493-7524-7837FE46B34D}"/>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22AE537F-5746-1079-3901-5FEFA64E3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FD679AB5-0498-7EDA-F32E-29D102B81185}"/>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HTML History</a:t>
            </a:r>
          </a:p>
        </p:txBody>
      </p:sp>
      <p:sp>
        <p:nvSpPr>
          <p:cNvPr id="228" name="Rectangle 227">
            <a:extLst>
              <a:ext uri="{FF2B5EF4-FFF2-40B4-BE49-F238E27FC236}">
                <a16:creationId xmlns:a16="http://schemas.microsoft.com/office/drawing/2014/main" id="{3D90F805-B8D4-C0CC-18A1-31EBC2C44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874C5F7E-ED07-D97D-7146-5D56A12618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187F70B0-C310-B265-C236-304105530E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404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33DA-87A6-6976-0F66-E328B16D2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3822B-27AF-D845-302F-F4967AEAAF4B}"/>
              </a:ext>
            </a:extLst>
          </p:cNvPr>
          <p:cNvSpPr>
            <a:spLocks noGrp="1"/>
          </p:cNvSpPr>
          <p:nvPr>
            <p:ph type="title"/>
          </p:nvPr>
        </p:nvSpPr>
        <p:spPr/>
        <p:txBody>
          <a:bodyPr/>
          <a:lstStyle/>
          <a:p>
            <a:r>
              <a:rPr lang="da-DK" dirty="0"/>
              <a:t>HTML </a:t>
            </a:r>
            <a:r>
              <a:rPr lang="da-DK" spc="-10" dirty="0" err="1"/>
              <a:t>History</a:t>
            </a:r>
            <a:endParaRPr lang="da-DK" dirty="0"/>
          </a:p>
        </p:txBody>
      </p:sp>
      <p:sp>
        <p:nvSpPr>
          <p:cNvPr id="7" name="Content Placeholder 6">
            <a:extLst>
              <a:ext uri="{FF2B5EF4-FFF2-40B4-BE49-F238E27FC236}">
                <a16:creationId xmlns:a16="http://schemas.microsoft.com/office/drawing/2014/main" id="{7723CC46-3942-1D6A-E0EB-657654C4B334}"/>
              </a:ext>
            </a:extLst>
          </p:cNvPr>
          <p:cNvSpPr>
            <a:spLocks noGrp="1"/>
          </p:cNvSpPr>
          <p:nvPr>
            <p:ph idx="1"/>
          </p:nvPr>
        </p:nvSpPr>
        <p:spPr/>
        <p:txBody>
          <a:bodyPr/>
          <a:lstStyle/>
          <a:p>
            <a:pPr marL="0" indent="0">
              <a:buNone/>
            </a:pPr>
            <a:r>
              <a:rPr lang="da-DK" dirty="0"/>
              <a:t> </a:t>
            </a:r>
          </a:p>
        </p:txBody>
      </p:sp>
      <p:sp>
        <p:nvSpPr>
          <p:cNvPr id="4" name="object 4">
            <a:extLst>
              <a:ext uri="{FF2B5EF4-FFF2-40B4-BE49-F238E27FC236}">
                <a16:creationId xmlns:a16="http://schemas.microsoft.com/office/drawing/2014/main" id="{7584142B-BF02-0E62-42CF-5FD08939DB70}"/>
              </a:ext>
            </a:extLst>
          </p:cNvPr>
          <p:cNvSpPr txBox="1"/>
          <p:nvPr/>
        </p:nvSpPr>
        <p:spPr>
          <a:xfrm>
            <a:off x="7227315" y="2390775"/>
            <a:ext cx="2093595" cy="532197"/>
          </a:xfrm>
          <a:prstGeom prst="rect">
            <a:avLst/>
          </a:prstGeom>
        </p:spPr>
        <p:txBody>
          <a:bodyPr vert="horz" wrap="square" lIns="0" tIns="107950" rIns="0" bIns="0" rtlCol="0">
            <a:spAutoFit/>
          </a:bodyPr>
          <a:lstStyle/>
          <a:p>
            <a:pPr marL="12700">
              <a:lnSpc>
                <a:spcPct val="100000"/>
              </a:lnSpc>
              <a:spcBef>
                <a:spcPts val="850"/>
              </a:spcBef>
            </a:pPr>
            <a:r>
              <a:rPr lang="da-DK" sz="2750" spc="-20" dirty="0">
                <a:latin typeface="Aptos (Body)"/>
                <a:cs typeface="Gill Sans MT"/>
              </a:rPr>
              <a:t>1993</a:t>
            </a:r>
            <a:endParaRPr sz="2750" dirty="0">
              <a:latin typeface="Aptos (Body)"/>
              <a:cs typeface="Gill Sans MT"/>
            </a:endParaRPr>
          </a:p>
        </p:txBody>
      </p:sp>
      <p:sp>
        <p:nvSpPr>
          <p:cNvPr id="6" name="object 3">
            <a:extLst>
              <a:ext uri="{FF2B5EF4-FFF2-40B4-BE49-F238E27FC236}">
                <a16:creationId xmlns:a16="http://schemas.microsoft.com/office/drawing/2014/main" id="{9689A1B9-33FF-F9DA-94FD-8F885ECD2C20}"/>
              </a:ext>
            </a:extLst>
          </p:cNvPr>
          <p:cNvSpPr txBox="1"/>
          <p:nvPr/>
        </p:nvSpPr>
        <p:spPr>
          <a:xfrm>
            <a:off x="1479550" y="2313368"/>
            <a:ext cx="1616075" cy="2622513"/>
          </a:xfrm>
          <a:prstGeom prst="rect">
            <a:avLst/>
          </a:prstGeom>
        </p:spPr>
        <p:txBody>
          <a:bodyPr vert="horz" wrap="square" lIns="0" tIns="107950" rIns="0" bIns="0" rtlCol="0">
            <a:spAutoFit/>
          </a:bodyPr>
          <a:lstStyle/>
          <a:p>
            <a:pPr marL="12700">
              <a:lnSpc>
                <a:spcPct val="100000"/>
              </a:lnSpc>
              <a:spcBef>
                <a:spcPts val="850"/>
              </a:spcBef>
            </a:pPr>
            <a:r>
              <a:rPr sz="2750" b="1" dirty="0">
                <a:latin typeface="Aptos (Body)"/>
                <a:cs typeface="Gill Sans MT"/>
              </a:rPr>
              <a:t>HTML</a:t>
            </a:r>
            <a:r>
              <a:rPr sz="2750" b="1" spc="-80" dirty="0">
                <a:latin typeface="Aptos (Body)"/>
                <a:cs typeface="Gill Sans MT"/>
              </a:rPr>
              <a:t> </a:t>
            </a:r>
            <a:r>
              <a:rPr sz="2750" b="1" spc="-50" dirty="0">
                <a:latin typeface="Aptos (Body)"/>
                <a:cs typeface="Gill Sans MT"/>
              </a:rPr>
              <a:t>1</a:t>
            </a:r>
            <a:endParaRPr sz="2750" b="1" dirty="0">
              <a:latin typeface="Aptos (Body)"/>
              <a:cs typeface="Gill Sans MT"/>
            </a:endParaRPr>
          </a:p>
          <a:p>
            <a:pPr marL="12700">
              <a:lnSpc>
                <a:spcPct val="100000"/>
              </a:lnSpc>
              <a:spcBef>
                <a:spcPts val="755"/>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2</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3</a:t>
            </a:r>
            <a:endParaRPr sz="2750" dirty="0">
              <a:latin typeface="Aptos (Body)"/>
              <a:cs typeface="Gill Sans MT"/>
            </a:endParaRPr>
          </a:p>
          <a:p>
            <a:pPr marL="12700">
              <a:lnSpc>
                <a:spcPct val="100000"/>
              </a:lnSpc>
              <a:spcBef>
                <a:spcPts val="680"/>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4</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5</a:t>
            </a:r>
            <a:endParaRPr sz="2750" dirty="0">
              <a:latin typeface="Aptos (Body)"/>
              <a:cs typeface="Gill Sans MT"/>
            </a:endParaRPr>
          </a:p>
        </p:txBody>
      </p:sp>
    </p:spTree>
    <p:extLst>
      <p:ext uri="{BB962C8B-B14F-4D97-AF65-F5344CB8AC3E}">
        <p14:creationId xmlns:p14="http://schemas.microsoft.com/office/powerpoint/2010/main" val="31152321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81292-6B87-03FA-7D3F-08D94DE53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97271-B66E-FB78-A8CD-92B9BE736873}"/>
              </a:ext>
            </a:extLst>
          </p:cNvPr>
          <p:cNvSpPr>
            <a:spLocks noGrp="1"/>
          </p:cNvSpPr>
          <p:nvPr>
            <p:ph type="title"/>
          </p:nvPr>
        </p:nvSpPr>
        <p:spPr/>
        <p:txBody>
          <a:bodyPr/>
          <a:lstStyle/>
          <a:p>
            <a:r>
              <a:rPr lang="da-DK" dirty="0"/>
              <a:t>HTML </a:t>
            </a:r>
            <a:r>
              <a:rPr lang="da-DK" spc="-10" dirty="0" err="1"/>
              <a:t>History</a:t>
            </a:r>
            <a:endParaRPr lang="da-DK" dirty="0"/>
          </a:p>
        </p:txBody>
      </p:sp>
      <p:sp>
        <p:nvSpPr>
          <p:cNvPr id="7" name="Content Placeholder 6">
            <a:extLst>
              <a:ext uri="{FF2B5EF4-FFF2-40B4-BE49-F238E27FC236}">
                <a16:creationId xmlns:a16="http://schemas.microsoft.com/office/drawing/2014/main" id="{83C85C02-0C6A-44CC-3EF5-CBF28993C693}"/>
              </a:ext>
            </a:extLst>
          </p:cNvPr>
          <p:cNvSpPr>
            <a:spLocks noGrp="1"/>
          </p:cNvSpPr>
          <p:nvPr>
            <p:ph idx="1"/>
          </p:nvPr>
        </p:nvSpPr>
        <p:spPr/>
        <p:txBody>
          <a:bodyPr/>
          <a:lstStyle/>
          <a:p>
            <a:pPr marL="0" indent="0">
              <a:buNone/>
            </a:pPr>
            <a:r>
              <a:rPr lang="da-DK" dirty="0"/>
              <a:t> </a:t>
            </a:r>
          </a:p>
        </p:txBody>
      </p:sp>
      <p:sp>
        <p:nvSpPr>
          <p:cNvPr id="4" name="object 4">
            <a:extLst>
              <a:ext uri="{FF2B5EF4-FFF2-40B4-BE49-F238E27FC236}">
                <a16:creationId xmlns:a16="http://schemas.microsoft.com/office/drawing/2014/main" id="{AA17864B-E2B2-C045-92A0-97671792FE79}"/>
              </a:ext>
            </a:extLst>
          </p:cNvPr>
          <p:cNvSpPr txBox="1"/>
          <p:nvPr/>
        </p:nvSpPr>
        <p:spPr>
          <a:xfrm>
            <a:off x="7227315" y="2390775"/>
            <a:ext cx="2093595" cy="1609415"/>
          </a:xfrm>
          <a:prstGeom prst="rect">
            <a:avLst/>
          </a:prstGeom>
        </p:spPr>
        <p:txBody>
          <a:bodyPr vert="horz" wrap="square" lIns="0" tIns="107950" rIns="0" bIns="0" rtlCol="0">
            <a:spAutoFit/>
          </a:bodyPr>
          <a:lstStyle/>
          <a:p>
            <a:pPr marL="12700">
              <a:lnSpc>
                <a:spcPct val="100000"/>
              </a:lnSpc>
              <a:spcBef>
                <a:spcPts val="850"/>
              </a:spcBef>
            </a:pPr>
            <a:r>
              <a:rPr lang="da-DK" sz="2750" spc="-20" dirty="0">
                <a:latin typeface="Aptos (Body)"/>
                <a:cs typeface="Gill Sans MT"/>
              </a:rPr>
              <a:t>1995</a:t>
            </a:r>
          </a:p>
          <a:p>
            <a:pPr marL="12700">
              <a:lnSpc>
                <a:spcPct val="100000"/>
              </a:lnSpc>
              <a:spcBef>
                <a:spcPts val="850"/>
              </a:spcBef>
            </a:pPr>
            <a:r>
              <a:rPr lang="da-DK" sz="2750" spc="-20" dirty="0">
                <a:latin typeface="Aptos (Body)"/>
                <a:cs typeface="Gill Sans MT"/>
              </a:rPr>
              <a:t>Form</a:t>
            </a:r>
          </a:p>
          <a:p>
            <a:pPr marL="12700">
              <a:lnSpc>
                <a:spcPct val="100000"/>
              </a:lnSpc>
              <a:spcBef>
                <a:spcPts val="850"/>
              </a:spcBef>
            </a:pPr>
            <a:r>
              <a:rPr lang="da-DK" sz="2750" spc="-20" dirty="0" err="1">
                <a:latin typeface="Aptos (Body)"/>
                <a:cs typeface="Gill Sans MT"/>
              </a:rPr>
              <a:t>Table</a:t>
            </a:r>
            <a:endParaRPr sz="2750" dirty="0">
              <a:latin typeface="Aptos (Body)"/>
              <a:cs typeface="Gill Sans MT"/>
            </a:endParaRPr>
          </a:p>
        </p:txBody>
      </p:sp>
      <p:sp>
        <p:nvSpPr>
          <p:cNvPr id="6" name="object 3">
            <a:extLst>
              <a:ext uri="{FF2B5EF4-FFF2-40B4-BE49-F238E27FC236}">
                <a16:creationId xmlns:a16="http://schemas.microsoft.com/office/drawing/2014/main" id="{EF8B555C-EB0A-F6B2-46AC-6B789558B313}"/>
              </a:ext>
            </a:extLst>
          </p:cNvPr>
          <p:cNvSpPr txBox="1"/>
          <p:nvPr/>
        </p:nvSpPr>
        <p:spPr>
          <a:xfrm>
            <a:off x="1479550" y="2313368"/>
            <a:ext cx="1616075" cy="2622513"/>
          </a:xfrm>
          <a:prstGeom prst="rect">
            <a:avLst/>
          </a:prstGeom>
        </p:spPr>
        <p:txBody>
          <a:bodyPr vert="horz" wrap="square" lIns="0" tIns="107950" rIns="0" bIns="0" rtlCol="0">
            <a:spAutoFit/>
          </a:bodyPr>
          <a:lstStyle/>
          <a:p>
            <a:pPr marL="12700">
              <a:lnSpc>
                <a:spcPct val="100000"/>
              </a:lnSpc>
              <a:spcBef>
                <a:spcPts val="850"/>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1</a:t>
            </a:r>
            <a:endParaRPr sz="2750" dirty="0">
              <a:latin typeface="Aptos (Body)"/>
              <a:cs typeface="Gill Sans MT"/>
            </a:endParaRPr>
          </a:p>
          <a:p>
            <a:pPr marL="12700">
              <a:lnSpc>
                <a:spcPct val="100000"/>
              </a:lnSpc>
              <a:spcBef>
                <a:spcPts val="755"/>
              </a:spcBef>
            </a:pPr>
            <a:r>
              <a:rPr sz="2750" b="1" dirty="0">
                <a:latin typeface="Aptos (Body)"/>
                <a:cs typeface="Gill Sans MT"/>
              </a:rPr>
              <a:t>HTML</a:t>
            </a:r>
            <a:r>
              <a:rPr sz="2750" b="1" spc="-80" dirty="0">
                <a:latin typeface="Aptos (Body)"/>
                <a:cs typeface="Gill Sans MT"/>
              </a:rPr>
              <a:t> </a:t>
            </a:r>
            <a:r>
              <a:rPr sz="2750" b="1" spc="-50" dirty="0">
                <a:latin typeface="Aptos (Body)"/>
                <a:cs typeface="Gill Sans MT"/>
              </a:rPr>
              <a:t>2</a:t>
            </a:r>
            <a:endParaRPr sz="2750" b="1"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3</a:t>
            </a:r>
            <a:endParaRPr sz="2750" dirty="0">
              <a:latin typeface="Aptos (Body)"/>
              <a:cs typeface="Gill Sans MT"/>
            </a:endParaRPr>
          </a:p>
          <a:p>
            <a:pPr marL="12700">
              <a:lnSpc>
                <a:spcPct val="100000"/>
              </a:lnSpc>
              <a:spcBef>
                <a:spcPts val="680"/>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4</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5</a:t>
            </a:r>
            <a:endParaRPr sz="2750" dirty="0">
              <a:latin typeface="Aptos (Body)"/>
              <a:cs typeface="Gill Sans MT"/>
            </a:endParaRPr>
          </a:p>
        </p:txBody>
      </p:sp>
    </p:spTree>
    <p:extLst>
      <p:ext uri="{BB962C8B-B14F-4D97-AF65-F5344CB8AC3E}">
        <p14:creationId xmlns:p14="http://schemas.microsoft.com/office/powerpoint/2010/main" val="3802106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FEBEA-31A1-EE84-5BF4-2C0F59B61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CDD84-B034-73EE-4303-E4F232C26958}"/>
              </a:ext>
            </a:extLst>
          </p:cNvPr>
          <p:cNvSpPr>
            <a:spLocks noGrp="1"/>
          </p:cNvSpPr>
          <p:nvPr>
            <p:ph type="title"/>
          </p:nvPr>
        </p:nvSpPr>
        <p:spPr/>
        <p:txBody>
          <a:bodyPr/>
          <a:lstStyle/>
          <a:p>
            <a:r>
              <a:rPr lang="da-DK" dirty="0"/>
              <a:t>HTML </a:t>
            </a:r>
            <a:r>
              <a:rPr lang="da-DK" spc="-10" dirty="0" err="1"/>
              <a:t>History</a:t>
            </a:r>
            <a:endParaRPr lang="da-DK" dirty="0"/>
          </a:p>
        </p:txBody>
      </p:sp>
      <p:sp>
        <p:nvSpPr>
          <p:cNvPr id="7" name="Content Placeholder 6">
            <a:extLst>
              <a:ext uri="{FF2B5EF4-FFF2-40B4-BE49-F238E27FC236}">
                <a16:creationId xmlns:a16="http://schemas.microsoft.com/office/drawing/2014/main" id="{4CA40A2F-51ED-721D-FF17-CDFF8A9DA426}"/>
              </a:ext>
            </a:extLst>
          </p:cNvPr>
          <p:cNvSpPr>
            <a:spLocks noGrp="1"/>
          </p:cNvSpPr>
          <p:nvPr>
            <p:ph idx="1"/>
          </p:nvPr>
        </p:nvSpPr>
        <p:spPr/>
        <p:txBody>
          <a:bodyPr/>
          <a:lstStyle/>
          <a:p>
            <a:pPr marL="0" indent="0">
              <a:buNone/>
            </a:pPr>
            <a:r>
              <a:rPr lang="da-DK" dirty="0"/>
              <a:t> </a:t>
            </a:r>
          </a:p>
        </p:txBody>
      </p:sp>
      <p:sp>
        <p:nvSpPr>
          <p:cNvPr id="4" name="object 4">
            <a:extLst>
              <a:ext uri="{FF2B5EF4-FFF2-40B4-BE49-F238E27FC236}">
                <a16:creationId xmlns:a16="http://schemas.microsoft.com/office/drawing/2014/main" id="{5918D3D1-DF8E-B83F-3825-6FDE74FA93ED}"/>
              </a:ext>
            </a:extLst>
          </p:cNvPr>
          <p:cNvSpPr txBox="1"/>
          <p:nvPr/>
        </p:nvSpPr>
        <p:spPr>
          <a:xfrm>
            <a:off x="7227315" y="2390775"/>
            <a:ext cx="3745485" cy="1070806"/>
          </a:xfrm>
          <a:prstGeom prst="rect">
            <a:avLst/>
          </a:prstGeom>
        </p:spPr>
        <p:txBody>
          <a:bodyPr vert="horz" wrap="square" lIns="0" tIns="107950" rIns="0" bIns="0" rtlCol="0">
            <a:spAutoFit/>
          </a:bodyPr>
          <a:lstStyle/>
          <a:p>
            <a:pPr marL="12700">
              <a:lnSpc>
                <a:spcPct val="100000"/>
              </a:lnSpc>
              <a:spcBef>
                <a:spcPts val="850"/>
              </a:spcBef>
            </a:pPr>
            <a:r>
              <a:rPr lang="da-DK" sz="2750" spc="-20" dirty="0">
                <a:latin typeface="Aptos (Body)"/>
                <a:cs typeface="Gill Sans MT"/>
              </a:rPr>
              <a:t>1997</a:t>
            </a:r>
          </a:p>
          <a:p>
            <a:pPr marL="12700">
              <a:lnSpc>
                <a:spcPct val="100000"/>
              </a:lnSpc>
              <a:spcBef>
                <a:spcPts val="850"/>
              </a:spcBef>
            </a:pPr>
            <a:r>
              <a:rPr lang="da-DK" sz="2750" spc="-20" dirty="0" err="1">
                <a:latin typeface="Aptos (Body)"/>
                <a:cs typeface="Gill Sans MT"/>
              </a:rPr>
              <a:t>Several</a:t>
            </a:r>
            <a:r>
              <a:rPr lang="da-DK" sz="2750" spc="-20" dirty="0">
                <a:latin typeface="Aptos (Body)"/>
                <a:cs typeface="Gill Sans MT"/>
              </a:rPr>
              <a:t> </a:t>
            </a:r>
            <a:r>
              <a:rPr lang="da-DK" sz="2750" spc="-20" dirty="0" err="1">
                <a:latin typeface="Aptos (Body)"/>
                <a:cs typeface="Gill Sans MT"/>
              </a:rPr>
              <a:t>improvements</a:t>
            </a:r>
            <a:endParaRPr sz="2750" dirty="0">
              <a:latin typeface="Aptos (Body)"/>
              <a:cs typeface="Gill Sans MT"/>
            </a:endParaRPr>
          </a:p>
        </p:txBody>
      </p:sp>
      <p:sp>
        <p:nvSpPr>
          <p:cNvPr id="6" name="object 3">
            <a:extLst>
              <a:ext uri="{FF2B5EF4-FFF2-40B4-BE49-F238E27FC236}">
                <a16:creationId xmlns:a16="http://schemas.microsoft.com/office/drawing/2014/main" id="{FF24AD72-E3E1-95B5-97E0-6A6D4A39BC96}"/>
              </a:ext>
            </a:extLst>
          </p:cNvPr>
          <p:cNvSpPr txBox="1"/>
          <p:nvPr/>
        </p:nvSpPr>
        <p:spPr>
          <a:xfrm>
            <a:off x="1479550" y="2313368"/>
            <a:ext cx="1616075" cy="2622513"/>
          </a:xfrm>
          <a:prstGeom prst="rect">
            <a:avLst/>
          </a:prstGeom>
        </p:spPr>
        <p:txBody>
          <a:bodyPr vert="horz" wrap="square" lIns="0" tIns="107950" rIns="0" bIns="0" rtlCol="0">
            <a:spAutoFit/>
          </a:bodyPr>
          <a:lstStyle/>
          <a:p>
            <a:pPr marL="12700">
              <a:lnSpc>
                <a:spcPct val="100000"/>
              </a:lnSpc>
              <a:spcBef>
                <a:spcPts val="850"/>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1</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2</a:t>
            </a:r>
            <a:endParaRPr sz="2750" dirty="0">
              <a:latin typeface="Aptos (Body)"/>
              <a:cs typeface="Gill Sans MT"/>
            </a:endParaRPr>
          </a:p>
          <a:p>
            <a:pPr marL="12700">
              <a:lnSpc>
                <a:spcPct val="100000"/>
              </a:lnSpc>
              <a:spcBef>
                <a:spcPts val="755"/>
              </a:spcBef>
            </a:pPr>
            <a:r>
              <a:rPr sz="2750" b="1" dirty="0">
                <a:latin typeface="Aptos (Body)"/>
                <a:cs typeface="Gill Sans MT"/>
              </a:rPr>
              <a:t>HTML</a:t>
            </a:r>
            <a:r>
              <a:rPr sz="2750" b="1" spc="-75" dirty="0">
                <a:latin typeface="Aptos (Body)"/>
                <a:cs typeface="Gill Sans MT"/>
              </a:rPr>
              <a:t> </a:t>
            </a:r>
            <a:r>
              <a:rPr sz="2750" b="1" spc="-50" dirty="0">
                <a:latin typeface="Aptos (Body)"/>
                <a:cs typeface="Gill Sans MT"/>
              </a:rPr>
              <a:t>3</a:t>
            </a:r>
            <a:endParaRPr sz="2750" b="1" dirty="0">
              <a:latin typeface="Aptos (Body)"/>
              <a:cs typeface="Gill Sans MT"/>
            </a:endParaRPr>
          </a:p>
          <a:p>
            <a:pPr marL="12700">
              <a:lnSpc>
                <a:spcPct val="100000"/>
              </a:lnSpc>
              <a:spcBef>
                <a:spcPts val="680"/>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4</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5</a:t>
            </a:r>
            <a:endParaRPr sz="2750" dirty="0">
              <a:latin typeface="Aptos (Body)"/>
              <a:cs typeface="Gill Sans MT"/>
            </a:endParaRPr>
          </a:p>
        </p:txBody>
      </p:sp>
    </p:spTree>
    <p:extLst>
      <p:ext uri="{BB962C8B-B14F-4D97-AF65-F5344CB8AC3E}">
        <p14:creationId xmlns:p14="http://schemas.microsoft.com/office/powerpoint/2010/main" val="3165413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C6434-191F-4390-3225-E44207E0A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FE9C6-393D-E641-2D09-F99C2D4D118C}"/>
              </a:ext>
            </a:extLst>
          </p:cNvPr>
          <p:cNvSpPr>
            <a:spLocks noGrp="1"/>
          </p:cNvSpPr>
          <p:nvPr>
            <p:ph type="title"/>
          </p:nvPr>
        </p:nvSpPr>
        <p:spPr/>
        <p:txBody>
          <a:bodyPr/>
          <a:lstStyle/>
          <a:p>
            <a:r>
              <a:rPr lang="da-DK" dirty="0"/>
              <a:t>HTML </a:t>
            </a:r>
            <a:r>
              <a:rPr lang="da-DK" spc="-10" dirty="0" err="1"/>
              <a:t>History</a:t>
            </a:r>
            <a:endParaRPr lang="da-DK" dirty="0"/>
          </a:p>
        </p:txBody>
      </p:sp>
      <p:sp>
        <p:nvSpPr>
          <p:cNvPr id="7" name="Content Placeholder 6">
            <a:extLst>
              <a:ext uri="{FF2B5EF4-FFF2-40B4-BE49-F238E27FC236}">
                <a16:creationId xmlns:a16="http://schemas.microsoft.com/office/drawing/2014/main" id="{EBFBA98D-31E5-1439-B81E-3ECCD128BBEE}"/>
              </a:ext>
            </a:extLst>
          </p:cNvPr>
          <p:cNvSpPr>
            <a:spLocks noGrp="1"/>
          </p:cNvSpPr>
          <p:nvPr>
            <p:ph idx="1"/>
          </p:nvPr>
        </p:nvSpPr>
        <p:spPr/>
        <p:txBody>
          <a:bodyPr/>
          <a:lstStyle/>
          <a:p>
            <a:pPr marL="0" indent="0">
              <a:buNone/>
            </a:pPr>
            <a:r>
              <a:rPr lang="da-DK" dirty="0"/>
              <a:t> </a:t>
            </a:r>
          </a:p>
        </p:txBody>
      </p:sp>
      <p:sp>
        <p:nvSpPr>
          <p:cNvPr id="4" name="object 4">
            <a:extLst>
              <a:ext uri="{FF2B5EF4-FFF2-40B4-BE49-F238E27FC236}">
                <a16:creationId xmlns:a16="http://schemas.microsoft.com/office/drawing/2014/main" id="{EAD54F18-9096-E959-F402-AD74D8DF8F4D}"/>
              </a:ext>
            </a:extLst>
          </p:cNvPr>
          <p:cNvSpPr txBox="1"/>
          <p:nvPr/>
        </p:nvSpPr>
        <p:spPr>
          <a:xfrm>
            <a:off x="7227315" y="2390775"/>
            <a:ext cx="3745485" cy="1070806"/>
          </a:xfrm>
          <a:prstGeom prst="rect">
            <a:avLst/>
          </a:prstGeom>
        </p:spPr>
        <p:txBody>
          <a:bodyPr vert="horz" wrap="square" lIns="0" tIns="107950" rIns="0" bIns="0" rtlCol="0">
            <a:spAutoFit/>
          </a:bodyPr>
          <a:lstStyle/>
          <a:p>
            <a:pPr marL="12700">
              <a:lnSpc>
                <a:spcPct val="100000"/>
              </a:lnSpc>
              <a:spcBef>
                <a:spcPts val="850"/>
              </a:spcBef>
            </a:pPr>
            <a:r>
              <a:rPr lang="da-DK" sz="2750" spc="-20" dirty="0">
                <a:latin typeface="Aptos (Body)"/>
                <a:cs typeface="Gill Sans MT"/>
              </a:rPr>
              <a:t>1997</a:t>
            </a:r>
          </a:p>
          <a:p>
            <a:pPr marL="12700">
              <a:lnSpc>
                <a:spcPct val="100000"/>
              </a:lnSpc>
              <a:spcBef>
                <a:spcPts val="850"/>
              </a:spcBef>
            </a:pPr>
            <a:r>
              <a:rPr lang="da-DK" sz="2750" spc="-20" dirty="0" err="1">
                <a:latin typeface="Aptos (Body)"/>
                <a:cs typeface="Gill Sans MT"/>
              </a:rPr>
              <a:t>Several</a:t>
            </a:r>
            <a:r>
              <a:rPr lang="da-DK" sz="2750" spc="-20" dirty="0">
                <a:latin typeface="Aptos (Body)"/>
                <a:cs typeface="Gill Sans MT"/>
              </a:rPr>
              <a:t> </a:t>
            </a:r>
            <a:r>
              <a:rPr lang="da-DK" sz="2750" spc="-20" dirty="0" err="1">
                <a:latin typeface="Aptos (Body)"/>
                <a:cs typeface="Gill Sans MT"/>
              </a:rPr>
              <a:t>improvements</a:t>
            </a:r>
            <a:endParaRPr sz="2750" dirty="0">
              <a:latin typeface="Aptos (Body)"/>
              <a:cs typeface="Gill Sans MT"/>
            </a:endParaRPr>
          </a:p>
        </p:txBody>
      </p:sp>
      <p:sp>
        <p:nvSpPr>
          <p:cNvPr id="6" name="object 3">
            <a:extLst>
              <a:ext uri="{FF2B5EF4-FFF2-40B4-BE49-F238E27FC236}">
                <a16:creationId xmlns:a16="http://schemas.microsoft.com/office/drawing/2014/main" id="{7AAEDFB0-1A29-CBCB-76F3-22FBE3192D10}"/>
              </a:ext>
            </a:extLst>
          </p:cNvPr>
          <p:cNvSpPr txBox="1"/>
          <p:nvPr/>
        </p:nvSpPr>
        <p:spPr>
          <a:xfrm>
            <a:off x="1479550" y="2313368"/>
            <a:ext cx="1616075" cy="2622513"/>
          </a:xfrm>
          <a:prstGeom prst="rect">
            <a:avLst/>
          </a:prstGeom>
        </p:spPr>
        <p:txBody>
          <a:bodyPr vert="horz" wrap="square" lIns="0" tIns="107950" rIns="0" bIns="0" rtlCol="0">
            <a:spAutoFit/>
          </a:bodyPr>
          <a:lstStyle/>
          <a:p>
            <a:pPr marL="12700">
              <a:lnSpc>
                <a:spcPct val="100000"/>
              </a:lnSpc>
              <a:spcBef>
                <a:spcPts val="850"/>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1</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2</a:t>
            </a:r>
            <a:endParaRPr sz="2750" dirty="0">
              <a:latin typeface="Aptos (Body)"/>
              <a:cs typeface="Gill Sans MT"/>
            </a:endParaRPr>
          </a:p>
          <a:p>
            <a:pPr marL="12700">
              <a:lnSpc>
                <a:spcPct val="100000"/>
              </a:lnSpc>
              <a:spcBef>
                <a:spcPts val="755"/>
              </a:spcBef>
            </a:pPr>
            <a:r>
              <a:rPr sz="2750" b="1" dirty="0">
                <a:latin typeface="Aptos (Body)"/>
                <a:cs typeface="Gill Sans MT"/>
              </a:rPr>
              <a:t>HTML</a:t>
            </a:r>
            <a:r>
              <a:rPr sz="2750" b="1" spc="-75" dirty="0">
                <a:latin typeface="Aptos (Body)"/>
                <a:cs typeface="Gill Sans MT"/>
              </a:rPr>
              <a:t> </a:t>
            </a:r>
            <a:r>
              <a:rPr sz="2750" b="1" spc="-50" dirty="0">
                <a:latin typeface="Aptos (Body)"/>
                <a:cs typeface="Gill Sans MT"/>
              </a:rPr>
              <a:t>3</a:t>
            </a:r>
            <a:endParaRPr sz="2750" b="1" dirty="0">
              <a:latin typeface="Aptos (Body)"/>
              <a:cs typeface="Gill Sans MT"/>
            </a:endParaRPr>
          </a:p>
          <a:p>
            <a:pPr marL="12700">
              <a:lnSpc>
                <a:spcPct val="100000"/>
              </a:lnSpc>
              <a:spcBef>
                <a:spcPts val="680"/>
              </a:spcBef>
            </a:pPr>
            <a:r>
              <a:rPr sz="2750" b="1" dirty="0">
                <a:latin typeface="Aptos (Body)"/>
                <a:cs typeface="Gill Sans MT"/>
              </a:rPr>
              <a:t>HTML</a:t>
            </a:r>
            <a:r>
              <a:rPr sz="2750" b="1" spc="-75" dirty="0">
                <a:latin typeface="Aptos (Body)"/>
                <a:cs typeface="Gill Sans MT"/>
              </a:rPr>
              <a:t> </a:t>
            </a:r>
            <a:r>
              <a:rPr sz="2750" b="1" spc="-50" dirty="0">
                <a:latin typeface="Aptos (Body)"/>
                <a:cs typeface="Gill Sans MT"/>
              </a:rPr>
              <a:t>4</a:t>
            </a:r>
            <a:endParaRPr sz="2750" b="1"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5</a:t>
            </a:r>
            <a:endParaRPr sz="2750" dirty="0">
              <a:latin typeface="Aptos (Body)"/>
              <a:cs typeface="Gill Sans MT"/>
            </a:endParaRPr>
          </a:p>
        </p:txBody>
      </p:sp>
    </p:spTree>
    <p:extLst>
      <p:ext uri="{BB962C8B-B14F-4D97-AF65-F5344CB8AC3E}">
        <p14:creationId xmlns:p14="http://schemas.microsoft.com/office/powerpoint/2010/main" val="901557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E089C-7286-974E-3D8F-74F14B625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717A2-BFAF-C0BB-8C16-E573A5A43D69}"/>
              </a:ext>
            </a:extLst>
          </p:cNvPr>
          <p:cNvSpPr>
            <a:spLocks noGrp="1"/>
          </p:cNvSpPr>
          <p:nvPr>
            <p:ph type="title"/>
          </p:nvPr>
        </p:nvSpPr>
        <p:spPr/>
        <p:txBody>
          <a:bodyPr/>
          <a:lstStyle/>
          <a:p>
            <a:r>
              <a:rPr lang="da-DK" dirty="0"/>
              <a:t>HTML </a:t>
            </a:r>
            <a:r>
              <a:rPr lang="da-DK" spc="-10" dirty="0" err="1"/>
              <a:t>History</a:t>
            </a:r>
            <a:endParaRPr lang="da-DK" dirty="0"/>
          </a:p>
        </p:txBody>
      </p:sp>
      <p:sp>
        <p:nvSpPr>
          <p:cNvPr id="7" name="Content Placeholder 6">
            <a:extLst>
              <a:ext uri="{FF2B5EF4-FFF2-40B4-BE49-F238E27FC236}">
                <a16:creationId xmlns:a16="http://schemas.microsoft.com/office/drawing/2014/main" id="{A7485307-30AE-77F5-6FF3-86794B3BEBA6}"/>
              </a:ext>
            </a:extLst>
          </p:cNvPr>
          <p:cNvSpPr>
            <a:spLocks noGrp="1"/>
          </p:cNvSpPr>
          <p:nvPr>
            <p:ph idx="1"/>
          </p:nvPr>
        </p:nvSpPr>
        <p:spPr/>
        <p:txBody>
          <a:bodyPr/>
          <a:lstStyle/>
          <a:p>
            <a:pPr marL="0" indent="0">
              <a:buNone/>
            </a:pPr>
            <a:r>
              <a:rPr lang="da-DK" dirty="0"/>
              <a:t> </a:t>
            </a:r>
          </a:p>
        </p:txBody>
      </p:sp>
      <p:sp>
        <p:nvSpPr>
          <p:cNvPr id="4" name="object 4">
            <a:extLst>
              <a:ext uri="{FF2B5EF4-FFF2-40B4-BE49-F238E27FC236}">
                <a16:creationId xmlns:a16="http://schemas.microsoft.com/office/drawing/2014/main" id="{B0B3E881-C237-32C9-829B-D2659E8F75A1}"/>
              </a:ext>
            </a:extLst>
          </p:cNvPr>
          <p:cNvSpPr txBox="1"/>
          <p:nvPr/>
        </p:nvSpPr>
        <p:spPr>
          <a:xfrm>
            <a:off x="7067494" y="1825625"/>
            <a:ext cx="3745485" cy="1617109"/>
          </a:xfrm>
          <a:prstGeom prst="rect">
            <a:avLst/>
          </a:prstGeom>
        </p:spPr>
        <p:txBody>
          <a:bodyPr vert="horz" wrap="square" lIns="0" tIns="107950" rIns="0" bIns="0" rtlCol="0">
            <a:spAutoFit/>
          </a:bodyPr>
          <a:lstStyle/>
          <a:p>
            <a:pPr marL="12700">
              <a:lnSpc>
                <a:spcPct val="100000"/>
              </a:lnSpc>
              <a:spcBef>
                <a:spcPts val="850"/>
              </a:spcBef>
            </a:pPr>
            <a:r>
              <a:rPr lang="da-DK" sz="2750" spc="-20" dirty="0">
                <a:latin typeface="Aptos (Body)"/>
                <a:cs typeface="Gill Sans MT"/>
              </a:rPr>
              <a:t>2008</a:t>
            </a:r>
          </a:p>
          <a:p>
            <a:pPr marL="12700">
              <a:lnSpc>
                <a:spcPct val="100000"/>
              </a:lnSpc>
              <a:spcBef>
                <a:spcPts val="850"/>
              </a:spcBef>
            </a:pPr>
            <a:r>
              <a:rPr lang="da-DK" sz="2750" spc="-20" dirty="0">
                <a:latin typeface="Aptos (Body)"/>
                <a:cs typeface="Gill Sans MT"/>
              </a:rPr>
              <a:t>No more flash</a:t>
            </a:r>
          </a:p>
          <a:p>
            <a:pPr marL="12700">
              <a:lnSpc>
                <a:spcPct val="100000"/>
              </a:lnSpc>
              <a:spcBef>
                <a:spcPts val="850"/>
              </a:spcBef>
            </a:pPr>
            <a:r>
              <a:rPr lang="da-DK" sz="2800" dirty="0" err="1"/>
              <a:t>Semantic</a:t>
            </a:r>
            <a:r>
              <a:rPr lang="da-DK" sz="2800" dirty="0"/>
              <a:t> elements </a:t>
            </a:r>
            <a:endParaRPr sz="2750" dirty="0">
              <a:latin typeface="Aptos (Body)"/>
              <a:cs typeface="Gill Sans MT"/>
            </a:endParaRPr>
          </a:p>
        </p:txBody>
      </p:sp>
      <p:sp>
        <p:nvSpPr>
          <p:cNvPr id="6" name="object 3">
            <a:extLst>
              <a:ext uri="{FF2B5EF4-FFF2-40B4-BE49-F238E27FC236}">
                <a16:creationId xmlns:a16="http://schemas.microsoft.com/office/drawing/2014/main" id="{C4088CC9-9802-3E91-54EF-6333B49C45A3}"/>
              </a:ext>
            </a:extLst>
          </p:cNvPr>
          <p:cNvSpPr txBox="1"/>
          <p:nvPr/>
        </p:nvSpPr>
        <p:spPr>
          <a:xfrm>
            <a:off x="1479550" y="2313368"/>
            <a:ext cx="1616075" cy="2622513"/>
          </a:xfrm>
          <a:prstGeom prst="rect">
            <a:avLst/>
          </a:prstGeom>
        </p:spPr>
        <p:txBody>
          <a:bodyPr vert="horz" wrap="square" lIns="0" tIns="107950" rIns="0" bIns="0" rtlCol="0">
            <a:spAutoFit/>
          </a:bodyPr>
          <a:lstStyle/>
          <a:p>
            <a:pPr marL="12700">
              <a:lnSpc>
                <a:spcPct val="100000"/>
              </a:lnSpc>
              <a:spcBef>
                <a:spcPts val="850"/>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1</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2</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3</a:t>
            </a:r>
            <a:endParaRPr sz="2750" dirty="0">
              <a:latin typeface="Aptos (Body)"/>
              <a:cs typeface="Gill Sans MT"/>
            </a:endParaRPr>
          </a:p>
          <a:p>
            <a:pPr marL="12700">
              <a:lnSpc>
                <a:spcPct val="100000"/>
              </a:lnSpc>
              <a:spcBef>
                <a:spcPts val="680"/>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4</a:t>
            </a:r>
            <a:endParaRPr sz="2750" dirty="0">
              <a:latin typeface="Aptos (Body)"/>
              <a:cs typeface="Gill Sans MT"/>
            </a:endParaRPr>
          </a:p>
          <a:p>
            <a:pPr marL="12700">
              <a:lnSpc>
                <a:spcPct val="100000"/>
              </a:lnSpc>
              <a:spcBef>
                <a:spcPts val="755"/>
              </a:spcBef>
            </a:pPr>
            <a:r>
              <a:rPr sz="2750" b="1" dirty="0">
                <a:latin typeface="Aptos (Body)"/>
                <a:cs typeface="Gill Sans MT"/>
              </a:rPr>
              <a:t>HTML</a:t>
            </a:r>
            <a:r>
              <a:rPr sz="2750" b="1" spc="-75" dirty="0">
                <a:latin typeface="Aptos (Body)"/>
                <a:cs typeface="Gill Sans MT"/>
              </a:rPr>
              <a:t> </a:t>
            </a:r>
            <a:r>
              <a:rPr sz="2750" b="1" spc="-50" dirty="0">
                <a:latin typeface="Aptos (Body)"/>
                <a:cs typeface="Gill Sans MT"/>
              </a:rPr>
              <a:t>5</a:t>
            </a:r>
            <a:endParaRPr sz="2750" b="1" dirty="0">
              <a:latin typeface="Aptos (Body)"/>
              <a:cs typeface="Gill Sans MT"/>
            </a:endParaRPr>
          </a:p>
        </p:txBody>
      </p:sp>
      <p:pic>
        <p:nvPicPr>
          <p:cNvPr id="5" name="Picture 4">
            <a:extLst>
              <a:ext uri="{FF2B5EF4-FFF2-40B4-BE49-F238E27FC236}">
                <a16:creationId xmlns:a16="http://schemas.microsoft.com/office/drawing/2014/main" id="{3F31F326-76B1-E185-FDB5-3C945B9AAB91}"/>
              </a:ext>
            </a:extLst>
          </p:cNvPr>
          <p:cNvPicPr>
            <a:picLocks noChangeAspect="1"/>
          </p:cNvPicPr>
          <p:nvPr/>
        </p:nvPicPr>
        <p:blipFill>
          <a:blip r:embed="rId2"/>
          <a:stretch>
            <a:fillRect/>
          </a:stretch>
        </p:blipFill>
        <p:spPr>
          <a:xfrm>
            <a:off x="7067494" y="3873460"/>
            <a:ext cx="2171812" cy="1530429"/>
          </a:xfrm>
          <a:prstGeom prst="rect">
            <a:avLst/>
          </a:prstGeom>
        </p:spPr>
      </p:pic>
    </p:spTree>
    <p:extLst>
      <p:ext uri="{BB962C8B-B14F-4D97-AF65-F5344CB8AC3E}">
        <p14:creationId xmlns:p14="http://schemas.microsoft.com/office/powerpoint/2010/main" val="88437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5C17-26E6-F67A-2FD5-BF5E61D90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CF32B-F63E-B0BB-1F8F-C47783F19045}"/>
              </a:ext>
            </a:extLst>
          </p:cNvPr>
          <p:cNvSpPr>
            <a:spLocks noGrp="1"/>
          </p:cNvSpPr>
          <p:nvPr>
            <p:ph type="title"/>
          </p:nvPr>
        </p:nvSpPr>
        <p:spPr/>
        <p:txBody>
          <a:bodyPr/>
          <a:lstStyle/>
          <a:p>
            <a:r>
              <a:rPr lang="da-DK" dirty="0"/>
              <a:t>HTML </a:t>
            </a:r>
            <a:r>
              <a:rPr lang="da-DK" spc="-10" dirty="0"/>
              <a:t>5 more elements</a:t>
            </a:r>
            <a:endParaRPr lang="da-DK" dirty="0"/>
          </a:p>
        </p:txBody>
      </p:sp>
      <p:sp>
        <p:nvSpPr>
          <p:cNvPr id="7" name="Content Placeholder 6">
            <a:extLst>
              <a:ext uri="{FF2B5EF4-FFF2-40B4-BE49-F238E27FC236}">
                <a16:creationId xmlns:a16="http://schemas.microsoft.com/office/drawing/2014/main" id="{56F0B560-BAA1-4B85-E930-4AC832C644C3}"/>
              </a:ext>
            </a:extLst>
          </p:cNvPr>
          <p:cNvSpPr>
            <a:spLocks noGrp="1"/>
          </p:cNvSpPr>
          <p:nvPr>
            <p:ph idx="1"/>
          </p:nvPr>
        </p:nvSpPr>
        <p:spPr/>
        <p:txBody>
          <a:bodyPr/>
          <a:lstStyle/>
          <a:p>
            <a:pPr marL="0" indent="0">
              <a:buNone/>
            </a:pPr>
            <a:r>
              <a:rPr lang="da-DK" dirty="0"/>
              <a:t> </a:t>
            </a:r>
          </a:p>
        </p:txBody>
      </p:sp>
      <p:sp>
        <p:nvSpPr>
          <p:cNvPr id="3" name="object 3">
            <a:extLst>
              <a:ext uri="{FF2B5EF4-FFF2-40B4-BE49-F238E27FC236}">
                <a16:creationId xmlns:a16="http://schemas.microsoft.com/office/drawing/2014/main" id="{135B4CF2-1863-8A6A-DDAB-F128DCECB538}"/>
              </a:ext>
            </a:extLst>
          </p:cNvPr>
          <p:cNvSpPr txBox="1">
            <a:spLocks/>
          </p:cNvSpPr>
          <p:nvPr/>
        </p:nvSpPr>
        <p:spPr>
          <a:xfrm>
            <a:off x="1546225" y="1984217"/>
            <a:ext cx="7129780" cy="4034154"/>
          </a:xfrm>
          <a:prstGeom prst="rect">
            <a:avLst/>
          </a:prstGeom>
        </p:spPr>
        <p:txBody>
          <a:bodyPr vert="horz" wrap="square" lIns="0" tIns="177165"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a:lnSpc>
                <a:spcPct val="100000"/>
              </a:lnSpc>
              <a:spcBef>
                <a:spcPts val="1395"/>
              </a:spcBef>
            </a:pPr>
            <a:r>
              <a:rPr lang="da-DK" spc="-10" dirty="0" err="1"/>
              <a:t>Graphic</a:t>
            </a:r>
            <a:endParaRPr lang="da-DK" spc="-10" dirty="0"/>
          </a:p>
          <a:p>
            <a:pPr marL="12700" marR="3088640" indent="200025">
              <a:lnSpc>
                <a:spcPct val="124900"/>
              </a:lnSpc>
              <a:spcBef>
                <a:spcPts val="385"/>
              </a:spcBef>
            </a:pPr>
            <a:r>
              <a:rPr lang="da-DK" sz="2400" dirty="0">
                <a:latin typeface="Courier New"/>
                <a:cs typeface="Courier New"/>
              </a:rPr>
              <a:t>video,</a:t>
            </a:r>
            <a:r>
              <a:rPr lang="da-DK" sz="2400" spc="-65" dirty="0">
                <a:latin typeface="Courier New"/>
                <a:cs typeface="Courier New"/>
              </a:rPr>
              <a:t> </a:t>
            </a:r>
            <a:r>
              <a:rPr lang="da-DK" sz="2400" dirty="0">
                <a:latin typeface="Courier New"/>
                <a:cs typeface="Courier New"/>
              </a:rPr>
              <a:t>audio,</a:t>
            </a:r>
            <a:r>
              <a:rPr lang="da-DK" sz="2400" spc="-65" dirty="0">
                <a:latin typeface="Courier New"/>
                <a:cs typeface="Courier New"/>
              </a:rPr>
              <a:t> </a:t>
            </a:r>
            <a:r>
              <a:rPr lang="da-DK" sz="2400" spc="-10" dirty="0" err="1">
                <a:latin typeface="Courier New"/>
                <a:cs typeface="Courier New"/>
              </a:rPr>
              <a:t>canvas</a:t>
            </a:r>
            <a:r>
              <a:rPr lang="da-DK" sz="2400" spc="-10" dirty="0">
                <a:latin typeface="Courier New"/>
                <a:cs typeface="Courier New"/>
              </a:rPr>
              <a:t> </a:t>
            </a:r>
            <a:r>
              <a:rPr lang="da-DK" spc="-10" dirty="0" err="1"/>
              <a:t>Expandable</a:t>
            </a:r>
            <a:r>
              <a:rPr lang="da-DK" spc="-175" dirty="0"/>
              <a:t> </a:t>
            </a:r>
            <a:r>
              <a:rPr lang="da-DK" spc="-10" dirty="0" err="1"/>
              <a:t>sections</a:t>
            </a:r>
            <a:r>
              <a:rPr lang="da-DK" spc="-10" dirty="0"/>
              <a:t> </a:t>
            </a:r>
            <a:r>
              <a:rPr lang="da-DK" sz="2400" dirty="0">
                <a:latin typeface="Courier New"/>
                <a:cs typeface="Courier New"/>
              </a:rPr>
              <a:t>summary,</a:t>
            </a:r>
            <a:r>
              <a:rPr lang="da-DK" sz="2400" spc="-105" dirty="0">
                <a:latin typeface="Courier New"/>
                <a:cs typeface="Courier New"/>
              </a:rPr>
              <a:t> </a:t>
            </a:r>
            <a:r>
              <a:rPr lang="da-DK" sz="2400" spc="-10" dirty="0" err="1">
                <a:latin typeface="Courier New"/>
                <a:cs typeface="Courier New"/>
              </a:rPr>
              <a:t>details</a:t>
            </a:r>
            <a:r>
              <a:rPr lang="da-DK" sz="2400" spc="-10" dirty="0">
                <a:latin typeface="Courier New"/>
                <a:cs typeface="Courier New"/>
              </a:rPr>
              <a:t> </a:t>
            </a:r>
            <a:r>
              <a:rPr lang="da-DK" spc="-25" dirty="0" err="1"/>
              <a:t>Semantic</a:t>
            </a:r>
            <a:r>
              <a:rPr lang="da-DK" spc="-65" dirty="0"/>
              <a:t> </a:t>
            </a:r>
            <a:r>
              <a:rPr lang="da-DK" spc="-10" dirty="0"/>
              <a:t>elements</a:t>
            </a:r>
            <a:endParaRPr lang="da-DK" sz="2400" dirty="0">
              <a:latin typeface="Courier New"/>
              <a:cs typeface="Courier New"/>
            </a:endParaRPr>
          </a:p>
          <a:p>
            <a:pPr marL="193675">
              <a:lnSpc>
                <a:spcPct val="100000"/>
              </a:lnSpc>
              <a:spcBef>
                <a:spcPts val="730"/>
              </a:spcBef>
            </a:pPr>
            <a:r>
              <a:rPr lang="da-DK" sz="2400" dirty="0">
                <a:latin typeface="Courier New"/>
                <a:cs typeface="Courier New"/>
              </a:rPr>
              <a:t>header,</a:t>
            </a:r>
            <a:r>
              <a:rPr lang="da-DK" sz="2400" spc="-55" dirty="0">
                <a:latin typeface="Courier New"/>
                <a:cs typeface="Courier New"/>
              </a:rPr>
              <a:t> </a:t>
            </a:r>
            <a:r>
              <a:rPr lang="da-DK" sz="2400" dirty="0" err="1">
                <a:latin typeface="Courier New"/>
                <a:cs typeface="Courier New"/>
              </a:rPr>
              <a:t>article</a:t>
            </a:r>
            <a:r>
              <a:rPr lang="da-DK" sz="2400" dirty="0">
                <a:latin typeface="Courier New"/>
                <a:cs typeface="Courier New"/>
              </a:rPr>
              <a:t>,</a:t>
            </a:r>
            <a:r>
              <a:rPr lang="da-DK" sz="2400" spc="-110" dirty="0">
                <a:latin typeface="Courier New"/>
                <a:cs typeface="Courier New"/>
              </a:rPr>
              <a:t> </a:t>
            </a:r>
            <a:r>
              <a:rPr lang="da-DK" sz="2400" dirty="0" err="1">
                <a:latin typeface="Courier New"/>
                <a:cs typeface="Courier New"/>
              </a:rPr>
              <a:t>section</a:t>
            </a:r>
            <a:r>
              <a:rPr lang="da-DK" sz="2400" dirty="0">
                <a:latin typeface="Courier New"/>
                <a:cs typeface="Courier New"/>
              </a:rPr>
              <a:t>,</a:t>
            </a:r>
            <a:r>
              <a:rPr lang="da-DK" sz="2400" spc="-45" dirty="0">
                <a:latin typeface="Courier New"/>
                <a:cs typeface="Courier New"/>
              </a:rPr>
              <a:t> </a:t>
            </a:r>
            <a:r>
              <a:rPr lang="da-DK" sz="2400" dirty="0" err="1">
                <a:latin typeface="Courier New"/>
                <a:cs typeface="Courier New"/>
              </a:rPr>
              <a:t>footer</a:t>
            </a:r>
            <a:r>
              <a:rPr lang="da-DK" sz="2400" dirty="0">
                <a:latin typeface="Courier New"/>
                <a:cs typeface="Courier New"/>
              </a:rPr>
              <a:t>,</a:t>
            </a:r>
            <a:r>
              <a:rPr lang="da-DK" sz="2400" spc="-110" dirty="0">
                <a:latin typeface="Courier New"/>
                <a:cs typeface="Courier New"/>
              </a:rPr>
              <a:t> </a:t>
            </a:r>
            <a:r>
              <a:rPr lang="da-DK" sz="2400" spc="-25" dirty="0">
                <a:latin typeface="Courier New"/>
                <a:cs typeface="Courier New"/>
              </a:rPr>
              <a:t>nav</a:t>
            </a:r>
            <a:endParaRPr lang="da-DK" sz="2400" dirty="0">
              <a:latin typeface="Courier New"/>
              <a:cs typeface="Courier New"/>
            </a:endParaRPr>
          </a:p>
        </p:txBody>
      </p:sp>
    </p:spTree>
    <p:extLst>
      <p:ext uri="{BB962C8B-B14F-4D97-AF65-F5344CB8AC3E}">
        <p14:creationId xmlns:p14="http://schemas.microsoft.com/office/powerpoint/2010/main" val="2824220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ABAD-66A5-BA1E-9C5E-19D80AD5F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DE519-A4E5-1DCB-870E-F7CB398F0BB1}"/>
              </a:ext>
            </a:extLst>
          </p:cNvPr>
          <p:cNvSpPr>
            <a:spLocks noGrp="1"/>
          </p:cNvSpPr>
          <p:nvPr>
            <p:ph type="title"/>
          </p:nvPr>
        </p:nvSpPr>
        <p:spPr/>
        <p:txBody>
          <a:bodyPr/>
          <a:lstStyle/>
          <a:p>
            <a:r>
              <a:rPr lang="da-DK" dirty="0"/>
              <a:t>HTML </a:t>
            </a:r>
            <a:r>
              <a:rPr lang="da-DK" spc="-10" dirty="0" err="1"/>
              <a:t>Semantic</a:t>
            </a:r>
            <a:r>
              <a:rPr lang="da-DK" spc="-10" dirty="0"/>
              <a:t> Element </a:t>
            </a:r>
            <a:r>
              <a:rPr lang="da-DK" spc="-10" dirty="0" err="1"/>
              <a:t>vs</a:t>
            </a:r>
            <a:r>
              <a:rPr lang="da-DK" spc="-10" dirty="0"/>
              <a:t> Non-</a:t>
            </a:r>
            <a:r>
              <a:rPr lang="da-DK" spc="-10" dirty="0" err="1"/>
              <a:t>Semantic</a:t>
            </a:r>
            <a:endParaRPr lang="da-DK" dirty="0"/>
          </a:p>
        </p:txBody>
      </p:sp>
      <p:sp>
        <p:nvSpPr>
          <p:cNvPr id="7" name="Content Placeholder 6">
            <a:extLst>
              <a:ext uri="{FF2B5EF4-FFF2-40B4-BE49-F238E27FC236}">
                <a16:creationId xmlns:a16="http://schemas.microsoft.com/office/drawing/2014/main" id="{4C001559-52C1-214B-9E7A-991B9C903D49}"/>
              </a:ext>
            </a:extLst>
          </p:cNvPr>
          <p:cNvSpPr>
            <a:spLocks noGrp="1"/>
          </p:cNvSpPr>
          <p:nvPr>
            <p:ph idx="1"/>
          </p:nvPr>
        </p:nvSpPr>
        <p:spPr/>
        <p:txBody>
          <a:bodyPr/>
          <a:lstStyle/>
          <a:p>
            <a:pPr marL="0" indent="0">
              <a:buNone/>
            </a:pPr>
            <a:r>
              <a:rPr lang="da-DK" dirty="0"/>
              <a:t> </a:t>
            </a:r>
          </a:p>
        </p:txBody>
      </p:sp>
      <p:graphicFrame>
        <p:nvGraphicFramePr>
          <p:cNvPr id="8" name="Rectangle 1">
            <a:extLst>
              <a:ext uri="{FF2B5EF4-FFF2-40B4-BE49-F238E27FC236}">
                <a16:creationId xmlns:a16="http://schemas.microsoft.com/office/drawing/2014/main" id="{3F9DFAA7-B19A-F804-B127-E81F835CC62C}"/>
              </a:ext>
            </a:extLst>
          </p:cNvPr>
          <p:cNvGraphicFramePr/>
          <p:nvPr>
            <p:extLst>
              <p:ext uri="{D42A27DB-BD31-4B8C-83A1-F6EECF244321}">
                <p14:modId xmlns:p14="http://schemas.microsoft.com/office/powerpoint/2010/main" val="2716486503"/>
              </p:ext>
            </p:extLst>
          </p:nvPr>
        </p:nvGraphicFramePr>
        <p:xfrm>
          <a:off x="628650" y="169545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3167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EEEB-A780-9B13-50FE-F0783DB85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3DD95-F443-AB0E-8288-C63F111D1E2B}"/>
              </a:ext>
            </a:extLst>
          </p:cNvPr>
          <p:cNvSpPr>
            <a:spLocks noGrp="1"/>
          </p:cNvSpPr>
          <p:nvPr>
            <p:ph type="title"/>
          </p:nvPr>
        </p:nvSpPr>
        <p:spPr/>
        <p:txBody>
          <a:bodyPr/>
          <a:lstStyle/>
          <a:p>
            <a:r>
              <a:rPr lang="da-DK" dirty="0"/>
              <a:t>HTML </a:t>
            </a:r>
            <a:r>
              <a:rPr lang="da-DK" spc="-10" dirty="0" err="1"/>
              <a:t>Semantic</a:t>
            </a:r>
            <a:r>
              <a:rPr lang="da-DK" spc="-10" dirty="0"/>
              <a:t> Element </a:t>
            </a:r>
            <a:r>
              <a:rPr lang="da-DK" spc="-10" dirty="0" err="1"/>
              <a:t>vs</a:t>
            </a:r>
            <a:r>
              <a:rPr lang="da-DK" spc="-10" dirty="0"/>
              <a:t> Non-</a:t>
            </a:r>
            <a:r>
              <a:rPr lang="da-DK" spc="-10" dirty="0" err="1"/>
              <a:t>Semantic</a:t>
            </a:r>
            <a:endParaRPr lang="da-DK" dirty="0"/>
          </a:p>
        </p:txBody>
      </p:sp>
      <p:sp>
        <p:nvSpPr>
          <p:cNvPr id="7" name="Content Placeholder 6">
            <a:extLst>
              <a:ext uri="{FF2B5EF4-FFF2-40B4-BE49-F238E27FC236}">
                <a16:creationId xmlns:a16="http://schemas.microsoft.com/office/drawing/2014/main" id="{5DFCE181-1EC3-1553-F385-0C6834CECC01}"/>
              </a:ext>
            </a:extLst>
          </p:cNvPr>
          <p:cNvSpPr>
            <a:spLocks noGrp="1"/>
          </p:cNvSpPr>
          <p:nvPr>
            <p:ph idx="1"/>
          </p:nvPr>
        </p:nvSpPr>
        <p:spPr/>
        <p:txBody>
          <a:bodyPr/>
          <a:lstStyle/>
          <a:p>
            <a:pPr marL="0" indent="0">
              <a:buNone/>
            </a:pPr>
            <a:r>
              <a:rPr lang="da-DK" dirty="0"/>
              <a:t> </a:t>
            </a:r>
          </a:p>
        </p:txBody>
      </p:sp>
      <p:pic>
        <p:nvPicPr>
          <p:cNvPr id="4" name="Picture 3">
            <a:extLst>
              <a:ext uri="{FF2B5EF4-FFF2-40B4-BE49-F238E27FC236}">
                <a16:creationId xmlns:a16="http://schemas.microsoft.com/office/drawing/2014/main" id="{95354DF8-B734-CF44-8E8A-1317CD7285EC}"/>
              </a:ext>
            </a:extLst>
          </p:cNvPr>
          <p:cNvPicPr>
            <a:picLocks noChangeAspect="1"/>
          </p:cNvPicPr>
          <p:nvPr/>
        </p:nvPicPr>
        <p:blipFill>
          <a:blip r:embed="rId2"/>
          <a:stretch>
            <a:fillRect/>
          </a:stretch>
        </p:blipFill>
        <p:spPr>
          <a:xfrm>
            <a:off x="381000" y="2158592"/>
            <a:ext cx="5384616" cy="1600200"/>
          </a:xfrm>
          <a:prstGeom prst="rect">
            <a:avLst/>
          </a:prstGeom>
        </p:spPr>
      </p:pic>
      <p:sp>
        <p:nvSpPr>
          <p:cNvPr id="6" name="Rectangle: Rounded Corners 5">
            <a:extLst>
              <a:ext uri="{FF2B5EF4-FFF2-40B4-BE49-F238E27FC236}">
                <a16:creationId xmlns:a16="http://schemas.microsoft.com/office/drawing/2014/main" id="{06F2AC94-2DFD-0813-54EF-861CC4CB2E5D}"/>
              </a:ext>
            </a:extLst>
          </p:cNvPr>
          <p:cNvSpPr/>
          <p:nvPr/>
        </p:nvSpPr>
        <p:spPr>
          <a:xfrm>
            <a:off x="6172200" y="2335983"/>
            <a:ext cx="5638800" cy="12454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dirty="0"/>
              <a:t>&lt;div&gt;</a:t>
            </a:r>
          </a:p>
          <a:p>
            <a:pPr algn="l"/>
            <a:r>
              <a:rPr lang="en-US" dirty="0"/>
              <a:t> 	&lt;h2&gt;Latest News&lt;/h2&gt; </a:t>
            </a:r>
          </a:p>
          <a:p>
            <a:pPr algn="l"/>
            <a:r>
              <a:rPr lang="en-US" dirty="0"/>
              <a:t>	&lt;p&gt;This is the content of the article...&lt;/p&gt; </a:t>
            </a:r>
          </a:p>
          <a:p>
            <a:pPr algn="l"/>
            <a:r>
              <a:rPr lang="en-US" dirty="0"/>
              <a:t>&lt;/div&gt;</a:t>
            </a:r>
          </a:p>
        </p:txBody>
      </p:sp>
      <p:pic>
        <p:nvPicPr>
          <p:cNvPr id="10" name="Picture 9">
            <a:extLst>
              <a:ext uri="{FF2B5EF4-FFF2-40B4-BE49-F238E27FC236}">
                <a16:creationId xmlns:a16="http://schemas.microsoft.com/office/drawing/2014/main" id="{63B5D908-9477-1E75-E0D4-9B8D5CD31553}"/>
              </a:ext>
            </a:extLst>
          </p:cNvPr>
          <p:cNvPicPr>
            <a:picLocks noChangeAspect="1"/>
          </p:cNvPicPr>
          <p:nvPr/>
        </p:nvPicPr>
        <p:blipFill>
          <a:blip r:embed="rId3"/>
          <a:stretch>
            <a:fillRect/>
          </a:stretch>
        </p:blipFill>
        <p:spPr>
          <a:xfrm>
            <a:off x="5334000" y="4114800"/>
            <a:ext cx="6677891" cy="1828800"/>
          </a:xfrm>
          <a:prstGeom prst="rect">
            <a:avLst/>
          </a:prstGeom>
        </p:spPr>
      </p:pic>
    </p:spTree>
    <p:extLst>
      <p:ext uri="{BB962C8B-B14F-4D97-AF65-F5344CB8AC3E}">
        <p14:creationId xmlns:p14="http://schemas.microsoft.com/office/powerpoint/2010/main" val="3380452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8726B-AB0D-FB8A-8E71-B947DFBC7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9783C-19E6-4273-609A-471B7B297648}"/>
              </a:ext>
            </a:extLst>
          </p:cNvPr>
          <p:cNvSpPr>
            <a:spLocks noGrp="1"/>
          </p:cNvSpPr>
          <p:nvPr>
            <p:ph type="title"/>
          </p:nvPr>
        </p:nvSpPr>
        <p:spPr/>
        <p:txBody>
          <a:bodyPr/>
          <a:lstStyle/>
          <a:p>
            <a:r>
              <a:rPr lang="da-DK" dirty="0"/>
              <a:t>HTML </a:t>
            </a:r>
            <a:r>
              <a:rPr lang="da-DK" spc="-10" dirty="0" err="1"/>
              <a:t>Semantic</a:t>
            </a:r>
            <a:r>
              <a:rPr lang="da-DK" spc="-10" dirty="0"/>
              <a:t> Element </a:t>
            </a:r>
            <a:r>
              <a:rPr lang="da-DK" spc="-10" dirty="0" err="1"/>
              <a:t>vs</a:t>
            </a:r>
            <a:r>
              <a:rPr lang="da-DK" spc="-10" dirty="0"/>
              <a:t> Non-</a:t>
            </a:r>
            <a:r>
              <a:rPr lang="da-DK" spc="-10" dirty="0" err="1"/>
              <a:t>Semantic</a:t>
            </a:r>
            <a:endParaRPr lang="da-DK" dirty="0"/>
          </a:p>
        </p:txBody>
      </p:sp>
      <p:sp>
        <p:nvSpPr>
          <p:cNvPr id="7" name="Content Placeholder 6">
            <a:extLst>
              <a:ext uri="{FF2B5EF4-FFF2-40B4-BE49-F238E27FC236}">
                <a16:creationId xmlns:a16="http://schemas.microsoft.com/office/drawing/2014/main" id="{3653342F-7A95-FE91-4469-9FEB0206B9A7}"/>
              </a:ext>
            </a:extLst>
          </p:cNvPr>
          <p:cNvSpPr>
            <a:spLocks noGrp="1"/>
          </p:cNvSpPr>
          <p:nvPr>
            <p:ph idx="1"/>
          </p:nvPr>
        </p:nvSpPr>
        <p:spPr/>
        <p:txBody>
          <a:bodyPr/>
          <a:lstStyle/>
          <a:p>
            <a:pPr marL="0" indent="0">
              <a:buNone/>
            </a:pPr>
            <a:r>
              <a:rPr lang="da-DK" dirty="0"/>
              <a:t> </a:t>
            </a:r>
          </a:p>
        </p:txBody>
      </p:sp>
      <p:sp>
        <p:nvSpPr>
          <p:cNvPr id="4" name="TextBox 3">
            <a:extLst>
              <a:ext uri="{FF2B5EF4-FFF2-40B4-BE49-F238E27FC236}">
                <a16:creationId xmlns:a16="http://schemas.microsoft.com/office/drawing/2014/main" id="{B3734AC9-DD4A-D3C1-5CF7-CB0D713C6AC7}"/>
              </a:ext>
            </a:extLst>
          </p:cNvPr>
          <p:cNvSpPr txBox="1"/>
          <p:nvPr/>
        </p:nvSpPr>
        <p:spPr>
          <a:xfrm>
            <a:off x="838200" y="1640959"/>
            <a:ext cx="6096000" cy="369332"/>
          </a:xfrm>
          <a:prstGeom prst="rect">
            <a:avLst/>
          </a:prstGeom>
          <a:noFill/>
        </p:spPr>
        <p:txBody>
          <a:bodyPr wrap="square">
            <a:spAutoFit/>
          </a:bodyPr>
          <a:lstStyle/>
          <a:p>
            <a:r>
              <a:rPr lang="da-DK" dirty="0" err="1"/>
              <a:t>Add</a:t>
            </a:r>
            <a:r>
              <a:rPr lang="da-DK" dirty="0"/>
              <a:t> </a:t>
            </a:r>
            <a:r>
              <a:rPr lang="da-DK" dirty="0" err="1"/>
              <a:t>semantic</a:t>
            </a:r>
            <a:r>
              <a:rPr lang="da-DK" dirty="0"/>
              <a:t> to </a:t>
            </a:r>
            <a:r>
              <a:rPr lang="da-DK" dirty="0" err="1"/>
              <a:t>your</a:t>
            </a:r>
            <a:r>
              <a:rPr lang="da-DK" dirty="0"/>
              <a:t> content</a:t>
            </a:r>
          </a:p>
        </p:txBody>
      </p:sp>
      <p:pic>
        <p:nvPicPr>
          <p:cNvPr id="9" name="Picture 8">
            <a:extLst>
              <a:ext uri="{FF2B5EF4-FFF2-40B4-BE49-F238E27FC236}">
                <a16:creationId xmlns:a16="http://schemas.microsoft.com/office/drawing/2014/main" id="{AFBCB76E-6FCB-F276-095D-A97F9E4A28B0}"/>
              </a:ext>
            </a:extLst>
          </p:cNvPr>
          <p:cNvPicPr>
            <a:picLocks noChangeAspect="1"/>
          </p:cNvPicPr>
          <p:nvPr/>
        </p:nvPicPr>
        <p:blipFill>
          <a:blip r:embed="rId2"/>
          <a:stretch>
            <a:fillRect/>
          </a:stretch>
        </p:blipFill>
        <p:spPr>
          <a:xfrm>
            <a:off x="1123950" y="2183864"/>
            <a:ext cx="3810000" cy="3819525"/>
          </a:xfrm>
          <a:prstGeom prst="rect">
            <a:avLst/>
          </a:prstGeom>
        </p:spPr>
      </p:pic>
      <p:pic>
        <p:nvPicPr>
          <p:cNvPr id="10" name="Picture 9">
            <a:extLst>
              <a:ext uri="{FF2B5EF4-FFF2-40B4-BE49-F238E27FC236}">
                <a16:creationId xmlns:a16="http://schemas.microsoft.com/office/drawing/2014/main" id="{CE516D37-653A-AAFA-6143-EC95FCB55D37}"/>
              </a:ext>
            </a:extLst>
          </p:cNvPr>
          <p:cNvPicPr>
            <a:picLocks noChangeAspect="1"/>
          </p:cNvPicPr>
          <p:nvPr/>
        </p:nvPicPr>
        <p:blipFill>
          <a:blip r:embed="rId3"/>
          <a:stretch>
            <a:fillRect/>
          </a:stretch>
        </p:blipFill>
        <p:spPr>
          <a:xfrm>
            <a:off x="6448425" y="2252662"/>
            <a:ext cx="3810000" cy="3819525"/>
          </a:xfrm>
          <a:prstGeom prst="rect">
            <a:avLst/>
          </a:prstGeom>
        </p:spPr>
      </p:pic>
      <p:sp>
        <p:nvSpPr>
          <p:cNvPr id="11" name="TextBox 10">
            <a:extLst>
              <a:ext uri="{FF2B5EF4-FFF2-40B4-BE49-F238E27FC236}">
                <a16:creationId xmlns:a16="http://schemas.microsoft.com/office/drawing/2014/main" id="{D57A2C05-EF74-CECD-ACCA-4A5261E48C83}"/>
              </a:ext>
            </a:extLst>
          </p:cNvPr>
          <p:cNvSpPr txBox="1"/>
          <p:nvPr/>
        </p:nvSpPr>
        <p:spPr>
          <a:xfrm>
            <a:off x="1681163" y="6003389"/>
            <a:ext cx="1962150" cy="369332"/>
          </a:xfrm>
          <a:prstGeom prst="rect">
            <a:avLst/>
          </a:prstGeom>
          <a:noFill/>
        </p:spPr>
        <p:txBody>
          <a:bodyPr wrap="square">
            <a:spAutoFit/>
          </a:bodyPr>
          <a:lstStyle/>
          <a:p>
            <a:r>
              <a:rPr lang="da-DK" i="1" dirty="0" err="1"/>
              <a:t>Before</a:t>
            </a:r>
            <a:r>
              <a:rPr lang="da-DK" i="1" dirty="0"/>
              <a:t>: HTML4</a:t>
            </a:r>
          </a:p>
        </p:txBody>
      </p:sp>
      <p:sp>
        <p:nvSpPr>
          <p:cNvPr id="12" name="TextBox 11">
            <a:extLst>
              <a:ext uri="{FF2B5EF4-FFF2-40B4-BE49-F238E27FC236}">
                <a16:creationId xmlns:a16="http://schemas.microsoft.com/office/drawing/2014/main" id="{04029268-F5E3-D1E9-22A9-277A0ED9D4CD}"/>
              </a:ext>
            </a:extLst>
          </p:cNvPr>
          <p:cNvSpPr txBox="1"/>
          <p:nvPr/>
        </p:nvSpPr>
        <p:spPr>
          <a:xfrm>
            <a:off x="6827043" y="6003389"/>
            <a:ext cx="1962150" cy="369332"/>
          </a:xfrm>
          <a:prstGeom prst="rect">
            <a:avLst/>
          </a:prstGeom>
          <a:noFill/>
        </p:spPr>
        <p:txBody>
          <a:bodyPr wrap="square">
            <a:spAutoFit/>
          </a:bodyPr>
          <a:lstStyle/>
          <a:p>
            <a:r>
              <a:rPr lang="da-DK" i="1" dirty="0" err="1"/>
              <a:t>After</a:t>
            </a:r>
            <a:r>
              <a:rPr lang="da-DK" i="1" dirty="0"/>
              <a:t>: HTML5</a:t>
            </a:r>
          </a:p>
        </p:txBody>
      </p:sp>
      <p:sp>
        <p:nvSpPr>
          <p:cNvPr id="14" name="TextBox 13">
            <a:extLst>
              <a:ext uri="{FF2B5EF4-FFF2-40B4-BE49-F238E27FC236}">
                <a16:creationId xmlns:a16="http://schemas.microsoft.com/office/drawing/2014/main" id="{C8B3731F-746E-E015-8E5C-B92760CD014E}"/>
              </a:ext>
            </a:extLst>
          </p:cNvPr>
          <p:cNvSpPr txBox="1"/>
          <p:nvPr/>
        </p:nvSpPr>
        <p:spPr>
          <a:xfrm>
            <a:off x="161925" y="6492875"/>
            <a:ext cx="6096000" cy="369332"/>
          </a:xfrm>
          <a:prstGeom prst="rect">
            <a:avLst/>
          </a:prstGeom>
          <a:noFill/>
        </p:spPr>
        <p:txBody>
          <a:bodyPr wrap="square">
            <a:spAutoFit/>
          </a:bodyPr>
          <a:lstStyle/>
          <a:p>
            <a:r>
              <a:rPr lang="da-DK" dirty="0">
                <a:solidFill>
                  <a:schemeClr val="bg1">
                    <a:lumMod val="50000"/>
                  </a:schemeClr>
                </a:solidFill>
              </a:rPr>
              <a:t>https://ltlatnd.wordpress.com/2010/05/04/what-is-html5/</a:t>
            </a:r>
          </a:p>
        </p:txBody>
      </p:sp>
    </p:spTree>
    <p:extLst>
      <p:ext uri="{BB962C8B-B14F-4D97-AF65-F5344CB8AC3E}">
        <p14:creationId xmlns:p14="http://schemas.microsoft.com/office/powerpoint/2010/main" val="21362292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C979-AE81-059A-C9E3-B5EE712E9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80631-3617-E1A4-8D97-F2499B7CCCE8}"/>
              </a:ext>
            </a:extLst>
          </p:cNvPr>
          <p:cNvSpPr>
            <a:spLocks noGrp="1"/>
          </p:cNvSpPr>
          <p:nvPr>
            <p:ph type="title"/>
          </p:nvPr>
        </p:nvSpPr>
        <p:spPr/>
        <p:txBody>
          <a:bodyPr/>
          <a:lstStyle/>
          <a:p>
            <a:r>
              <a:rPr lang="da-DK" dirty="0"/>
              <a:t>HTML 5 </a:t>
            </a:r>
            <a:r>
              <a:rPr lang="da-DK" spc="-10" dirty="0" err="1"/>
              <a:t>Semantic</a:t>
            </a:r>
            <a:r>
              <a:rPr lang="da-DK" spc="-10" dirty="0"/>
              <a:t> model</a:t>
            </a:r>
            <a:endParaRPr lang="da-DK" dirty="0"/>
          </a:p>
        </p:txBody>
      </p:sp>
      <p:sp>
        <p:nvSpPr>
          <p:cNvPr id="7" name="Content Placeholder 6">
            <a:extLst>
              <a:ext uri="{FF2B5EF4-FFF2-40B4-BE49-F238E27FC236}">
                <a16:creationId xmlns:a16="http://schemas.microsoft.com/office/drawing/2014/main" id="{F23916E9-F931-B91D-B3E8-E718FA96841D}"/>
              </a:ext>
            </a:extLst>
          </p:cNvPr>
          <p:cNvSpPr>
            <a:spLocks noGrp="1"/>
          </p:cNvSpPr>
          <p:nvPr>
            <p:ph idx="1"/>
          </p:nvPr>
        </p:nvSpPr>
        <p:spPr/>
        <p:txBody>
          <a:bodyPr/>
          <a:lstStyle/>
          <a:p>
            <a:pPr marL="0" indent="0">
              <a:buNone/>
            </a:pPr>
            <a:r>
              <a:rPr lang="da-DK" dirty="0"/>
              <a:t> </a:t>
            </a:r>
          </a:p>
        </p:txBody>
      </p:sp>
      <p:sp>
        <p:nvSpPr>
          <p:cNvPr id="4" name="TextBox 3">
            <a:extLst>
              <a:ext uri="{FF2B5EF4-FFF2-40B4-BE49-F238E27FC236}">
                <a16:creationId xmlns:a16="http://schemas.microsoft.com/office/drawing/2014/main" id="{86AD8EFE-ECBA-E22E-84D8-550A0BAB6C8E}"/>
              </a:ext>
            </a:extLst>
          </p:cNvPr>
          <p:cNvSpPr txBox="1"/>
          <p:nvPr/>
        </p:nvSpPr>
        <p:spPr>
          <a:xfrm>
            <a:off x="838200" y="1640959"/>
            <a:ext cx="6096000" cy="369332"/>
          </a:xfrm>
          <a:prstGeom prst="rect">
            <a:avLst/>
          </a:prstGeom>
          <a:noFill/>
        </p:spPr>
        <p:txBody>
          <a:bodyPr wrap="square">
            <a:spAutoFit/>
          </a:bodyPr>
          <a:lstStyle/>
          <a:p>
            <a:r>
              <a:rPr lang="da-DK" dirty="0" err="1"/>
              <a:t>Add</a:t>
            </a:r>
            <a:r>
              <a:rPr lang="da-DK" dirty="0"/>
              <a:t> </a:t>
            </a:r>
            <a:r>
              <a:rPr lang="da-DK" dirty="0" err="1"/>
              <a:t>semantic</a:t>
            </a:r>
            <a:r>
              <a:rPr lang="da-DK" dirty="0"/>
              <a:t> to </a:t>
            </a:r>
            <a:r>
              <a:rPr lang="da-DK" dirty="0" err="1"/>
              <a:t>your</a:t>
            </a:r>
            <a:r>
              <a:rPr lang="da-DK" dirty="0"/>
              <a:t> content</a:t>
            </a:r>
          </a:p>
        </p:txBody>
      </p:sp>
      <p:pic>
        <p:nvPicPr>
          <p:cNvPr id="10" name="Picture 9">
            <a:extLst>
              <a:ext uri="{FF2B5EF4-FFF2-40B4-BE49-F238E27FC236}">
                <a16:creationId xmlns:a16="http://schemas.microsoft.com/office/drawing/2014/main" id="{8BCF5A94-5642-A02D-826B-177829462EAC}"/>
              </a:ext>
            </a:extLst>
          </p:cNvPr>
          <p:cNvPicPr>
            <a:picLocks noChangeAspect="1"/>
          </p:cNvPicPr>
          <p:nvPr/>
        </p:nvPicPr>
        <p:blipFill>
          <a:blip r:embed="rId2"/>
          <a:stretch>
            <a:fillRect/>
          </a:stretch>
        </p:blipFill>
        <p:spPr>
          <a:xfrm>
            <a:off x="6448425" y="2252662"/>
            <a:ext cx="3810000" cy="3819525"/>
          </a:xfrm>
          <a:prstGeom prst="rect">
            <a:avLst/>
          </a:prstGeom>
        </p:spPr>
      </p:pic>
      <p:sp>
        <p:nvSpPr>
          <p:cNvPr id="14" name="TextBox 13">
            <a:extLst>
              <a:ext uri="{FF2B5EF4-FFF2-40B4-BE49-F238E27FC236}">
                <a16:creationId xmlns:a16="http://schemas.microsoft.com/office/drawing/2014/main" id="{2025659C-F6F5-04A3-56C7-A9B8E8234495}"/>
              </a:ext>
            </a:extLst>
          </p:cNvPr>
          <p:cNvSpPr txBox="1"/>
          <p:nvPr/>
        </p:nvSpPr>
        <p:spPr>
          <a:xfrm>
            <a:off x="161925" y="6492875"/>
            <a:ext cx="6096000" cy="369332"/>
          </a:xfrm>
          <a:prstGeom prst="rect">
            <a:avLst/>
          </a:prstGeom>
          <a:noFill/>
        </p:spPr>
        <p:txBody>
          <a:bodyPr wrap="square">
            <a:spAutoFit/>
          </a:bodyPr>
          <a:lstStyle/>
          <a:p>
            <a:r>
              <a:rPr lang="da-DK" dirty="0">
                <a:solidFill>
                  <a:schemeClr val="bg1">
                    <a:lumMod val="50000"/>
                  </a:schemeClr>
                </a:solidFill>
              </a:rPr>
              <a:t>https://ltlatnd.wordpress.com/2010/05/04/what-is-html5/</a:t>
            </a:r>
          </a:p>
        </p:txBody>
      </p:sp>
      <p:sp>
        <p:nvSpPr>
          <p:cNvPr id="5" name="TextBox 4">
            <a:extLst>
              <a:ext uri="{FF2B5EF4-FFF2-40B4-BE49-F238E27FC236}">
                <a16:creationId xmlns:a16="http://schemas.microsoft.com/office/drawing/2014/main" id="{1E480AB7-EFD4-B888-0ADD-36C2A13BD225}"/>
              </a:ext>
            </a:extLst>
          </p:cNvPr>
          <p:cNvSpPr txBox="1"/>
          <p:nvPr/>
        </p:nvSpPr>
        <p:spPr>
          <a:xfrm>
            <a:off x="595313" y="2437328"/>
            <a:ext cx="6096000" cy="1200329"/>
          </a:xfrm>
          <a:prstGeom prst="rect">
            <a:avLst/>
          </a:prstGeom>
          <a:noFill/>
        </p:spPr>
        <p:txBody>
          <a:bodyPr wrap="square">
            <a:spAutoFit/>
          </a:bodyPr>
          <a:lstStyle/>
          <a:p>
            <a:r>
              <a:rPr lang="da-DK" dirty="0" err="1"/>
              <a:t>Useful</a:t>
            </a:r>
            <a:r>
              <a:rPr lang="da-DK" dirty="0"/>
              <a:t> for </a:t>
            </a:r>
          </a:p>
          <a:p>
            <a:r>
              <a:rPr lang="da-DK" dirty="0"/>
              <a:t>	Search </a:t>
            </a:r>
            <a:r>
              <a:rPr lang="da-DK" dirty="0" err="1"/>
              <a:t>engines</a:t>
            </a:r>
            <a:r>
              <a:rPr lang="da-DK" dirty="0"/>
              <a:t> </a:t>
            </a:r>
          </a:p>
          <a:p>
            <a:r>
              <a:rPr lang="da-DK" dirty="0"/>
              <a:t>	</a:t>
            </a:r>
            <a:r>
              <a:rPr lang="da-DK" dirty="0" err="1"/>
              <a:t>Other</a:t>
            </a:r>
            <a:r>
              <a:rPr lang="da-DK" dirty="0"/>
              <a:t> websites </a:t>
            </a:r>
          </a:p>
          <a:p>
            <a:r>
              <a:rPr lang="da-DK" dirty="0"/>
              <a:t>	Web </a:t>
            </a:r>
            <a:r>
              <a:rPr lang="da-DK" dirty="0" err="1"/>
              <a:t>accessibility</a:t>
            </a:r>
            <a:r>
              <a:rPr lang="da-DK" dirty="0"/>
              <a:t> </a:t>
            </a:r>
          </a:p>
        </p:txBody>
      </p:sp>
    </p:spTree>
    <p:extLst>
      <p:ext uri="{BB962C8B-B14F-4D97-AF65-F5344CB8AC3E}">
        <p14:creationId xmlns:p14="http://schemas.microsoft.com/office/powerpoint/2010/main" val="21289361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B-8572-7364-0C22-50765B76C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515BC-7F8B-6B60-35FC-A44D898B7119}"/>
              </a:ext>
            </a:extLst>
          </p:cNvPr>
          <p:cNvSpPr>
            <a:spLocks noGrp="1"/>
          </p:cNvSpPr>
          <p:nvPr>
            <p:ph type="title"/>
          </p:nvPr>
        </p:nvSpPr>
        <p:spPr/>
        <p:txBody>
          <a:bodyPr/>
          <a:lstStyle/>
          <a:p>
            <a:r>
              <a:rPr lang="da-DK" dirty="0"/>
              <a:t>HTML </a:t>
            </a:r>
            <a:r>
              <a:rPr lang="da-DK" dirty="0" err="1"/>
              <a:t>History</a:t>
            </a:r>
            <a:endParaRPr lang="da-DK" dirty="0"/>
          </a:p>
        </p:txBody>
      </p:sp>
      <p:sp>
        <p:nvSpPr>
          <p:cNvPr id="7" name="Content Placeholder 6">
            <a:extLst>
              <a:ext uri="{FF2B5EF4-FFF2-40B4-BE49-F238E27FC236}">
                <a16:creationId xmlns:a16="http://schemas.microsoft.com/office/drawing/2014/main" id="{376C2302-58A0-20D9-EB28-79C276C400A5}"/>
              </a:ext>
            </a:extLst>
          </p:cNvPr>
          <p:cNvSpPr>
            <a:spLocks noGrp="1"/>
          </p:cNvSpPr>
          <p:nvPr>
            <p:ph idx="1"/>
          </p:nvPr>
        </p:nvSpPr>
        <p:spPr/>
        <p:txBody>
          <a:bodyPr/>
          <a:lstStyle/>
          <a:p>
            <a:pPr marL="0" indent="0">
              <a:buNone/>
            </a:pPr>
            <a:r>
              <a:rPr lang="da-DK" dirty="0"/>
              <a:t> </a:t>
            </a:r>
          </a:p>
        </p:txBody>
      </p:sp>
      <p:sp>
        <p:nvSpPr>
          <p:cNvPr id="6" name="object 3">
            <a:extLst>
              <a:ext uri="{FF2B5EF4-FFF2-40B4-BE49-F238E27FC236}">
                <a16:creationId xmlns:a16="http://schemas.microsoft.com/office/drawing/2014/main" id="{9F531BB2-1266-6179-BD38-13034134AFF1}"/>
              </a:ext>
            </a:extLst>
          </p:cNvPr>
          <p:cNvSpPr txBox="1"/>
          <p:nvPr/>
        </p:nvSpPr>
        <p:spPr>
          <a:xfrm>
            <a:off x="1479550" y="2313368"/>
            <a:ext cx="1616075" cy="2622513"/>
          </a:xfrm>
          <a:prstGeom prst="rect">
            <a:avLst/>
          </a:prstGeom>
        </p:spPr>
        <p:txBody>
          <a:bodyPr vert="horz" wrap="square" lIns="0" tIns="107950" rIns="0" bIns="0" rtlCol="0">
            <a:spAutoFit/>
          </a:bodyPr>
          <a:lstStyle/>
          <a:p>
            <a:pPr marL="12700">
              <a:lnSpc>
                <a:spcPct val="100000"/>
              </a:lnSpc>
              <a:spcBef>
                <a:spcPts val="850"/>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1</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80" dirty="0">
                <a:latin typeface="Aptos (Body)"/>
                <a:cs typeface="Gill Sans MT"/>
              </a:rPr>
              <a:t> </a:t>
            </a:r>
            <a:r>
              <a:rPr sz="2750" spc="-50" dirty="0">
                <a:latin typeface="Aptos (Body)"/>
                <a:cs typeface="Gill Sans MT"/>
              </a:rPr>
              <a:t>2</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3</a:t>
            </a:r>
            <a:endParaRPr sz="2750" dirty="0">
              <a:latin typeface="Aptos (Body)"/>
              <a:cs typeface="Gill Sans MT"/>
            </a:endParaRPr>
          </a:p>
          <a:p>
            <a:pPr marL="12700">
              <a:lnSpc>
                <a:spcPct val="100000"/>
              </a:lnSpc>
              <a:spcBef>
                <a:spcPts val="680"/>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4</a:t>
            </a:r>
            <a:endParaRPr sz="2750" dirty="0">
              <a:latin typeface="Aptos (Body)"/>
              <a:cs typeface="Gill Sans MT"/>
            </a:endParaRPr>
          </a:p>
          <a:p>
            <a:pPr marL="12700">
              <a:lnSpc>
                <a:spcPct val="100000"/>
              </a:lnSpc>
              <a:spcBef>
                <a:spcPts val="755"/>
              </a:spcBef>
            </a:pPr>
            <a:r>
              <a:rPr sz="2750" dirty="0">
                <a:latin typeface="Aptos (Body)"/>
                <a:cs typeface="Gill Sans MT"/>
              </a:rPr>
              <a:t>HTML</a:t>
            </a:r>
            <a:r>
              <a:rPr sz="2750" spc="-75" dirty="0">
                <a:latin typeface="Aptos (Body)"/>
                <a:cs typeface="Gill Sans MT"/>
              </a:rPr>
              <a:t> </a:t>
            </a:r>
            <a:r>
              <a:rPr sz="2750" spc="-50" dirty="0">
                <a:latin typeface="Aptos (Body)"/>
                <a:cs typeface="Gill Sans MT"/>
              </a:rPr>
              <a:t>5</a:t>
            </a:r>
            <a:endParaRPr sz="2750" dirty="0">
              <a:latin typeface="Aptos (Body)"/>
              <a:cs typeface="Gill Sans MT"/>
            </a:endParaRPr>
          </a:p>
        </p:txBody>
      </p:sp>
      <p:sp>
        <p:nvSpPr>
          <p:cNvPr id="9" name="object 4">
            <a:extLst>
              <a:ext uri="{FF2B5EF4-FFF2-40B4-BE49-F238E27FC236}">
                <a16:creationId xmlns:a16="http://schemas.microsoft.com/office/drawing/2014/main" id="{C6A348A5-F689-D2A2-9327-4B6FBF80E111}"/>
              </a:ext>
            </a:extLst>
          </p:cNvPr>
          <p:cNvSpPr txBox="1"/>
          <p:nvPr/>
        </p:nvSpPr>
        <p:spPr>
          <a:xfrm>
            <a:off x="6234429" y="1690688"/>
            <a:ext cx="822960" cy="448945"/>
          </a:xfrm>
          <a:prstGeom prst="rect">
            <a:avLst/>
          </a:prstGeom>
        </p:spPr>
        <p:txBody>
          <a:bodyPr vert="horz" wrap="square" lIns="0" tIns="15875" rIns="0" bIns="0" rtlCol="0">
            <a:spAutoFit/>
          </a:bodyPr>
          <a:lstStyle/>
          <a:p>
            <a:pPr marL="12700">
              <a:lnSpc>
                <a:spcPct val="100000"/>
              </a:lnSpc>
              <a:spcBef>
                <a:spcPts val="125"/>
              </a:spcBef>
            </a:pPr>
            <a:r>
              <a:rPr sz="2750" spc="-70" dirty="0">
                <a:latin typeface="Gill Sans MT"/>
                <a:cs typeface="Gill Sans MT"/>
              </a:rPr>
              <a:t>But…</a:t>
            </a:r>
            <a:endParaRPr sz="2750" dirty="0">
              <a:latin typeface="Gill Sans MT"/>
              <a:cs typeface="Gill Sans MT"/>
            </a:endParaRPr>
          </a:p>
        </p:txBody>
      </p:sp>
      <p:sp>
        <p:nvSpPr>
          <p:cNvPr id="12" name="object 5">
            <a:extLst>
              <a:ext uri="{FF2B5EF4-FFF2-40B4-BE49-F238E27FC236}">
                <a16:creationId xmlns:a16="http://schemas.microsoft.com/office/drawing/2014/main" id="{4A545A03-DA03-9E28-88F4-D42609BAA67F}"/>
              </a:ext>
            </a:extLst>
          </p:cNvPr>
          <p:cNvSpPr txBox="1"/>
          <p:nvPr/>
        </p:nvSpPr>
        <p:spPr>
          <a:xfrm>
            <a:off x="3524250" y="2488312"/>
            <a:ext cx="8153400" cy="1535933"/>
          </a:xfrm>
          <a:prstGeom prst="rect">
            <a:avLst/>
          </a:prstGeom>
        </p:spPr>
        <p:txBody>
          <a:bodyPr vert="horz" wrap="square" lIns="0" tIns="12065" rIns="0" bIns="0" rtlCol="0">
            <a:spAutoFit/>
          </a:bodyPr>
          <a:lstStyle/>
          <a:p>
            <a:pPr marL="12700" marR="5080">
              <a:lnSpc>
                <a:spcPct val="120600"/>
              </a:lnSpc>
              <a:spcBef>
                <a:spcPts val="95"/>
              </a:spcBef>
            </a:pPr>
            <a:r>
              <a:rPr sz="2750" spc="-25" dirty="0">
                <a:latin typeface="Gill Sans MT"/>
                <a:cs typeface="Gill Sans MT"/>
              </a:rPr>
              <a:t>XML</a:t>
            </a:r>
            <a:r>
              <a:rPr lang="da-DK" sz="2750" spc="-25" dirty="0">
                <a:latin typeface="Gill Sans MT"/>
                <a:cs typeface="Gill Sans MT"/>
              </a:rPr>
              <a:t> </a:t>
            </a:r>
            <a:r>
              <a:rPr lang="en-US" sz="2800" dirty="0"/>
              <a:t>is for data representation and structure, while HTML is for displaying content on the web.</a:t>
            </a:r>
            <a:r>
              <a:rPr sz="2750" spc="-25" dirty="0">
                <a:latin typeface="Gill Sans MT"/>
                <a:cs typeface="Gill Sans MT"/>
              </a:rPr>
              <a:t> </a:t>
            </a:r>
            <a:endParaRPr lang="da-DK" sz="2750" spc="-25" dirty="0">
              <a:latin typeface="Gill Sans MT"/>
              <a:cs typeface="Gill Sans MT"/>
            </a:endParaRPr>
          </a:p>
          <a:p>
            <a:pPr marL="12700" marR="5080">
              <a:lnSpc>
                <a:spcPct val="120600"/>
              </a:lnSpc>
              <a:spcBef>
                <a:spcPts val="95"/>
              </a:spcBef>
            </a:pPr>
            <a:endParaRPr lang="da-DK" sz="2750" spc="-75" dirty="0">
              <a:latin typeface="Gill Sans MT"/>
              <a:cs typeface="Gill Sans MT"/>
            </a:endParaRPr>
          </a:p>
        </p:txBody>
      </p:sp>
      <p:sp>
        <p:nvSpPr>
          <p:cNvPr id="15" name="Rectangle: Rounded Corners 14">
            <a:extLst>
              <a:ext uri="{FF2B5EF4-FFF2-40B4-BE49-F238E27FC236}">
                <a16:creationId xmlns:a16="http://schemas.microsoft.com/office/drawing/2014/main" id="{2B8DB3D5-1A93-FDA5-F4FB-BA78C4FC75F4}"/>
              </a:ext>
            </a:extLst>
          </p:cNvPr>
          <p:cNvSpPr/>
          <p:nvPr/>
        </p:nvSpPr>
        <p:spPr>
          <a:xfrm>
            <a:off x="2143125" y="5210899"/>
            <a:ext cx="9372600" cy="1281976"/>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 marR="5080">
              <a:lnSpc>
                <a:spcPct val="120600"/>
              </a:lnSpc>
              <a:spcBef>
                <a:spcPts val="95"/>
              </a:spcBef>
            </a:pPr>
            <a:r>
              <a:rPr lang="en-US" sz="1800" spc="-25" dirty="0">
                <a:latin typeface="Aptos (Body)"/>
              </a:rPr>
              <a:t>Use XHTML if you need strict XML compliance and integration with XML-based systems, or if you’re working with legacy systems that use XHTML. However, for most modern web development, HTML5 is generally recommended due to its broader feature set, flexibility, and support across browsers.</a:t>
            </a:r>
          </a:p>
        </p:txBody>
      </p:sp>
    </p:spTree>
    <p:extLst>
      <p:ext uri="{BB962C8B-B14F-4D97-AF65-F5344CB8AC3E}">
        <p14:creationId xmlns:p14="http://schemas.microsoft.com/office/powerpoint/2010/main" val="2520455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7DF3E9-4347-3119-166E-B29B33C9930F}"/>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1161302A-88EE-E190-4D4E-A0D312AFF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30CA500-853D-3777-2EA9-2CB1E6E36196}"/>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CSS</a:t>
            </a:r>
          </a:p>
        </p:txBody>
      </p:sp>
      <p:sp>
        <p:nvSpPr>
          <p:cNvPr id="228" name="Rectangle 227">
            <a:extLst>
              <a:ext uri="{FF2B5EF4-FFF2-40B4-BE49-F238E27FC236}">
                <a16:creationId xmlns:a16="http://schemas.microsoft.com/office/drawing/2014/main" id="{E9AB79CB-8B34-653B-27F0-697101089A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217F5AA2-81E2-6931-70D9-38E27A748B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9ADE290-8F89-1337-7E50-A9E6CCD9DA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object 4">
            <a:extLst>
              <a:ext uri="{FF2B5EF4-FFF2-40B4-BE49-F238E27FC236}">
                <a16:creationId xmlns:a16="http://schemas.microsoft.com/office/drawing/2014/main" id="{C9ED624F-996B-CA6E-5D55-5F3605D6E202}"/>
              </a:ext>
            </a:extLst>
          </p:cNvPr>
          <p:cNvPicPr/>
          <p:nvPr/>
        </p:nvPicPr>
        <p:blipFill>
          <a:blip r:embed="rId2" cstate="print"/>
          <a:stretch>
            <a:fillRect/>
          </a:stretch>
        </p:blipFill>
        <p:spPr>
          <a:xfrm>
            <a:off x="8093674" y="1791243"/>
            <a:ext cx="3187015" cy="4002302"/>
          </a:xfrm>
          <a:prstGeom prst="rect">
            <a:avLst/>
          </a:prstGeom>
        </p:spPr>
      </p:pic>
    </p:spTree>
    <p:extLst>
      <p:ext uri="{BB962C8B-B14F-4D97-AF65-F5344CB8AC3E}">
        <p14:creationId xmlns:p14="http://schemas.microsoft.com/office/powerpoint/2010/main" val="2144023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92434-D1EA-94DF-F016-24DAA475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70222-7EE6-7BB0-F1AC-8D8753E3A2C0}"/>
              </a:ext>
            </a:extLst>
          </p:cNvPr>
          <p:cNvSpPr>
            <a:spLocks noGrp="1"/>
          </p:cNvSpPr>
          <p:nvPr>
            <p:ph type="title"/>
          </p:nvPr>
        </p:nvSpPr>
        <p:spPr/>
        <p:txBody>
          <a:bodyPr/>
          <a:lstStyle/>
          <a:p>
            <a:r>
              <a:rPr lang="da-DK" dirty="0"/>
              <a:t>CSS</a:t>
            </a:r>
          </a:p>
        </p:txBody>
      </p:sp>
      <p:sp>
        <p:nvSpPr>
          <p:cNvPr id="7" name="Content Placeholder 6">
            <a:extLst>
              <a:ext uri="{FF2B5EF4-FFF2-40B4-BE49-F238E27FC236}">
                <a16:creationId xmlns:a16="http://schemas.microsoft.com/office/drawing/2014/main" id="{07353A30-CC34-E3B7-FB1E-7683F5E91272}"/>
              </a:ext>
            </a:extLst>
          </p:cNvPr>
          <p:cNvSpPr>
            <a:spLocks noGrp="1"/>
          </p:cNvSpPr>
          <p:nvPr>
            <p:ph idx="1"/>
          </p:nvPr>
        </p:nvSpPr>
        <p:spPr/>
        <p:txBody>
          <a:bodyPr/>
          <a:lstStyle/>
          <a:p>
            <a:pPr marL="0" indent="0">
              <a:buNone/>
            </a:pPr>
            <a:r>
              <a:rPr lang="da-DK" dirty="0"/>
              <a:t> </a:t>
            </a:r>
          </a:p>
        </p:txBody>
      </p:sp>
      <p:pic>
        <p:nvPicPr>
          <p:cNvPr id="4" name="Graphic 3" descr="File HTML">
            <a:extLst>
              <a:ext uri="{FF2B5EF4-FFF2-40B4-BE49-F238E27FC236}">
                <a16:creationId xmlns:a16="http://schemas.microsoft.com/office/drawing/2014/main" id="{56DC5801-FB0D-4A33-CCDF-BF84D0D015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75967" y="1359681"/>
            <a:ext cx="4170530" cy="4170530"/>
          </a:xfrm>
          <a:prstGeom prst="rect">
            <a:avLst/>
          </a:prstGeom>
        </p:spPr>
      </p:pic>
      <p:sp>
        <p:nvSpPr>
          <p:cNvPr id="8" name="object 3">
            <a:extLst>
              <a:ext uri="{FF2B5EF4-FFF2-40B4-BE49-F238E27FC236}">
                <a16:creationId xmlns:a16="http://schemas.microsoft.com/office/drawing/2014/main" id="{F3F28980-160D-F773-1DFF-6A2F1D29A69A}"/>
              </a:ext>
            </a:extLst>
          </p:cNvPr>
          <p:cNvSpPr txBox="1"/>
          <p:nvPr/>
        </p:nvSpPr>
        <p:spPr>
          <a:xfrm>
            <a:off x="744873" y="1825625"/>
            <a:ext cx="6113127" cy="3535083"/>
          </a:xfrm>
          <a:prstGeom prst="rect">
            <a:avLst/>
          </a:prstGeom>
        </p:spPr>
        <p:txBody>
          <a:bodyPr vert="horz" lIns="91440" tIns="45720" rIns="91440" bIns="45720" rtlCol="0" anchor="t">
            <a:normAutofit fontScale="92500" lnSpcReduction="10000"/>
          </a:bodyPr>
          <a:lstStyle/>
          <a:p>
            <a:pPr algn="l" rtl="0">
              <a:lnSpc>
                <a:spcPct val="90000"/>
              </a:lnSpc>
              <a:spcBef>
                <a:spcPts val="844"/>
              </a:spcBef>
            </a:pPr>
            <a:r>
              <a:rPr lang="en-US" sz="2800" b="1" kern="1200" spc="-40" dirty="0">
                <a:solidFill>
                  <a:schemeClr val="tx1"/>
                </a:solidFill>
                <a:latin typeface="+mn-lt"/>
                <a:ea typeface="+mn-ea"/>
                <a:cs typeface="+mn-cs"/>
              </a:rPr>
              <a:t>Cascading</a:t>
            </a:r>
            <a:r>
              <a:rPr lang="en-US" sz="2800" b="1" kern="1200" spc="-120" dirty="0">
                <a:solidFill>
                  <a:schemeClr val="tx1"/>
                </a:solidFill>
                <a:latin typeface="+mn-lt"/>
                <a:ea typeface="+mn-ea"/>
                <a:cs typeface="+mn-cs"/>
              </a:rPr>
              <a:t> </a:t>
            </a:r>
            <a:r>
              <a:rPr lang="en-US" sz="2800" b="1" kern="1200" spc="-10" dirty="0">
                <a:solidFill>
                  <a:schemeClr val="tx1"/>
                </a:solidFill>
                <a:latin typeface="+mn-lt"/>
                <a:ea typeface="+mn-ea"/>
                <a:cs typeface="+mn-cs"/>
              </a:rPr>
              <a:t>Style</a:t>
            </a:r>
            <a:r>
              <a:rPr lang="en-US" sz="2800" b="1" kern="1200" spc="-165" dirty="0">
                <a:solidFill>
                  <a:schemeClr val="tx1"/>
                </a:solidFill>
                <a:latin typeface="+mn-lt"/>
                <a:ea typeface="+mn-ea"/>
                <a:cs typeface="+mn-cs"/>
              </a:rPr>
              <a:t> </a:t>
            </a:r>
            <a:r>
              <a:rPr lang="en-US" sz="2800" b="1" kern="1200" spc="-10" dirty="0">
                <a:solidFill>
                  <a:schemeClr val="tx1"/>
                </a:solidFill>
                <a:latin typeface="+mn-lt"/>
                <a:ea typeface="+mn-ea"/>
                <a:cs typeface="+mn-cs"/>
              </a:rPr>
              <a:t>Sheets</a:t>
            </a:r>
          </a:p>
          <a:p>
            <a:pPr indent="-228600" algn="l" rtl="0">
              <a:lnSpc>
                <a:spcPct val="90000"/>
              </a:lnSpc>
              <a:spcBef>
                <a:spcPts val="844"/>
              </a:spcBef>
              <a:buFont typeface="Arial" panose="020B0604020202020204" pitchFamily="34" charset="0"/>
              <a:buChar char="•"/>
            </a:pPr>
            <a:endParaRPr lang="en-US" sz="2000" b="1" kern="1200" dirty="0">
              <a:solidFill>
                <a:schemeClr val="tx1"/>
              </a:solidFill>
              <a:latin typeface="+mn-lt"/>
              <a:ea typeface="+mn-ea"/>
              <a:cs typeface="+mn-cs"/>
            </a:endParaRPr>
          </a:p>
          <a:p>
            <a:pPr marL="400050" indent="-342900" algn="l" rtl="0">
              <a:lnSpc>
                <a:spcPct val="90000"/>
              </a:lnSpc>
              <a:spcBef>
                <a:spcPts val="755"/>
              </a:spcBef>
              <a:buFont typeface="Wingdings" panose="05000000000000000000" pitchFamily="2" charset="2"/>
              <a:buChar char="Ø"/>
            </a:pPr>
            <a:r>
              <a:rPr lang="en-US" sz="2800" kern="1200" dirty="0">
                <a:solidFill>
                  <a:schemeClr val="tx1"/>
                </a:solidFill>
                <a:latin typeface="+mn-lt"/>
                <a:ea typeface="+mn-ea"/>
                <a:cs typeface="+mn-cs"/>
              </a:rPr>
              <a:t>CSS</a:t>
            </a:r>
            <a:r>
              <a:rPr lang="en-US" sz="2800" kern="1200" spc="-130" dirty="0">
                <a:solidFill>
                  <a:schemeClr val="tx1"/>
                </a:solidFill>
                <a:latin typeface="+mn-lt"/>
                <a:ea typeface="+mn-ea"/>
                <a:cs typeface="+mn-cs"/>
              </a:rPr>
              <a:t> </a:t>
            </a:r>
            <a:r>
              <a:rPr lang="en-US" sz="2800" kern="1200" spc="-40" dirty="0">
                <a:solidFill>
                  <a:schemeClr val="tx1"/>
                </a:solidFill>
                <a:latin typeface="+mn-lt"/>
                <a:ea typeface="+mn-ea"/>
                <a:cs typeface="+mn-cs"/>
              </a:rPr>
              <a:t>describes</a:t>
            </a:r>
            <a:r>
              <a:rPr lang="en-US" sz="2800" kern="1200" spc="25" dirty="0">
                <a:solidFill>
                  <a:schemeClr val="tx1"/>
                </a:solidFill>
                <a:latin typeface="+mn-lt"/>
                <a:ea typeface="+mn-ea"/>
                <a:cs typeface="+mn-cs"/>
              </a:rPr>
              <a:t> </a:t>
            </a:r>
            <a:r>
              <a:rPr lang="en-US" sz="2800" kern="1200" spc="-35" dirty="0">
                <a:solidFill>
                  <a:schemeClr val="tx1"/>
                </a:solidFill>
                <a:latin typeface="+mn-lt"/>
                <a:ea typeface="+mn-ea"/>
                <a:cs typeface="+mn-cs"/>
              </a:rPr>
              <a:t>rules</a:t>
            </a:r>
            <a:r>
              <a:rPr lang="en-US" sz="2800" kern="1200" spc="-100" dirty="0">
                <a:solidFill>
                  <a:schemeClr val="tx1"/>
                </a:solidFill>
                <a:latin typeface="+mn-lt"/>
                <a:ea typeface="+mn-ea"/>
                <a:cs typeface="+mn-cs"/>
              </a:rPr>
              <a:t> </a:t>
            </a:r>
            <a:r>
              <a:rPr lang="en-US" sz="2800" kern="1200" dirty="0">
                <a:solidFill>
                  <a:schemeClr val="tx1"/>
                </a:solidFill>
                <a:latin typeface="+mn-lt"/>
                <a:ea typeface="+mn-ea"/>
                <a:cs typeface="+mn-cs"/>
              </a:rPr>
              <a:t>about</a:t>
            </a:r>
            <a:r>
              <a:rPr lang="en-US" sz="2800" kern="1200" spc="-50" dirty="0">
                <a:solidFill>
                  <a:schemeClr val="tx1"/>
                </a:solidFill>
                <a:latin typeface="+mn-lt"/>
                <a:ea typeface="+mn-ea"/>
                <a:cs typeface="+mn-cs"/>
              </a:rPr>
              <a:t> the </a:t>
            </a:r>
            <a:r>
              <a:rPr lang="en-US" sz="2800" kern="1200" spc="-20" dirty="0">
                <a:solidFill>
                  <a:schemeClr val="tx1"/>
                </a:solidFill>
                <a:latin typeface="+mn-lt"/>
                <a:ea typeface="+mn-ea"/>
                <a:cs typeface="+mn-cs"/>
              </a:rPr>
              <a:t>style</a:t>
            </a:r>
            <a:r>
              <a:rPr lang="en-US" sz="2800" kern="1200" spc="-100" dirty="0">
                <a:solidFill>
                  <a:schemeClr val="tx1"/>
                </a:solidFill>
                <a:latin typeface="+mn-lt"/>
                <a:ea typeface="+mn-ea"/>
                <a:cs typeface="+mn-cs"/>
              </a:rPr>
              <a:t> </a:t>
            </a:r>
            <a:r>
              <a:rPr lang="en-US" sz="2800" kern="1200" dirty="0">
                <a:solidFill>
                  <a:schemeClr val="tx1"/>
                </a:solidFill>
                <a:latin typeface="+mn-lt"/>
                <a:ea typeface="+mn-ea"/>
                <a:cs typeface="+mn-cs"/>
              </a:rPr>
              <a:t>and</a:t>
            </a:r>
            <a:r>
              <a:rPr lang="en-US" sz="2800" kern="1200" spc="-130" dirty="0">
                <a:solidFill>
                  <a:schemeClr val="tx1"/>
                </a:solidFill>
                <a:latin typeface="+mn-lt"/>
                <a:ea typeface="+mn-ea"/>
                <a:cs typeface="+mn-cs"/>
              </a:rPr>
              <a:t> </a:t>
            </a:r>
            <a:r>
              <a:rPr lang="en-US" sz="2800" kern="1200" spc="-25" dirty="0">
                <a:solidFill>
                  <a:schemeClr val="tx1"/>
                </a:solidFill>
                <a:latin typeface="+mn-lt"/>
                <a:ea typeface="+mn-ea"/>
                <a:cs typeface="+mn-cs"/>
              </a:rPr>
              <a:t>layout</a:t>
            </a:r>
            <a:r>
              <a:rPr lang="en-US" sz="2800" kern="1200" spc="-165" dirty="0">
                <a:solidFill>
                  <a:schemeClr val="tx1"/>
                </a:solidFill>
                <a:latin typeface="+mn-lt"/>
                <a:ea typeface="+mn-ea"/>
                <a:cs typeface="+mn-cs"/>
              </a:rPr>
              <a:t> </a:t>
            </a:r>
            <a:r>
              <a:rPr lang="en-US" sz="2800" kern="1200" dirty="0">
                <a:solidFill>
                  <a:schemeClr val="tx1"/>
                </a:solidFill>
                <a:latin typeface="+mn-lt"/>
                <a:ea typeface="+mn-ea"/>
                <a:cs typeface="+mn-cs"/>
              </a:rPr>
              <a:t>of</a:t>
            </a:r>
            <a:r>
              <a:rPr lang="en-US" sz="2800" kern="1200" spc="-70" dirty="0">
                <a:solidFill>
                  <a:schemeClr val="tx1"/>
                </a:solidFill>
                <a:latin typeface="+mn-lt"/>
                <a:ea typeface="+mn-ea"/>
                <a:cs typeface="+mn-cs"/>
              </a:rPr>
              <a:t> </a:t>
            </a:r>
            <a:r>
              <a:rPr lang="en-US" sz="2800" kern="1200" dirty="0">
                <a:solidFill>
                  <a:schemeClr val="tx1"/>
                </a:solidFill>
                <a:latin typeface="+mn-lt"/>
                <a:ea typeface="+mn-ea"/>
                <a:cs typeface="+mn-cs"/>
              </a:rPr>
              <a:t>web</a:t>
            </a:r>
            <a:r>
              <a:rPr lang="en-US" sz="2800" kern="1200" spc="-180" dirty="0">
                <a:solidFill>
                  <a:schemeClr val="tx1"/>
                </a:solidFill>
                <a:latin typeface="+mn-lt"/>
                <a:ea typeface="+mn-ea"/>
                <a:cs typeface="+mn-cs"/>
              </a:rPr>
              <a:t> </a:t>
            </a:r>
            <a:r>
              <a:rPr lang="en-US" sz="2800" kern="1200" spc="-10" dirty="0">
                <a:solidFill>
                  <a:schemeClr val="tx1"/>
                </a:solidFill>
                <a:latin typeface="+mn-lt"/>
                <a:ea typeface="+mn-ea"/>
                <a:cs typeface="+mn-cs"/>
              </a:rPr>
              <a:t>pages</a:t>
            </a:r>
          </a:p>
          <a:p>
            <a:pPr marL="57150" algn="l" rtl="0">
              <a:lnSpc>
                <a:spcPct val="90000"/>
              </a:lnSpc>
              <a:spcBef>
                <a:spcPts val="755"/>
              </a:spcBef>
            </a:pPr>
            <a:endParaRPr lang="en-US" sz="2800" kern="1200" spc="-10" dirty="0">
              <a:solidFill>
                <a:schemeClr val="tx1"/>
              </a:solidFill>
              <a:latin typeface="+mn-lt"/>
              <a:ea typeface="+mn-ea"/>
              <a:cs typeface="+mn-cs"/>
            </a:endParaRPr>
          </a:p>
          <a:p>
            <a:pPr marL="400050" indent="-342900" algn="l" rtl="0">
              <a:lnSpc>
                <a:spcPct val="90000"/>
              </a:lnSpc>
              <a:spcBef>
                <a:spcPts val="755"/>
              </a:spcBef>
              <a:buFont typeface="Wingdings" panose="05000000000000000000" pitchFamily="2" charset="2"/>
              <a:buChar char="Ø"/>
            </a:pPr>
            <a:r>
              <a:rPr lang="en-US" sz="2800" kern="1200" dirty="0">
                <a:solidFill>
                  <a:schemeClr val="tx1"/>
                </a:solidFill>
                <a:latin typeface="+mn-lt"/>
                <a:ea typeface="+mn-ea"/>
                <a:cs typeface="+mn-cs"/>
              </a:rPr>
              <a:t>HTML</a:t>
            </a:r>
            <a:r>
              <a:rPr lang="en-US" sz="2800" kern="1200" spc="-25" dirty="0">
                <a:solidFill>
                  <a:schemeClr val="tx1"/>
                </a:solidFill>
                <a:latin typeface="+mn-lt"/>
                <a:ea typeface="+mn-ea"/>
                <a:cs typeface="+mn-cs"/>
              </a:rPr>
              <a:t> </a:t>
            </a:r>
            <a:r>
              <a:rPr lang="en-US" sz="2800" kern="1200" spc="-55" dirty="0">
                <a:solidFill>
                  <a:schemeClr val="tx1"/>
                </a:solidFill>
                <a:latin typeface="+mn-lt"/>
                <a:ea typeface="+mn-ea"/>
                <a:cs typeface="+mn-cs"/>
              </a:rPr>
              <a:t>structures</a:t>
            </a:r>
            <a:r>
              <a:rPr lang="en-US" sz="2800" kern="1200" spc="20" dirty="0">
                <a:solidFill>
                  <a:schemeClr val="tx1"/>
                </a:solidFill>
                <a:latin typeface="+mn-lt"/>
                <a:ea typeface="+mn-ea"/>
                <a:cs typeface="+mn-cs"/>
              </a:rPr>
              <a:t> </a:t>
            </a:r>
            <a:r>
              <a:rPr lang="en-US" sz="2800" kern="1200" dirty="0">
                <a:solidFill>
                  <a:schemeClr val="tx1"/>
                </a:solidFill>
                <a:latin typeface="+mn-lt"/>
                <a:ea typeface="+mn-ea"/>
                <a:cs typeface="+mn-cs"/>
              </a:rPr>
              <a:t>web</a:t>
            </a:r>
            <a:r>
              <a:rPr lang="en-US" sz="2800" kern="1200" spc="-185" dirty="0">
                <a:solidFill>
                  <a:schemeClr val="tx1"/>
                </a:solidFill>
                <a:latin typeface="+mn-lt"/>
                <a:ea typeface="+mn-ea"/>
                <a:cs typeface="+mn-cs"/>
              </a:rPr>
              <a:t> </a:t>
            </a:r>
            <a:r>
              <a:rPr lang="en-US" sz="2800" kern="1200" spc="-10" dirty="0">
                <a:solidFill>
                  <a:schemeClr val="tx1"/>
                </a:solidFill>
                <a:latin typeface="+mn-lt"/>
                <a:ea typeface="+mn-ea"/>
                <a:cs typeface="+mn-cs"/>
              </a:rPr>
              <a:t>pages</a:t>
            </a:r>
          </a:p>
          <a:p>
            <a:pPr marL="57150" algn="l" rtl="0">
              <a:lnSpc>
                <a:spcPct val="90000"/>
              </a:lnSpc>
              <a:spcBef>
                <a:spcPts val="755"/>
              </a:spcBef>
            </a:pPr>
            <a:endParaRPr lang="en-US" sz="2800" kern="1200" spc="-10" dirty="0">
              <a:solidFill>
                <a:schemeClr val="tx1"/>
              </a:solidFill>
              <a:latin typeface="+mn-lt"/>
              <a:ea typeface="+mn-ea"/>
              <a:cs typeface="+mn-cs"/>
            </a:endParaRPr>
          </a:p>
          <a:p>
            <a:pPr marL="400050" indent="-342900" algn="l" rtl="0">
              <a:lnSpc>
                <a:spcPct val="90000"/>
              </a:lnSpc>
              <a:spcBef>
                <a:spcPts val="755"/>
              </a:spcBef>
              <a:buFont typeface="Wingdings" panose="05000000000000000000" pitchFamily="2" charset="2"/>
              <a:buChar char="Ø"/>
            </a:pPr>
            <a:r>
              <a:rPr lang="en-US" sz="2800" kern="1200" dirty="0">
                <a:solidFill>
                  <a:schemeClr val="tx1"/>
                </a:solidFill>
                <a:latin typeface="+mn-lt"/>
                <a:ea typeface="+mn-ea"/>
                <a:cs typeface="+mn-cs"/>
              </a:rPr>
              <a:t>CSS</a:t>
            </a:r>
            <a:r>
              <a:rPr lang="en-US" sz="2800" kern="1200" spc="-135" dirty="0">
                <a:solidFill>
                  <a:schemeClr val="tx1"/>
                </a:solidFill>
                <a:latin typeface="+mn-lt"/>
                <a:ea typeface="+mn-ea"/>
                <a:cs typeface="+mn-cs"/>
              </a:rPr>
              <a:t> </a:t>
            </a:r>
            <a:r>
              <a:rPr lang="en-US" sz="2800" kern="1200" spc="-30" dirty="0">
                <a:solidFill>
                  <a:schemeClr val="tx1"/>
                </a:solidFill>
                <a:latin typeface="+mn-lt"/>
                <a:ea typeface="+mn-ea"/>
                <a:cs typeface="+mn-cs"/>
              </a:rPr>
              <a:t>makes</a:t>
            </a:r>
            <a:r>
              <a:rPr lang="en-US" sz="2800" kern="1200" spc="-55" dirty="0">
                <a:solidFill>
                  <a:schemeClr val="tx1"/>
                </a:solidFill>
                <a:latin typeface="+mn-lt"/>
                <a:ea typeface="+mn-ea"/>
                <a:cs typeface="+mn-cs"/>
              </a:rPr>
              <a:t> </a:t>
            </a:r>
            <a:r>
              <a:rPr lang="en-US" sz="2800" kern="1200" dirty="0">
                <a:solidFill>
                  <a:schemeClr val="tx1"/>
                </a:solidFill>
                <a:latin typeface="+mn-lt"/>
                <a:ea typeface="+mn-ea"/>
                <a:cs typeface="+mn-cs"/>
              </a:rPr>
              <a:t>web</a:t>
            </a:r>
            <a:r>
              <a:rPr lang="en-US" sz="2800" kern="1200" spc="-140" dirty="0">
                <a:solidFill>
                  <a:schemeClr val="tx1"/>
                </a:solidFill>
                <a:latin typeface="+mn-lt"/>
                <a:ea typeface="+mn-ea"/>
                <a:cs typeface="+mn-cs"/>
              </a:rPr>
              <a:t> </a:t>
            </a:r>
            <a:r>
              <a:rPr lang="en-US" sz="2800" kern="1200" dirty="0">
                <a:solidFill>
                  <a:schemeClr val="tx1"/>
                </a:solidFill>
                <a:latin typeface="+mn-lt"/>
                <a:ea typeface="+mn-ea"/>
                <a:cs typeface="+mn-cs"/>
              </a:rPr>
              <a:t>pages</a:t>
            </a:r>
            <a:r>
              <a:rPr lang="en-US" sz="2800" kern="1200" spc="-110" dirty="0">
                <a:solidFill>
                  <a:schemeClr val="tx1"/>
                </a:solidFill>
                <a:latin typeface="+mn-lt"/>
                <a:ea typeface="+mn-ea"/>
                <a:cs typeface="+mn-cs"/>
              </a:rPr>
              <a:t> </a:t>
            </a:r>
            <a:r>
              <a:rPr lang="en-US" sz="2800" kern="1200" spc="-25" dirty="0">
                <a:solidFill>
                  <a:schemeClr val="tx1"/>
                </a:solidFill>
                <a:latin typeface="+mn-lt"/>
                <a:ea typeface="+mn-ea"/>
                <a:cs typeface="+mn-cs"/>
              </a:rPr>
              <a:t>look</a:t>
            </a:r>
            <a:r>
              <a:rPr lang="en-US" sz="2800" kern="1200" spc="-135" dirty="0">
                <a:solidFill>
                  <a:schemeClr val="tx1"/>
                </a:solidFill>
                <a:latin typeface="+mn-lt"/>
                <a:ea typeface="+mn-ea"/>
                <a:cs typeface="+mn-cs"/>
              </a:rPr>
              <a:t> </a:t>
            </a:r>
            <a:r>
              <a:rPr lang="en-US" sz="2800" kern="1200" dirty="0">
                <a:solidFill>
                  <a:schemeClr val="tx1"/>
                </a:solidFill>
                <a:latin typeface="+mn-lt"/>
                <a:ea typeface="+mn-ea"/>
                <a:cs typeface="+mn-cs"/>
              </a:rPr>
              <a:t>good</a:t>
            </a:r>
            <a:r>
              <a:rPr lang="en-US" sz="2800" kern="1200" spc="-135" dirty="0">
                <a:solidFill>
                  <a:schemeClr val="tx1"/>
                </a:solidFill>
                <a:latin typeface="+mn-lt"/>
                <a:ea typeface="+mn-ea"/>
                <a:cs typeface="+mn-cs"/>
              </a:rPr>
              <a:t> </a:t>
            </a:r>
            <a:r>
              <a:rPr lang="en-US" sz="2800" kern="1200" dirty="0">
                <a:solidFill>
                  <a:schemeClr val="tx1"/>
                </a:solidFill>
                <a:latin typeface="+mn-lt"/>
                <a:ea typeface="+mn-ea"/>
                <a:cs typeface="+mn-cs"/>
              </a:rPr>
              <a:t>(or</a:t>
            </a:r>
            <a:r>
              <a:rPr lang="en-US" sz="2800" kern="1200" spc="-125" dirty="0">
                <a:solidFill>
                  <a:schemeClr val="tx1"/>
                </a:solidFill>
                <a:latin typeface="+mn-lt"/>
                <a:ea typeface="+mn-ea"/>
                <a:cs typeface="+mn-cs"/>
              </a:rPr>
              <a:t> </a:t>
            </a:r>
            <a:r>
              <a:rPr lang="en-US" sz="2800" kern="1200" spc="-20" dirty="0">
                <a:solidFill>
                  <a:schemeClr val="tx1"/>
                </a:solidFill>
                <a:latin typeface="+mn-lt"/>
                <a:ea typeface="+mn-ea"/>
                <a:cs typeface="+mn-cs"/>
              </a:rPr>
              <a:t>bad)</a:t>
            </a:r>
            <a:endParaRPr lang="en-US" sz="2800" kern="1200" dirty="0">
              <a:solidFill>
                <a:schemeClr val="tx1"/>
              </a:solidFill>
              <a:latin typeface="+mn-lt"/>
              <a:ea typeface="+mn-ea"/>
              <a:cs typeface="+mn-cs"/>
            </a:endParaRPr>
          </a:p>
        </p:txBody>
      </p:sp>
    </p:spTree>
    <p:extLst>
      <p:ext uri="{BB962C8B-B14F-4D97-AF65-F5344CB8AC3E}">
        <p14:creationId xmlns:p14="http://schemas.microsoft.com/office/powerpoint/2010/main" val="3294602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F878E-E850-8C9A-D639-B63709740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2C2CA-4BDE-FFBD-15F4-1E3506ABFEAE}"/>
              </a:ext>
            </a:extLst>
          </p:cNvPr>
          <p:cNvSpPr>
            <a:spLocks noGrp="1"/>
          </p:cNvSpPr>
          <p:nvPr>
            <p:ph type="title"/>
          </p:nvPr>
        </p:nvSpPr>
        <p:spPr/>
        <p:txBody>
          <a:bodyPr/>
          <a:lstStyle/>
          <a:p>
            <a:r>
              <a:rPr lang="da-DK" dirty="0"/>
              <a:t>CSS</a:t>
            </a:r>
          </a:p>
        </p:txBody>
      </p:sp>
      <p:sp>
        <p:nvSpPr>
          <p:cNvPr id="7" name="Content Placeholder 6">
            <a:extLst>
              <a:ext uri="{FF2B5EF4-FFF2-40B4-BE49-F238E27FC236}">
                <a16:creationId xmlns:a16="http://schemas.microsoft.com/office/drawing/2014/main" id="{95D5FEA7-074C-EB2B-03EA-188B3A3AA0C1}"/>
              </a:ext>
            </a:extLst>
          </p:cNvPr>
          <p:cNvSpPr>
            <a:spLocks noGrp="1"/>
          </p:cNvSpPr>
          <p:nvPr>
            <p:ph idx="1"/>
          </p:nvPr>
        </p:nvSpPr>
        <p:spPr/>
        <p:txBody>
          <a:bodyPr/>
          <a:lstStyle/>
          <a:p>
            <a:pPr marL="0" indent="0">
              <a:buNone/>
            </a:pPr>
            <a:r>
              <a:rPr lang="da-DK" dirty="0"/>
              <a:t> </a:t>
            </a:r>
          </a:p>
        </p:txBody>
      </p:sp>
      <p:pic>
        <p:nvPicPr>
          <p:cNvPr id="5" name="object 4">
            <a:extLst>
              <a:ext uri="{FF2B5EF4-FFF2-40B4-BE49-F238E27FC236}">
                <a16:creationId xmlns:a16="http://schemas.microsoft.com/office/drawing/2014/main" id="{1A4CA6FC-2B90-2975-C4C8-AF21DE6A914A}"/>
              </a:ext>
            </a:extLst>
          </p:cNvPr>
          <p:cNvPicPr/>
          <p:nvPr/>
        </p:nvPicPr>
        <p:blipFill>
          <a:blip r:embed="rId2" cstate="print"/>
          <a:stretch>
            <a:fillRect/>
          </a:stretch>
        </p:blipFill>
        <p:spPr>
          <a:xfrm>
            <a:off x="904875" y="1562076"/>
            <a:ext cx="4467225" cy="4878435"/>
          </a:xfrm>
          <a:prstGeom prst="rect">
            <a:avLst/>
          </a:prstGeom>
        </p:spPr>
      </p:pic>
      <p:pic>
        <p:nvPicPr>
          <p:cNvPr id="9" name="object 3">
            <a:extLst>
              <a:ext uri="{FF2B5EF4-FFF2-40B4-BE49-F238E27FC236}">
                <a16:creationId xmlns:a16="http://schemas.microsoft.com/office/drawing/2014/main" id="{8CB7442A-644A-E6B0-361B-730B5C7FCDE8}"/>
              </a:ext>
            </a:extLst>
          </p:cNvPr>
          <p:cNvPicPr/>
          <p:nvPr/>
        </p:nvPicPr>
        <p:blipFill>
          <a:blip r:embed="rId3" cstate="print"/>
          <a:stretch>
            <a:fillRect/>
          </a:stretch>
        </p:blipFill>
        <p:spPr>
          <a:xfrm>
            <a:off x="6034087" y="1562076"/>
            <a:ext cx="4657725" cy="4930799"/>
          </a:xfrm>
          <a:prstGeom prst="rect">
            <a:avLst/>
          </a:prstGeom>
        </p:spPr>
      </p:pic>
    </p:spTree>
    <p:extLst>
      <p:ext uri="{BB962C8B-B14F-4D97-AF65-F5344CB8AC3E}">
        <p14:creationId xmlns:p14="http://schemas.microsoft.com/office/powerpoint/2010/main" val="36911302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2F5A-1E60-747E-6957-A3A65E56E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30CA1-BC6C-FC8D-FD84-338924C32463}"/>
              </a:ext>
            </a:extLst>
          </p:cNvPr>
          <p:cNvSpPr>
            <a:spLocks noGrp="1"/>
          </p:cNvSpPr>
          <p:nvPr>
            <p:ph type="title"/>
          </p:nvPr>
        </p:nvSpPr>
        <p:spPr/>
        <p:txBody>
          <a:bodyPr/>
          <a:lstStyle/>
          <a:p>
            <a:r>
              <a:rPr lang="da-DK" dirty="0"/>
              <a:t>CSS</a:t>
            </a:r>
          </a:p>
        </p:txBody>
      </p:sp>
      <p:sp>
        <p:nvSpPr>
          <p:cNvPr id="7" name="Content Placeholder 6">
            <a:extLst>
              <a:ext uri="{FF2B5EF4-FFF2-40B4-BE49-F238E27FC236}">
                <a16:creationId xmlns:a16="http://schemas.microsoft.com/office/drawing/2014/main" id="{74C2BCB4-8BB1-F82F-F139-41C554D2BF2A}"/>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4283430A-2C23-F57F-CB13-401B37D15F13}"/>
              </a:ext>
            </a:extLst>
          </p:cNvPr>
          <p:cNvSpPr txBox="1"/>
          <p:nvPr/>
        </p:nvSpPr>
        <p:spPr>
          <a:xfrm>
            <a:off x="917575" y="2163381"/>
            <a:ext cx="1595754" cy="446917"/>
          </a:xfrm>
          <a:prstGeom prst="rect">
            <a:avLst/>
          </a:prstGeom>
        </p:spPr>
        <p:txBody>
          <a:bodyPr vert="horz" wrap="square" lIns="0" tIns="15875" rIns="0" bIns="0" rtlCol="0">
            <a:spAutoFit/>
          </a:bodyPr>
          <a:lstStyle/>
          <a:p>
            <a:pPr marL="12700">
              <a:lnSpc>
                <a:spcPct val="100000"/>
              </a:lnSpc>
              <a:spcBef>
                <a:spcPts val="125"/>
              </a:spcBef>
            </a:pPr>
            <a:r>
              <a:rPr sz="2800" dirty="0">
                <a:latin typeface="Aptos (Body)"/>
                <a:cs typeface="Gill Sans MT"/>
              </a:rPr>
              <a:t>CSS</a:t>
            </a:r>
            <a:r>
              <a:rPr sz="2800" spc="-145" dirty="0">
                <a:latin typeface="Aptos (Body)"/>
                <a:cs typeface="Gill Sans MT"/>
              </a:rPr>
              <a:t> </a:t>
            </a:r>
            <a:r>
              <a:rPr sz="2800" spc="-55" dirty="0">
                <a:latin typeface="Aptos (Body)"/>
                <a:cs typeface="Gill Sans MT"/>
              </a:rPr>
              <a:t>rule</a:t>
            </a:r>
            <a:endParaRPr sz="2800" dirty="0">
              <a:latin typeface="Aptos (Body)"/>
              <a:cs typeface="Gill Sans MT"/>
            </a:endParaRPr>
          </a:p>
        </p:txBody>
      </p:sp>
      <p:sp>
        <p:nvSpPr>
          <p:cNvPr id="9" name="object 4">
            <a:extLst>
              <a:ext uri="{FF2B5EF4-FFF2-40B4-BE49-F238E27FC236}">
                <a16:creationId xmlns:a16="http://schemas.microsoft.com/office/drawing/2014/main" id="{C21ACCD9-2CB3-BF7E-8EA5-164248D7CD63}"/>
              </a:ext>
            </a:extLst>
          </p:cNvPr>
          <p:cNvSpPr txBox="1"/>
          <p:nvPr/>
        </p:nvSpPr>
        <p:spPr>
          <a:xfrm>
            <a:off x="2933954" y="3358882"/>
            <a:ext cx="5676900" cy="941069"/>
          </a:xfrm>
          <a:prstGeom prst="rect">
            <a:avLst/>
          </a:prstGeom>
        </p:spPr>
        <p:txBody>
          <a:bodyPr vert="horz" wrap="square" lIns="0" tIns="71120" rIns="0" bIns="0" rtlCol="0">
            <a:spAutoFit/>
          </a:bodyPr>
          <a:lstStyle/>
          <a:p>
            <a:pPr marL="12700">
              <a:lnSpc>
                <a:spcPct val="100000"/>
              </a:lnSpc>
              <a:spcBef>
                <a:spcPts val="560"/>
              </a:spcBef>
            </a:pPr>
            <a:r>
              <a:rPr sz="2400" dirty="0">
                <a:latin typeface="Courier New"/>
                <a:cs typeface="Courier New"/>
              </a:rPr>
              <a:t>p</a:t>
            </a:r>
            <a:r>
              <a:rPr sz="2400" spc="-25" dirty="0">
                <a:latin typeface="Courier New"/>
                <a:cs typeface="Courier New"/>
              </a:rPr>
              <a:t> </a:t>
            </a:r>
            <a:r>
              <a:rPr sz="2400" spc="-20" dirty="0">
                <a:latin typeface="Courier New"/>
                <a:cs typeface="Courier New"/>
              </a:rPr>
              <a:t>{background-</a:t>
            </a:r>
            <a:r>
              <a:rPr sz="2400" dirty="0">
                <a:latin typeface="Courier New"/>
                <a:cs typeface="Courier New"/>
              </a:rPr>
              <a:t>color</a:t>
            </a:r>
            <a:r>
              <a:rPr sz="2400" spc="-20" dirty="0">
                <a:latin typeface="Courier New"/>
                <a:cs typeface="Courier New"/>
              </a:rPr>
              <a:t> </a:t>
            </a:r>
            <a:r>
              <a:rPr sz="2400" dirty="0">
                <a:latin typeface="Courier New"/>
                <a:cs typeface="Courier New"/>
              </a:rPr>
              <a:t>:</a:t>
            </a:r>
            <a:r>
              <a:rPr sz="2400" spc="50" dirty="0">
                <a:latin typeface="Courier New"/>
                <a:cs typeface="Courier New"/>
              </a:rPr>
              <a:t> </a:t>
            </a:r>
            <a:r>
              <a:rPr sz="2400" dirty="0">
                <a:latin typeface="Courier New"/>
                <a:cs typeface="Courier New"/>
              </a:rPr>
              <a:t>purple;</a:t>
            </a:r>
            <a:r>
              <a:rPr sz="2400" spc="-15" dirty="0">
                <a:latin typeface="Courier New"/>
                <a:cs typeface="Courier New"/>
              </a:rPr>
              <a:t> </a:t>
            </a:r>
            <a:r>
              <a:rPr sz="2400" spc="-50" dirty="0">
                <a:latin typeface="Courier New"/>
                <a:cs typeface="Courier New"/>
              </a:rPr>
              <a:t>}</a:t>
            </a:r>
            <a:endParaRPr sz="2400" dirty="0">
              <a:latin typeface="Courier New"/>
              <a:cs typeface="Courier New"/>
            </a:endParaRPr>
          </a:p>
          <a:p>
            <a:pPr marL="883919" algn="ctr">
              <a:lnSpc>
                <a:spcPct val="100000"/>
              </a:lnSpc>
              <a:spcBef>
                <a:spcPts val="560"/>
              </a:spcBef>
              <a:tabLst>
                <a:tab pos="3838575" algn="l"/>
              </a:tabLst>
            </a:pPr>
            <a:r>
              <a:rPr sz="2800" spc="-10" dirty="0">
                <a:latin typeface="Aptos (Body)"/>
                <a:cs typeface="Gill Sans MT"/>
              </a:rPr>
              <a:t>Property</a:t>
            </a:r>
            <a:r>
              <a:rPr sz="2800" dirty="0">
                <a:latin typeface="Aptos (Body)"/>
                <a:cs typeface="Gill Sans MT"/>
              </a:rPr>
              <a:t>	</a:t>
            </a:r>
            <a:r>
              <a:rPr sz="2800" spc="-10" dirty="0">
                <a:latin typeface="Aptos (Body)"/>
                <a:cs typeface="Gill Sans MT"/>
              </a:rPr>
              <a:t>Value</a:t>
            </a:r>
            <a:endParaRPr sz="2800" dirty="0">
              <a:latin typeface="Aptos (Body)"/>
              <a:cs typeface="Gill Sans MT"/>
            </a:endParaRPr>
          </a:p>
        </p:txBody>
      </p:sp>
      <p:sp>
        <p:nvSpPr>
          <p:cNvPr id="11" name="object 5">
            <a:extLst>
              <a:ext uri="{FF2B5EF4-FFF2-40B4-BE49-F238E27FC236}">
                <a16:creationId xmlns:a16="http://schemas.microsoft.com/office/drawing/2014/main" id="{59B43792-7FC7-4ED3-F4DD-38CCD7DBD18F}"/>
              </a:ext>
            </a:extLst>
          </p:cNvPr>
          <p:cNvSpPr txBox="1"/>
          <p:nvPr/>
        </p:nvSpPr>
        <p:spPr>
          <a:xfrm>
            <a:off x="2513328" y="2814574"/>
            <a:ext cx="1449071" cy="447558"/>
          </a:xfrm>
          <a:prstGeom prst="rect">
            <a:avLst/>
          </a:prstGeom>
        </p:spPr>
        <p:txBody>
          <a:bodyPr vert="horz" wrap="square" lIns="0" tIns="16510" rIns="0" bIns="0" rtlCol="0">
            <a:spAutoFit/>
          </a:bodyPr>
          <a:lstStyle/>
          <a:p>
            <a:pPr marL="12700">
              <a:lnSpc>
                <a:spcPct val="100000"/>
              </a:lnSpc>
              <a:spcBef>
                <a:spcPts val="130"/>
              </a:spcBef>
            </a:pPr>
            <a:r>
              <a:rPr sz="2800" spc="-50" dirty="0">
                <a:latin typeface="Aptos (Body)"/>
                <a:cs typeface="Gill Sans MT"/>
              </a:rPr>
              <a:t>Selector</a:t>
            </a:r>
            <a:endParaRPr sz="2800" dirty="0">
              <a:latin typeface="Aptos (Body)"/>
              <a:cs typeface="Gill Sans MT"/>
            </a:endParaRPr>
          </a:p>
        </p:txBody>
      </p:sp>
      <p:sp>
        <p:nvSpPr>
          <p:cNvPr id="13" name="object 6">
            <a:extLst>
              <a:ext uri="{FF2B5EF4-FFF2-40B4-BE49-F238E27FC236}">
                <a16:creationId xmlns:a16="http://schemas.microsoft.com/office/drawing/2014/main" id="{EA87E43D-C627-7DA7-FEE1-C0611F02CFD0}"/>
              </a:ext>
            </a:extLst>
          </p:cNvPr>
          <p:cNvSpPr txBox="1"/>
          <p:nvPr/>
        </p:nvSpPr>
        <p:spPr>
          <a:xfrm>
            <a:off x="4773929" y="2760662"/>
            <a:ext cx="5932679" cy="446917"/>
          </a:xfrm>
          <a:prstGeom prst="rect">
            <a:avLst/>
          </a:prstGeom>
        </p:spPr>
        <p:txBody>
          <a:bodyPr vert="horz" wrap="square" lIns="0" tIns="15875" rIns="0" bIns="0" rtlCol="0">
            <a:spAutoFit/>
          </a:bodyPr>
          <a:lstStyle/>
          <a:p>
            <a:pPr marL="12700">
              <a:lnSpc>
                <a:spcPct val="100000"/>
              </a:lnSpc>
              <a:spcBef>
                <a:spcPts val="125"/>
              </a:spcBef>
            </a:pPr>
            <a:r>
              <a:rPr sz="2800" spc="-45" dirty="0">
                <a:latin typeface="Aptos (Body)"/>
                <a:cs typeface="Gill Sans MT"/>
              </a:rPr>
              <a:t>Declarations</a:t>
            </a:r>
            <a:r>
              <a:rPr sz="2800" dirty="0">
                <a:latin typeface="Aptos (Body)"/>
                <a:cs typeface="Gill Sans MT"/>
              </a:rPr>
              <a:t> </a:t>
            </a:r>
            <a:r>
              <a:rPr sz="2800" spc="-35" dirty="0">
                <a:latin typeface="Aptos (Body)"/>
                <a:cs typeface="Gill Sans MT"/>
              </a:rPr>
              <a:t>(separated</a:t>
            </a:r>
            <a:r>
              <a:rPr sz="2800" spc="-85" dirty="0">
                <a:latin typeface="Aptos (Body)"/>
                <a:cs typeface="Gill Sans MT"/>
              </a:rPr>
              <a:t> </a:t>
            </a:r>
            <a:r>
              <a:rPr sz="2800" dirty="0">
                <a:latin typeface="Aptos (Body)"/>
                <a:cs typeface="Gill Sans MT"/>
              </a:rPr>
              <a:t>by</a:t>
            </a:r>
            <a:r>
              <a:rPr sz="2800" spc="-95" dirty="0">
                <a:latin typeface="Aptos (Body)"/>
                <a:cs typeface="Gill Sans MT"/>
              </a:rPr>
              <a:t> </a:t>
            </a:r>
            <a:r>
              <a:rPr sz="2800" spc="-25" dirty="0">
                <a:latin typeface="Aptos (Body)"/>
                <a:cs typeface="Gill Sans MT"/>
              </a:rPr>
              <a:t>semicolon)</a:t>
            </a:r>
            <a:endParaRPr sz="2800" dirty="0">
              <a:latin typeface="Aptos (Body)"/>
              <a:cs typeface="Gill Sans MT"/>
            </a:endParaRPr>
          </a:p>
        </p:txBody>
      </p:sp>
    </p:spTree>
    <p:extLst>
      <p:ext uri="{BB962C8B-B14F-4D97-AF65-F5344CB8AC3E}">
        <p14:creationId xmlns:p14="http://schemas.microsoft.com/office/powerpoint/2010/main" val="11215067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4F66-5032-B513-16AB-C003336D0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9F28F-0A58-455A-FA4F-C55D99ABB312}"/>
              </a:ext>
            </a:extLst>
          </p:cNvPr>
          <p:cNvSpPr>
            <a:spLocks noGrp="1"/>
          </p:cNvSpPr>
          <p:nvPr>
            <p:ph type="title"/>
          </p:nvPr>
        </p:nvSpPr>
        <p:spPr/>
        <p:txBody>
          <a:bodyPr/>
          <a:lstStyle/>
          <a:p>
            <a:r>
              <a:rPr lang="da-DK" dirty="0"/>
              <a:t>CSS</a:t>
            </a:r>
          </a:p>
        </p:txBody>
      </p:sp>
      <p:sp>
        <p:nvSpPr>
          <p:cNvPr id="7" name="Content Placeholder 6">
            <a:extLst>
              <a:ext uri="{FF2B5EF4-FFF2-40B4-BE49-F238E27FC236}">
                <a16:creationId xmlns:a16="http://schemas.microsoft.com/office/drawing/2014/main" id="{E7F1DD46-D4AF-698A-C511-8A7577044E5B}"/>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1CD5B671-D54F-1985-633F-0EC6A084D922}"/>
              </a:ext>
            </a:extLst>
          </p:cNvPr>
          <p:cNvSpPr txBox="1"/>
          <p:nvPr/>
        </p:nvSpPr>
        <p:spPr>
          <a:xfrm>
            <a:off x="1041400" y="1775798"/>
            <a:ext cx="5946775" cy="1214755"/>
          </a:xfrm>
          <a:prstGeom prst="rect">
            <a:avLst/>
          </a:prstGeom>
        </p:spPr>
        <p:txBody>
          <a:bodyPr vert="horz" wrap="square" lIns="0" tIns="69850" rIns="0" bIns="0" rtlCol="0">
            <a:spAutoFit/>
          </a:bodyPr>
          <a:lstStyle/>
          <a:p>
            <a:pPr marL="12700">
              <a:lnSpc>
                <a:spcPct val="100000"/>
              </a:lnSpc>
              <a:spcBef>
                <a:spcPts val="550"/>
              </a:spcBef>
            </a:pPr>
            <a:r>
              <a:rPr sz="2600" dirty="0">
                <a:latin typeface="Aptos (Body)"/>
                <a:cs typeface="Gill Sans MT"/>
              </a:rPr>
              <a:t>Same</a:t>
            </a:r>
            <a:r>
              <a:rPr sz="2600" spc="-150" dirty="0">
                <a:latin typeface="Aptos (Body)"/>
                <a:cs typeface="Gill Sans MT"/>
              </a:rPr>
              <a:t> </a:t>
            </a:r>
            <a:r>
              <a:rPr sz="2600" dirty="0">
                <a:latin typeface="Aptos (Body)"/>
                <a:cs typeface="Gill Sans MT"/>
              </a:rPr>
              <a:t>tag</a:t>
            </a:r>
            <a:r>
              <a:rPr sz="2600" spc="-175" dirty="0">
                <a:latin typeface="Aptos (Body)"/>
                <a:cs typeface="Gill Sans MT"/>
              </a:rPr>
              <a:t> </a:t>
            </a:r>
            <a:r>
              <a:rPr sz="2600" spc="-10" dirty="0">
                <a:latin typeface="Aptos (Body)"/>
                <a:cs typeface="Gill Sans MT"/>
              </a:rPr>
              <a:t>declaration:</a:t>
            </a:r>
            <a:endParaRPr sz="2600" dirty="0">
              <a:latin typeface="Aptos (Body)"/>
              <a:cs typeface="Gill Sans MT"/>
            </a:endParaRPr>
          </a:p>
          <a:p>
            <a:pPr marL="12700">
              <a:lnSpc>
                <a:spcPct val="100000"/>
              </a:lnSpc>
              <a:spcBef>
                <a:spcPts val="335"/>
              </a:spcBef>
            </a:pPr>
            <a:r>
              <a:rPr sz="1850" dirty="0">
                <a:latin typeface="Courier New"/>
                <a:cs typeface="Courier New"/>
              </a:rPr>
              <a:t>&lt;p</a:t>
            </a:r>
            <a:r>
              <a:rPr sz="1850" spc="155" dirty="0">
                <a:latin typeface="Courier New"/>
                <a:cs typeface="Courier New"/>
              </a:rPr>
              <a:t> </a:t>
            </a:r>
            <a:r>
              <a:rPr sz="1850" dirty="0">
                <a:latin typeface="Courier New"/>
                <a:cs typeface="Courier New"/>
              </a:rPr>
              <a:t>style="color:</a:t>
            </a:r>
            <a:r>
              <a:rPr sz="1850" spc="155" dirty="0">
                <a:latin typeface="Courier New"/>
                <a:cs typeface="Courier New"/>
              </a:rPr>
              <a:t> </a:t>
            </a:r>
            <a:r>
              <a:rPr sz="1850" dirty="0">
                <a:latin typeface="Courier New"/>
                <a:cs typeface="Courier New"/>
              </a:rPr>
              <a:t>red;</a:t>
            </a:r>
            <a:r>
              <a:rPr sz="1850" spc="235" dirty="0">
                <a:latin typeface="Courier New"/>
                <a:cs typeface="Courier New"/>
              </a:rPr>
              <a:t> </a:t>
            </a:r>
            <a:r>
              <a:rPr sz="1850" dirty="0">
                <a:latin typeface="Courier New"/>
                <a:cs typeface="Courier New"/>
              </a:rPr>
              <a:t>margin-left:</a:t>
            </a:r>
            <a:r>
              <a:rPr sz="1850" spc="155" dirty="0">
                <a:latin typeface="Courier New"/>
                <a:cs typeface="Courier New"/>
              </a:rPr>
              <a:t> </a:t>
            </a:r>
            <a:r>
              <a:rPr sz="1850" spc="-10" dirty="0">
                <a:latin typeface="Courier New"/>
                <a:cs typeface="Courier New"/>
              </a:rPr>
              <a:t>20px"&gt;</a:t>
            </a:r>
            <a:endParaRPr sz="1850" dirty="0">
              <a:latin typeface="Courier New"/>
              <a:cs typeface="Courier New"/>
            </a:endParaRPr>
          </a:p>
          <a:p>
            <a:pPr marL="12700">
              <a:lnSpc>
                <a:spcPct val="100000"/>
              </a:lnSpc>
              <a:spcBef>
                <a:spcPts val="110"/>
              </a:spcBef>
            </a:pPr>
            <a:r>
              <a:rPr sz="2600" dirty="0">
                <a:latin typeface="Aptos (Body)"/>
                <a:cs typeface="Gill Sans MT"/>
              </a:rPr>
              <a:t>Do</a:t>
            </a:r>
            <a:r>
              <a:rPr sz="2600" spc="-125" dirty="0">
                <a:latin typeface="Aptos (Body)"/>
                <a:cs typeface="Gill Sans MT"/>
              </a:rPr>
              <a:t> </a:t>
            </a:r>
            <a:r>
              <a:rPr sz="2600" spc="-20" dirty="0">
                <a:latin typeface="Aptos (Body)"/>
                <a:cs typeface="Gill Sans MT"/>
              </a:rPr>
              <a:t>not</a:t>
            </a:r>
            <a:r>
              <a:rPr sz="2600" spc="-165" dirty="0">
                <a:latin typeface="Aptos (Body)"/>
                <a:cs typeface="Gill Sans MT"/>
              </a:rPr>
              <a:t> </a:t>
            </a:r>
            <a:r>
              <a:rPr sz="2600" dirty="0">
                <a:latin typeface="Aptos (Body)"/>
                <a:cs typeface="Gill Sans MT"/>
              </a:rPr>
              <a:t>do</a:t>
            </a:r>
            <a:r>
              <a:rPr sz="2600" spc="-85" dirty="0">
                <a:latin typeface="Aptos (Body)"/>
                <a:cs typeface="Gill Sans MT"/>
              </a:rPr>
              <a:t> </a:t>
            </a:r>
            <a:r>
              <a:rPr sz="2600" spc="-20" dirty="0">
                <a:latin typeface="Aptos (Body)"/>
                <a:cs typeface="Gill Sans MT"/>
              </a:rPr>
              <a:t>this</a:t>
            </a:r>
            <a:endParaRPr sz="2600" dirty="0">
              <a:latin typeface="Aptos (Body)"/>
              <a:cs typeface="Gill Sans MT"/>
            </a:endParaRPr>
          </a:p>
        </p:txBody>
      </p:sp>
      <p:sp>
        <p:nvSpPr>
          <p:cNvPr id="8" name="object 4">
            <a:extLst>
              <a:ext uri="{FF2B5EF4-FFF2-40B4-BE49-F238E27FC236}">
                <a16:creationId xmlns:a16="http://schemas.microsoft.com/office/drawing/2014/main" id="{99DDF628-D19A-3668-B7B7-3748AA16C7C3}"/>
              </a:ext>
            </a:extLst>
          </p:cNvPr>
          <p:cNvSpPr txBox="1"/>
          <p:nvPr/>
        </p:nvSpPr>
        <p:spPr>
          <a:xfrm>
            <a:off x="1041400" y="3321133"/>
            <a:ext cx="4069079" cy="3112770"/>
          </a:xfrm>
          <a:prstGeom prst="rect">
            <a:avLst/>
          </a:prstGeom>
        </p:spPr>
        <p:txBody>
          <a:bodyPr vert="horz" wrap="square" lIns="0" tIns="69850" rIns="0" bIns="0" rtlCol="0">
            <a:spAutoFit/>
          </a:bodyPr>
          <a:lstStyle/>
          <a:p>
            <a:pPr marL="12700">
              <a:lnSpc>
                <a:spcPct val="100000"/>
              </a:lnSpc>
              <a:spcBef>
                <a:spcPts val="550"/>
              </a:spcBef>
            </a:pPr>
            <a:r>
              <a:rPr sz="2600" spc="-40" dirty="0">
                <a:latin typeface="Aptos (Body)"/>
                <a:cs typeface="Gill Sans MT"/>
              </a:rPr>
              <a:t>Document</a:t>
            </a:r>
            <a:r>
              <a:rPr sz="2600" spc="-135" dirty="0">
                <a:latin typeface="Aptos (Body)"/>
                <a:cs typeface="Gill Sans MT"/>
              </a:rPr>
              <a:t> </a:t>
            </a:r>
            <a:r>
              <a:rPr sz="2600" spc="-10" dirty="0">
                <a:latin typeface="Aptos (Body)"/>
                <a:cs typeface="Gill Sans MT"/>
              </a:rPr>
              <a:t>declaration:</a:t>
            </a:r>
            <a:endParaRPr sz="2600" dirty="0">
              <a:latin typeface="Aptos (Body)"/>
              <a:cs typeface="Gill Sans MT"/>
            </a:endParaRPr>
          </a:p>
          <a:p>
            <a:pPr marL="12700">
              <a:lnSpc>
                <a:spcPct val="100000"/>
              </a:lnSpc>
              <a:spcBef>
                <a:spcPts val="335"/>
              </a:spcBef>
            </a:pPr>
            <a:r>
              <a:rPr sz="1850" spc="-10" dirty="0">
                <a:latin typeface="Courier New"/>
                <a:cs typeface="Courier New"/>
              </a:rPr>
              <a:t>&lt;head&gt;</a:t>
            </a:r>
            <a:endParaRPr sz="1850" dirty="0">
              <a:latin typeface="Courier New"/>
              <a:cs typeface="Courier New"/>
            </a:endParaRPr>
          </a:p>
          <a:p>
            <a:pPr marL="584835" marR="444500" indent="-286385">
              <a:lnSpc>
                <a:spcPct val="115100"/>
              </a:lnSpc>
              <a:spcBef>
                <a:spcPts val="75"/>
              </a:spcBef>
            </a:pPr>
            <a:r>
              <a:rPr sz="1850" dirty="0">
                <a:latin typeface="Courier New"/>
                <a:cs typeface="Courier New"/>
              </a:rPr>
              <a:t>&lt;style</a:t>
            </a:r>
            <a:r>
              <a:rPr sz="1850" spc="120" dirty="0">
                <a:latin typeface="Courier New"/>
                <a:cs typeface="Courier New"/>
              </a:rPr>
              <a:t> </a:t>
            </a:r>
            <a:r>
              <a:rPr sz="1850" spc="-10" dirty="0">
                <a:latin typeface="Courier New"/>
                <a:cs typeface="Courier New"/>
              </a:rPr>
              <a:t>type="text/css"&gt; </a:t>
            </a:r>
            <a:r>
              <a:rPr sz="1850" dirty="0">
                <a:latin typeface="Courier New"/>
                <a:cs typeface="Courier New"/>
              </a:rPr>
              <a:t>p</a:t>
            </a:r>
            <a:r>
              <a:rPr sz="1850" spc="20" dirty="0">
                <a:latin typeface="Courier New"/>
                <a:cs typeface="Courier New"/>
              </a:rPr>
              <a:t> </a:t>
            </a:r>
            <a:r>
              <a:rPr sz="1850" spc="-50" dirty="0">
                <a:latin typeface="Courier New"/>
                <a:cs typeface="Courier New"/>
              </a:rPr>
              <a:t>{</a:t>
            </a:r>
            <a:endParaRPr sz="1850" dirty="0">
              <a:latin typeface="Courier New"/>
              <a:cs typeface="Courier New"/>
            </a:endParaRPr>
          </a:p>
          <a:p>
            <a:pPr marL="870585" marR="5080">
              <a:lnSpc>
                <a:spcPct val="114999"/>
              </a:lnSpc>
              <a:spcBef>
                <a:spcPts val="70"/>
              </a:spcBef>
            </a:pPr>
            <a:r>
              <a:rPr sz="1850" dirty="0">
                <a:latin typeface="Courier New"/>
                <a:cs typeface="Courier New"/>
              </a:rPr>
              <a:t>background-color:</a:t>
            </a:r>
            <a:r>
              <a:rPr sz="1850" spc="350" dirty="0">
                <a:latin typeface="Courier New"/>
                <a:cs typeface="Courier New"/>
              </a:rPr>
              <a:t> </a:t>
            </a:r>
            <a:r>
              <a:rPr sz="1850" spc="-20" dirty="0">
                <a:latin typeface="Courier New"/>
                <a:cs typeface="Courier New"/>
              </a:rPr>
              <a:t>red; </a:t>
            </a:r>
            <a:r>
              <a:rPr sz="1850" dirty="0">
                <a:latin typeface="Courier New"/>
                <a:cs typeface="Courier New"/>
              </a:rPr>
              <a:t>margin-left:</a:t>
            </a:r>
            <a:r>
              <a:rPr sz="1850" spc="235" dirty="0">
                <a:latin typeface="Courier New"/>
                <a:cs typeface="Courier New"/>
              </a:rPr>
              <a:t> </a:t>
            </a:r>
            <a:r>
              <a:rPr sz="1850" spc="-10" dirty="0">
                <a:latin typeface="Courier New"/>
                <a:cs typeface="Courier New"/>
              </a:rPr>
              <a:t>20px;</a:t>
            </a:r>
            <a:endParaRPr sz="1850" dirty="0">
              <a:latin typeface="Courier New"/>
              <a:cs typeface="Courier New"/>
            </a:endParaRPr>
          </a:p>
          <a:p>
            <a:pPr marL="584835">
              <a:lnSpc>
                <a:spcPct val="100000"/>
              </a:lnSpc>
              <a:spcBef>
                <a:spcPts val="409"/>
              </a:spcBef>
            </a:pPr>
            <a:r>
              <a:rPr sz="1850" spc="-50" dirty="0">
                <a:latin typeface="Courier New"/>
                <a:cs typeface="Courier New"/>
              </a:rPr>
              <a:t>}</a:t>
            </a:r>
            <a:endParaRPr sz="1850" dirty="0">
              <a:latin typeface="Courier New"/>
              <a:cs typeface="Courier New"/>
            </a:endParaRPr>
          </a:p>
          <a:p>
            <a:pPr marL="298450">
              <a:lnSpc>
                <a:spcPct val="100000"/>
              </a:lnSpc>
              <a:spcBef>
                <a:spcPts val="409"/>
              </a:spcBef>
            </a:pPr>
            <a:r>
              <a:rPr sz="1850" spc="-10" dirty="0">
                <a:latin typeface="Courier New"/>
                <a:cs typeface="Courier New"/>
              </a:rPr>
              <a:t>&lt;/style&gt;</a:t>
            </a:r>
            <a:endParaRPr sz="1850" dirty="0">
              <a:latin typeface="Courier New"/>
              <a:cs typeface="Courier New"/>
            </a:endParaRPr>
          </a:p>
          <a:p>
            <a:pPr marL="12700">
              <a:lnSpc>
                <a:spcPct val="100000"/>
              </a:lnSpc>
              <a:spcBef>
                <a:spcPts val="335"/>
              </a:spcBef>
            </a:pPr>
            <a:r>
              <a:rPr sz="1850" spc="-10" dirty="0">
                <a:latin typeface="Courier New"/>
                <a:cs typeface="Courier New"/>
              </a:rPr>
              <a:t>&lt;/head&gt;</a:t>
            </a:r>
            <a:endParaRPr sz="1850" dirty="0">
              <a:latin typeface="Courier New"/>
              <a:cs typeface="Courier New"/>
            </a:endParaRPr>
          </a:p>
        </p:txBody>
      </p:sp>
      <p:sp>
        <p:nvSpPr>
          <p:cNvPr id="12" name="object 5">
            <a:extLst>
              <a:ext uri="{FF2B5EF4-FFF2-40B4-BE49-F238E27FC236}">
                <a16:creationId xmlns:a16="http://schemas.microsoft.com/office/drawing/2014/main" id="{8BB0CFB6-DE54-669A-AE20-65DB2D50AABD}"/>
              </a:ext>
            </a:extLst>
          </p:cNvPr>
          <p:cNvSpPr txBox="1"/>
          <p:nvPr/>
        </p:nvSpPr>
        <p:spPr>
          <a:xfrm>
            <a:off x="5476494" y="3224180"/>
            <a:ext cx="6122035" cy="2199640"/>
          </a:xfrm>
          <a:prstGeom prst="rect">
            <a:avLst/>
          </a:prstGeom>
        </p:spPr>
        <p:txBody>
          <a:bodyPr vert="horz" wrap="square" lIns="0" tIns="154940" rIns="0" bIns="0" rtlCol="0">
            <a:spAutoFit/>
          </a:bodyPr>
          <a:lstStyle/>
          <a:p>
            <a:pPr marL="12700">
              <a:lnSpc>
                <a:spcPct val="100000"/>
              </a:lnSpc>
              <a:spcBef>
                <a:spcPts val="1220"/>
              </a:spcBef>
            </a:pPr>
            <a:r>
              <a:rPr sz="2750" spc="-50" dirty="0">
                <a:latin typeface="Aptos (Body)"/>
                <a:cs typeface="Gill Sans MT"/>
              </a:rPr>
              <a:t>File</a:t>
            </a:r>
            <a:r>
              <a:rPr sz="2750" spc="-130" dirty="0">
                <a:latin typeface="Aptos (Body)"/>
                <a:cs typeface="Gill Sans MT"/>
              </a:rPr>
              <a:t> </a:t>
            </a:r>
            <a:r>
              <a:rPr sz="2750" spc="-10" dirty="0">
                <a:latin typeface="Aptos (Body)"/>
                <a:cs typeface="Gill Sans MT"/>
              </a:rPr>
              <a:t>declaration</a:t>
            </a:r>
            <a:endParaRPr sz="2750" dirty="0">
              <a:latin typeface="Aptos (Body)"/>
              <a:cs typeface="Gill Sans MT"/>
            </a:endParaRPr>
          </a:p>
          <a:p>
            <a:pPr marL="12700">
              <a:lnSpc>
                <a:spcPct val="100000"/>
              </a:lnSpc>
              <a:spcBef>
                <a:spcPts val="830"/>
              </a:spcBef>
            </a:pPr>
            <a:r>
              <a:rPr sz="2000" spc="-10" dirty="0">
                <a:latin typeface="Courier New"/>
                <a:cs typeface="Courier New"/>
              </a:rPr>
              <a:t>&lt;head&gt;</a:t>
            </a:r>
            <a:endParaRPr sz="2000" dirty="0">
              <a:latin typeface="Courier New"/>
              <a:cs typeface="Courier New"/>
            </a:endParaRPr>
          </a:p>
          <a:p>
            <a:pPr marL="1232535" marR="5080" indent="-915035">
              <a:lnSpc>
                <a:spcPct val="131500"/>
              </a:lnSpc>
            </a:pPr>
            <a:r>
              <a:rPr sz="2000" dirty="0">
                <a:latin typeface="Courier New"/>
                <a:cs typeface="Courier New"/>
              </a:rPr>
              <a:t>&lt;link</a:t>
            </a:r>
            <a:r>
              <a:rPr sz="2000" spc="-85" dirty="0">
                <a:latin typeface="Courier New"/>
                <a:cs typeface="Courier New"/>
              </a:rPr>
              <a:t> </a:t>
            </a:r>
            <a:r>
              <a:rPr sz="2000" dirty="0">
                <a:latin typeface="Courier New"/>
                <a:cs typeface="Courier New"/>
              </a:rPr>
              <a:t>rel="stylesheet"</a:t>
            </a:r>
            <a:r>
              <a:rPr sz="2000" spc="-85" dirty="0">
                <a:latin typeface="Courier New"/>
                <a:cs typeface="Courier New"/>
              </a:rPr>
              <a:t> </a:t>
            </a:r>
            <a:r>
              <a:rPr sz="2000" spc="-10" dirty="0">
                <a:latin typeface="Courier New"/>
                <a:cs typeface="Courier New"/>
              </a:rPr>
              <a:t>type="text/css" </a:t>
            </a:r>
            <a:r>
              <a:rPr sz="2000" dirty="0">
                <a:latin typeface="Courier New"/>
                <a:cs typeface="Courier New"/>
              </a:rPr>
              <a:t>href="file.css"</a:t>
            </a:r>
            <a:r>
              <a:rPr sz="2000" spc="-120" dirty="0">
                <a:latin typeface="Courier New"/>
                <a:cs typeface="Courier New"/>
              </a:rPr>
              <a:t> </a:t>
            </a:r>
            <a:r>
              <a:rPr sz="2000" spc="-25" dirty="0">
                <a:latin typeface="Courier New"/>
                <a:cs typeface="Courier New"/>
              </a:rPr>
              <a:t>/&gt;</a:t>
            </a:r>
            <a:endParaRPr sz="2000" dirty="0">
              <a:latin typeface="Courier New"/>
              <a:cs typeface="Courier New"/>
            </a:endParaRPr>
          </a:p>
          <a:p>
            <a:pPr marL="12700">
              <a:lnSpc>
                <a:spcPct val="100000"/>
              </a:lnSpc>
              <a:spcBef>
                <a:spcPts val="750"/>
              </a:spcBef>
            </a:pPr>
            <a:r>
              <a:rPr sz="2000" spc="-10" dirty="0">
                <a:latin typeface="Courier New"/>
                <a:cs typeface="Courier New"/>
              </a:rPr>
              <a:t>&lt;/head&gt;</a:t>
            </a:r>
            <a:endParaRPr sz="2000" dirty="0">
              <a:latin typeface="Courier New"/>
              <a:cs typeface="Courier New"/>
            </a:endParaRPr>
          </a:p>
        </p:txBody>
      </p:sp>
    </p:spTree>
    <p:extLst>
      <p:ext uri="{BB962C8B-B14F-4D97-AF65-F5344CB8AC3E}">
        <p14:creationId xmlns:p14="http://schemas.microsoft.com/office/powerpoint/2010/main" val="548319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E0CB1-7095-4C8A-8007-D561576D8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64062-97AF-8753-13B5-33391725ACFA}"/>
              </a:ext>
            </a:extLst>
          </p:cNvPr>
          <p:cNvSpPr>
            <a:spLocks noGrp="1"/>
          </p:cNvSpPr>
          <p:nvPr>
            <p:ph type="title"/>
          </p:nvPr>
        </p:nvSpPr>
        <p:spPr/>
        <p:txBody>
          <a:bodyPr/>
          <a:lstStyle/>
          <a:p>
            <a:r>
              <a:rPr lang="da-DK" dirty="0"/>
              <a:t>CSS properties</a:t>
            </a:r>
          </a:p>
        </p:txBody>
      </p:sp>
      <p:sp>
        <p:nvSpPr>
          <p:cNvPr id="7" name="Content Placeholder 6">
            <a:extLst>
              <a:ext uri="{FF2B5EF4-FFF2-40B4-BE49-F238E27FC236}">
                <a16:creationId xmlns:a16="http://schemas.microsoft.com/office/drawing/2014/main" id="{D46B25DE-5996-1DE1-0BB6-9A51889BBD0D}"/>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78E215CE-BBAE-B40E-8FC2-C85C0F1C8D49}"/>
              </a:ext>
            </a:extLst>
          </p:cNvPr>
          <p:cNvSpPr txBox="1"/>
          <p:nvPr/>
        </p:nvSpPr>
        <p:spPr>
          <a:xfrm>
            <a:off x="1228089" y="1690688"/>
            <a:ext cx="7658736" cy="4552400"/>
          </a:xfrm>
          <a:prstGeom prst="rect">
            <a:avLst/>
          </a:prstGeom>
        </p:spPr>
        <p:txBody>
          <a:bodyPr vert="horz" wrap="square" lIns="0" tIns="12065" rIns="0" bIns="0" rtlCol="0">
            <a:spAutoFit/>
          </a:bodyPr>
          <a:lstStyle/>
          <a:p>
            <a:pPr marL="15875" marR="2452370">
              <a:lnSpc>
                <a:spcPct val="131500"/>
              </a:lnSpc>
              <a:spcBef>
                <a:spcPts val="95"/>
              </a:spcBef>
            </a:pPr>
            <a:r>
              <a:rPr sz="2000" spc="-10" dirty="0">
                <a:latin typeface="Courier New"/>
                <a:cs typeface="Courier New"/>
              </a:rPr>
              <a:t>background-</a:t>
            </a:r>
            <a:r>
              <a:rPr sz="2000" dirty="0">
                <a:latin typeface="Courier New"/>
                <a:cs typeface="Courier New"/>
              </a:rPr>
              <a:t>color:</a:t>
            </a:r>
            <a:r>
              <a:rPr sz="2000" spc="35" dirty="0">
                <a:latin typeface="Courier New"/>
                <a:cs typeface="Courier New"/>
              </a:rPr>
              <a:t> </a:t>
            </a:r>
            <a:r>
              <a:rPr sz="2000" spc="-10" dirty="0">
                <a:latin typeface="Courier New"/>
                <a:cs typeface="Courier New"/>
              </a:rPr>
              <a:t>&lt;color&gt; </a:t>
            </a:r>
            <a:r>
              <a:rPr sz="2000" dirty="0">
                <a:latin typeface="Courier New"/>
                <a:cs typeface="Courier New"/>
              </a:rPr>
              <a:t>color:</a:t>
            </a:r>
            <a:r>
              <a:rPr sz="2000" spc="-20" dirty="0">
                <a:latin typeface="Courier New"/>
                <a:cs typeface="Courier New"/>
              </a:rPr>
              <a:t> </a:t>
            </a:r>
            <a:r>
              <a:rPr sz="2000" spc="-10" dirty="0">
                <a:latin typeface="Courier New"/>
                <a:cs typeface="Courier New"/>
              </a:rPr>
              <a:t>&lt;color&gt;</a:t>
            </a:r>
            <a:endParaRPr sz="2000" dirty="0">
              <a:latin typeface="Courier New"/>
              <a:cs typeface="Courier New"/>
            </a:endParaRPr>
          </a:p>
          <a:p>
            <a:pPr marL="15875" marR="469900">
              <a:lnSpc>
                <a:spcPct val="131400"/>
              </a:lnSpc>
              <a:spcBef>
                <a:spcPts val="75"/>
              </a:spcBef>
              <a:tabLst>
                <a:tab pos="3676650" algn="l"/>
                <a:tab pos="3829050" algn="l"/>
              </a:tabLst>
            </a:pPr>
            <a:r>
              <a:rPr sz="2000" spc="-10" dirty="0">
                <a:latin typeface="Courier New"/>
                <a:cs typeface="Courier New"/>
              </a:rPr>
              <a:t>font-</a:t>
            </a:r>
            <a:r>
              <a:rPr sz="2000" dirty="0">
                <a:latin typeface="Courier New"/>
                <a:cs typeface="Courier New"/>
              </a:rPr>
              <a:t>weight:</a:t>
            </a:r>
            <a:r>
              <a:rPr sz="2000" spc="-35" dirty="0">
                <a:latin typeface="Courier New"/>
                <a:cs typeface="Courier New"/>
              </a:rPr>
              <a:t> </a:t>
            </a:r>
            <a:r>
              <a:rPr sz="2000" dirty="0">
                <a:latin typeface="Courier New"/>
                <a:cs typeface="Courier New"/>
              </a:rPr>
              <a:t>&lt;normal|bold|lighter</a:t>
            </a:r>
            <a:r>
              <a:rPr sz="2000" spc="-60" dirty="0">
                <a:latin typeface="Courier New"/>
                <a:cs typeface="Courier New"/>
              </a:rPr>
              <a:t> </a:t>
            </a:r>
            <a:r>
              <a:rPr sz="2000" dirty="0">
                <a:latin typeface="Courier New"/>
                <a:cs typeface="Courier New"/>
              </a:rPr>
              <a:t>…</a:t>
            </a:r>
            <a:r>
              <a:rPr sz="2000" spc="-25" dirty="0">
                <a:latin typeface="Courier New"/>
                <a:cs typeface="Courier New"/>
              </a:rPr>
              <a:t> </a:t>
            </a:r>
            <a:r>
              <a:rPr sz="2000" spc="-50" dirty="0">
                <a:latin typeface="Courier New"/>
                <a:cs typeface="Courier New"/>
              </a:rPr>
              <a:t>&gt; </a:t>
            </a:r>
            <a:r>
              <a:rPr sz="2000" dirty="0">
                <a:latin typeface="Courier New"/>
                <a:cs typeface="Courier New"/>
              </a:rPr>
              <a:t>width:</a:t>
            </a:r>
            <a:r>
              <a:rPr sz="2000" spc="-20" dirty="0">
                <a:latin typeface="Courier New"/>
                <a:cs typeface="Courier New"/>
              </a:rPr>
              <a:t> </a:t>
            </a:r>
            <a:r>
              <a:rPr sz="2000" dirty="0">
                <a:latin typeface="Courier New"/>
                <a:cs typeface="Courier New"/>
              </a:rPr>
              <a:t>&lt;number</a:t>
            </a:r>
            <a:r>
              <a:rPr sz="2000" spc="-40" dirty="0">
                <a:latin typeface="Courier New"/>
                <a:cs typeface="Courier New"/>
              </a:rPr>
              <a:t> </a:t>
            </a:r>
            <a:r>
              <a:rPr sz="2000" spc="-10" dirty="0">
                <a:latin typeface="Courier New"/>
                <a:cs typeface="Courier New"/>
              </a:rPr>
              <a:t>px,cm,…</a:t>
            </a:r>
            <a:r>
              <a:rPr sz="2000" dirty="0">
                <a:latin typeface="Courier New"/>
                <a:cs typeface="Courier New"/>
              </a:rPr>
              <a:t>	|</a:t>
            </a:r>
            <a:r>
              <a:rPr sz="2000" spc="-10" dirty="0">
                <a:latin typeface="Courier New"/>
                <a:cs typeface="Courier New"/>
              </a:rPr>
              <a:t> </a:t>
            </a:r>
            <a:r>
              <a:rPr sz="2000" dirty="0">
                <a:latin typeface="Courier New"/>
                <a:cs typeface="Courier New"/>
              </a:rPr>
              <a:t>number</a:t>
            </a:r>
            <a:r>
              <a:rPr sz="2000" spc="-10" dirty="0">
                <a:latin typeface="Courier New"/>
                <a:cs typeface="Courier New"/>
              </a:rPr>
              <a:t> </a:t>
            </a:r>
            <a:r>
              <a:rPr sz="2000" dirty="0">
                <a:latin typeface="Courier New"/>
                <a:cs typeface="Courier New"/>
              </a:rPr>
              <a:t>%</a:t>
            </a:r>
            <a:r>
              <a:rPr sz="2000" spc="-5" dirty="0">
                <a:latin typeface="Courier New"/>
                <a:cs typeface="Courier New"/>
              </a:rPr>
              <a:t> </a:t>
            </a:r>
            <a:r>
              <a:rPr sz="2000" spc="-25" dirty="0">
                <a:latin typeface="Courier New"/>
                <a:cs typeface="Courier New"/>
              </a:rPr>
              <a:t>…&gt; </a:t>
            </a:r>
            <a:r>
              <a:rPr sz="2000" dirty="0">
                <a:latin typeface="Courier New"/>
                <a:cs typeface="Courier New"/>
              </a:rPr>
              <a:t>height:</a:t>
            </a:r>
            <a:r>
              <a:rPr sz="2000" spc="-25" dirty="0">
                <a:latin typeface="Courier New"/>
                <a:cs typeface="Courier New"/>
              </a:rPr>
              <a:t> </a:t>
            </a:r>
            <a:r>
              <a:rPr sz="2000" dirty="0">
                <a:latin typeface="Courier New"/>
                <a:cs typeface="Courier New"/>
              </a:rPr>
              <a:t>&lt;number</a:t>
            </a:r>
            <a:r>
              <a:rPr sz="2000" spc="-45" dirty="0">
                <a:latin typeface="Courier New"/>
                <a:cs typeface="Courier New"/>
              </a:rPr>
              <a:t> </a:t>
            </a:r>
            <a:r>
              <a:rPr sz="2000" spc="-10" dirty="0">
                <a:latin typeface="Courier New"/>
                <a:cs typeface="Courier New"/>
              </a:rPr>
              <a:t>px,cm,…</a:t>
            </a:r>
            <a:r>
              <a:rPr sz="2000" dirty="0">
                <a:latin typeface="Courier New"/>
                <a:cs typeface="Courier New"/>
              </a:rPr>
              <a:t>		|</a:t>
            </a:r>
            <a:r>
              <a:rPr sz="2000" spc="-10" dirty="0">
                <a:latin typeface="Courier New"/>
                <a:cs typeface="Courier New"/>
              </a:rPr>
              <a:t> </a:t>
            </a:r>
            <a:r>
              <a:rPr sz="2000" dirty="0">
                <a:latin typeface="Courier New"/>
                <a:cs typeface="Courier New"/>
              </a:rPr>
              <a:t>number</a:t>
            </a:r>
            <a:r>
              <a:rPr sz="2000" spc="-10" dirty="0">
                <a:latin typeface="Courier New"/>
                <a:cs typeface="Courier New"/>
              </a:rPr>
              <a:t> </a:t>
            </a:r>
            <a:r>
              <a:rPr sz="2000" dirty="0">
                <a:latin typeface="Courier New"/>
                <a:cs typeface="Courier New"/>
              </a:rPr>
              <a:t>%</a:t>
            </a:r>
            <a:r>
              <a:rPr sz="2000" spc="-5" dirty="0">
                <a:latin typeface="Courier New"/>
                <a:cs typeface="Courier New"/>
              </a:rPr>
              <a:t> </a:t>
            </a:r>
            <a:r>
              <a:rPr sz="2000" spc="-25" dirty="0">
                <a:latin typeface="Courier New"/>
                <a:cs typeface="Courier New"/>
              </a:rPr>
              <a:t>…&gt;</a:t>
            </a:r>
            <a:endParaRPr sz="2000" dirty="0">
              <a:latin typeface="Courier New"/>
              <a:cs typeface="Courier New"/>
            </a:endParaRPr>
          </a:p>
          <a:p>
            <a:pPr>
              <a:lnSpc>
                <a:spcPct val="100000"/>
              </a:lnSpc>
              <a:spcBef>
                <a:spcPts val="1415"/>
              </a:spcBef>
            </a:pPr>
            <a:endParaRPr sz="2000" dirty="0">
              <a:latin typeface="Courier New"/>
              <a:cs typeface="Courier New"/>
            </a:endParaRPr>
          </a:p>
          <a:p>
            <a:pPr marL="15875">
              <a:lnSpc>
                <a:spcPct val="100000"/>
              </a:lnSpc>
              <a:spcBef>
                <a:spcPts val="5"/>
              </a:spcBef>
            </a:pPr>
            <a:r>
              <a:rPr sz="3200" spc="-50" dirty="0">
                <a:latin typeface="Aptos (Body)"/>
                <a:cs typeface="Gill Sans MT"/>
              </a:rPr>
              <a:t>For</a:t>
            </a:r>
            <a:r>
              <a:rPr sz="3200" spc="-175" dirty="0">
                <a:latin typeface="Aptos (Body)"/>
                <a:cs typeface="Gill Sans MT"/>
              </a:rPr>
              <a:t> </a:t>
            </a:r>
            <a:r>
              <a:rPr sz="3200" spc="-20" dirty="0">
                <a:latin typeface="Aptos (Body)"/>
                <a:cs typeface="Gill Sans MT"/>
              </a:rPr>
              <a:t>some</a:t>
            </a:r>
            <a:r>
              <a:rPr sz="3200" spc="-200" dirty="0">
                <a:latin typeface="Aptos (Body)"/>
                <a:cs typeface="Gill Sans MT"/>
              </a:rPr>
              <a:t> </a:t>
            </a:r>
            <a:r>
              <a:rPr sz="3200" spc="-85" dirty="0">
                <a:latin typeface="Aptos (Body)"/>
                <a:cs typeface="Gill Sans MT"/>
              </a:rPr>
              <a:t>values,</a:t>
            </a:r>
            <a:r>
              <a:rPr sz="3200" spc="-160" dirty="0">
                <a:latin typeface="Aptos (Body)"/>
                <a:cs typeface="Gill Sans MT"/>
              </a:rPr>
              <a:t> </a:t>
            </a:r>
            <a:r>
              <a:rPr sz="3200" dirty="0">
                <a:latin typeface="Aptos (Body)"/>
                <a:cs typeface="Gill Sans MT"/>
              </a:rPr>
              <a:t>you</a:t>
            </a:r>
            <a:r>
              <a:rPr sz="3200" spc="-225" dirty="0">
                <a:latin typeface="Aptos (Body)"/>
                <a:cs typeface="Gill Sans MT"/>
              </a:rPr>
              <a:t> </a:t>
            </a:r>
            <a:r>
              <a:rPr sz="3200" dirty="0">
                <a:latin typeface="Aptos (Body)"/>
                <a:cs typeface="Gill Sans MT"/>
              </a:rPr>
              <a:t>can</a:t>
            </a:r>
            <a:r>
              <a:rPr sz="3200" spc="-175" dirty="0">
                <a:latin typeface="Aptos (Body)"/>
                <a:cs typeface="Gill Sans MT"/>
              </a:rPr>
              <a:t> </a:t>
            </a:r>
            <a:r>
              <a:rPr sz="3200" dirty="0">
                <a:latin typeface="Aptos (Body)"/>
                <a:cs typeface="Gill Sans MT"/>
              </a:rPr>
              <a:t>use</a:t>
            </a:r>
            <a:r>
              <a:rPr sz="3200" spc="-114" dirty="0">
                <a:latin typeface="Aptos (Body)"/>
                <a:cs typeface="Gill Sans MT"/>
              </a:rPr>
              <a:t> </a:t>
            </a:r>
            <a:r>
              <a:rPr sz="3200" spc="-35" dirty="0">
                <a:latin typeface="Aptos (Body)"/>
                <a:cs typeface="Gill Sans MT"/>
              </a:rPr>
              <a:t>functions!</a:t>
            </a:r>
            <a:endParaRPr sz="3200" dirty="0">
              <a:latin typeface="Aptos (Body)"/>
              <a:cs typeface="Gill Sans MT"/>
            </a:endParaRPr>
          </a:p>
          <a:p>
            <a:pPr marL="15875" marR="3213735">
              <a:lnSpc>
                <a:spcPct val="131500"/>
              </a:lnSpc>
              <a:spcBef>
                <a:spcPts val="55"/>
              </a:spcBef>
            </a:pPr>
            <a:r>
              <a:rPr sz="2000" dirty="0">
                <a:latin typeface="Courier New"/>
                <a:cs typeface="Courier New"/>
              </a:rPr>
              <a:t>calc(),</a:t>
            </a:r>
            <a:r>
              <a:rPr sz="2000" spc="-20" dirty="0">
                <a:latin typeface="Courier New"/>
                <a:cs typeface="Courier New"/>
              </a:rPr>
              <a:t> </a:t>
            </a:r>
            <a:r>
              <a:rPr sz="2000" dirty="0">
                <a:latin typeface="Courier New"/>
                <a:cs typeface="Courier New"/>
              </a:rPr>
              <a:t>max(),</a:t>
            </a:r>
            <a:r>
              <a:rPr sz="2000" spc="-20" dirty="0">
                <a:latin typeface="Courier New"/>
                <a:cs typeface="Courier New"/>
              </a:rPr>
              <a:t> </a:t>
            </a:r>
            <a:r>
              <a:rPr sz="2000" spc="-10" dirty="0">
                <a:latin typeface="Courier New"/>
                <a:cs typeface="Courier New"/>
              </a:rPr>
              <a:t>min() </a:t>
            </a:r>
            <a:r>
              <a:rPr sz="2000" dirty="0">
                <a:latin typeface="Courier New"/>
                <a:cs typeface="Courier New"/>
              </a:rPr>
              <a:t>rgb(),</a:t>
            </a:r>
            <a:r>
              <a:rPr sz="2000" spc="-30" dirty="0">
                <a:latin typeface="Courier New"/>
                <a:cs typeface="Courier New"/>
              </a:rPr>
              <a:t> </a:t>
            </a:r>
            <a:r>
              <a:rPr sz="2000" spc="-10" dirty="0">
                <a:latin typeface="Courier New"/>
                <a:cs typeface="Courier New"/>
              </a:rPr>
              <a:t>rgba()</a:t>
            </a:r>
            <a:endParaRPr sz="2000" dirty="0">
              <a:latin typeface="Courier New"/>
              <a:cs typeface="Courier New"/>
            </a:endParaRPr>
          </a:p>
          <a:p>
            <a:pPr>
              <a:lnSpc>
                <a:spcPct val="100000"/>
              </a:lnSpc>
              <a:spcBef>
                <a:spcPts val="905"/>
              </a:spcBef>
            </a:pPr>
            <a:endParaRPr sz="2000" dirty="0">
              <a:latin typeface="Courier New"/>
              <a:cs typeface="Courier New"/>
            </a:endParaRPr>
          </a:p>
          <a:p>
            <a:pPr marL="12700">
              <a:lnSpc>
                <a:spcPct val="100000"/>
              </a:lnSpc>
            </a:pPr>
            <a:r>
              <a:rPr sz="1800" spc="-10" dirty="0">
                <a:latin typeface="Calibri"/>
                <a:cs typeface="Calibri"/>
              </a:rPr>
              <a:t>https://</a:t>
            </a:r>
            <a:r>
              <a:rPr sz="1800" spc="-10" dirty="0">
                <a:latin typeface="Calibri"/>
                <a:cs typeface="Calibri"/>
                <a:hlinkClick r:id="rId2"/>
              </a:rPr>
              <a:t>www.w3schools.com/csSref/css_functions.asp</a:t>
            </a:r>
            <a:endParaRPr sz="1800" dirty="0">
              <a:latin typeface="Calibri"/>
              <a:cs typeface="Calibri"/>
            </a:endParaRPr>
          </a:p>
        </p:txBody>
      </p:sp>
    </p:spTree>
    <p:extLst>
      <p:ext uri="{BB962C8B-B14F-4D97-AF65-F5344CB8AC3E}">
        <p14:creationId xmlns:p14="http://schemas.microsoft.com/office/powerpoint/2010/main" val="6137308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FDFF-69DF-026C-4ECD-737A4CCCB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E67D-8B72-C0E5-79C5-49051D713405}"/>
              </a:ext>
            </a:extLst>
          </p:cNvPr>
          <p:cNvSpPr>
            <a:spLocks noGrp="1"/>
          </p:cNvSpPr>
          <p:nvPr>
            <p:ph type="title"/>
          </p:nvPr>
        </p:nvSpPr>
        <p:spPr/>
        <p:txBody>
          <a:bodyPr/>
          <a:lstStyle/>
          <a:p>
            <a:r>
              <a:rPr lang="da-DK" dirty="0"/>
              <a:t>CSS </a:t>
            </a:r>
            <a:r>
              <a:rPr lang="da-DK" spc="-10" dirty="0" err="1"/>
              <a:t>selectors</a:t>
            </a:r>
            <a:endParaRPr lang="da-DK" dirty="0"/>
          </a:p>
        </p:txBody>
      </p:sp>
      <p:sp>
        <p:nvSpPr>
          <p:cNvPr id="7" name="Content Placeholder 6">
            <a:extLst>
              <a:ext uri="{FF2B5EF4-FFF2-40B4-BE49-F238E27FC236}">
                <a16:creationId xmlns:a16="http://schemas.microsoft.com/office/drawing/2014/main" id="{AF01B92A-D4D3-F1E7-7DD4-78E74ED47545}"/>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E3B3CDFE-490B-9BE5-AED9-120C4DBBC033}"/>
              </a:ext>
            </a:extLst>
          </p:cNvPr>
          <p:cNvSpPr txBox="1"/>
          <p:nvPr/>
        </p:nvSpPr>
        <p:spPr>
          <a:xfrm>
            <a:off x="1022350" y="1529161"/>
            <a:ext cx="9188450" cy="3570848"/>
          </a:xfrm>
          <a:prstGeom prst="rect">
            <a:avLst/>
          </a:prstGeom>
        </p:spPr>
        <p:txBody>
          <a:bodyPr vert="horz" wrap="square" lIns="0" tIns="107314" rIns="0" bIns="0" rtlCol="0">
            <a:spAutoFit/>
          </a:bodyPr>
          <a:lstStyle/>
          <a:p>
            <a:pPr marL="12700">
              <a:lnSpc>
                <a:spcPct val="100000"/>
              </a:lnSpc>
              <a:spcBef>
                <a:spcPts val="844"/>
              </a:spcBef>
            </a:pPr>
            <a:r>
              <a:rPr sz="2750" spc="-10" dirty="0">
                <a:latin typeface="Aptos (Body)"/>
                <a:cs typeface="Gill Sans MT"/>
              </a:rPr>
              <a:t>Selectors:</a:t>
            </a:r>
            <a:endParaRPr sz="2750" dirty="0">
              <a:latin typeface="Aptos (Body)"/>
              <a:cs typeface="Gill Sans MT"/>
            </a:endParaRPr>
          </a:p>
          <a:p>
            <a:pPr marL="12700">
              <a:lnSpc>
                <a:spcPct val="100000"/>
              </a:lnSpc>
              <a:spcBef>
                <a:spcPts val="755"/>
              </a:spcBef>
              <a:tabLst>
                <a:tab pos="2729230" algn="l"/>
              </a:tabLst>
            </a:pPr>
            <a:r>
              <a:rPr sz="2000" dirty="0">
                <a:latin typeface="Courier New"/>
                <a:cs typeface="Courier New"/>
              </a:rPr>
              <a:t>p</a:t>
            </a:r>
            <a:r>
              <a:rPr sz="2000" spc="-105" dirty="0">
                <a:latin typeface="Courier New"/>
                <a:cs typeface="Courier New"/>
              </a:rPr>
              <a:t> </a:t>
            </a:r>
            <a:r>
              <a:rPr sz="2000" dirty="0">
                <a:latin typeface="Courier New"/>
                <a:cs typeface="Courier New"/>
              </a:rPr>
              <a:t>{…}</a:t>
            </a:r>
            <a:r>
              <a:rPr sz="2000" spc="-100" dirty="0">
                <a:latin typeface="Courier New"/>
                <a:cs typeface="Courier New"/>
              </a:rPr>
              <a:t> </a:t>
            </a:r>
            <a:r>
              <a:rPr sz="2750" spc="-10" dirty="0">
                <a:latin typeface="Aptos (Body)"/>
                <a:cs typeface="Gill Sans MT"/>
              </a:rPr>
              <a:t>applies</a:t>
            </a:r>
            <a:r>
              <a:rPr sz="2750" spc="10" dirty="0">
                <a:latin typeface="Aptos (Body)"/>
                <a:cs typeface="Gill Sans MT"/>
              </a:rPr>
              <a:t> </a:t>
            </a:r>
            <a:r>
              <a:rPr sz="2750" spc="-20" dirty="0">
                <a:latin typeface="Aptos (Body)"/>
                <a:cs typeface="Gill Sans MT"/>
              </a:rPr>
              <a:t>over</a:t>
            </a:r>
            <a:r>
              <a:rPr sz="2750" dirty="0">
                <a:latin typeface="Gill Sans MT"/>
                <a:cs typeface="Gill Sans MT"/>
              </a:rPr>
              <a:t>	</a:t>
            </a:r>
            <a:r>
              <a:rPr sz="2000" spc="-50" dirty="0">
                <a:latin typeface="Courier New"/>
                <a:cs typeface="Courier New"/>
              </a:rPr>
              <a:t>p</a:t>
            </a:r>
            <a:endParaRPr sz="2000" dirty="0">
              <a:latin typeface="Courier New"/>
              <a:cs typeface="Courier New"/>
            </a:endParaRPr>
          </a:p>
          <a:p>
            <a:pPr marL="12700">
              <a:lnSpc>
                <a:spcPct val="100000"/>
              </a:lnSpc>
              <a:spcBef>
                <a:spcPts val="755"/>
              </a:spcBef>
            </a:pPr>
            <a:r>
              <a:rPr sz="2000" dirty="0">
                <a:latin typeface="Courier New"/>
                <a:cs typeface="Courier New"/>
              </a:rPr>
              <a:t>div,</a:t>
            </a:r>
            <a:r>
              <a:rPr sz="2000" spc="-75" dirty="0">
                <a:latin typeface="Courier New"/>
                <a:cs typeface="Courier New"/>
              </a:rPr>
              <a:t> </a:t>
            </a:r>
            <a:r>
              <a:rPr sz="2000" dirty="0">
                <a:latin typeface="Courier New"/>
                <a:cs typeface="Courier New"/>
              </a:rPr>
              <a:t>h1</a:t>
            </a:r>
            <a:r>
              <a:rPr sz="2000" spc="-75" dirty="0">
                <a:latin typeface="Courier New"/>
                <a:cs typeface="Courier New"/>
              </a:rPr>
              <a:t> </a:t>
            </a:r>
            <a:r>
              <a:rPr sz="2000" dirty="0">
                <a:latin typeface="Courier New"/>
                <a:cs typeface="Courier New"/>
              </a:rPr>
              <a:t>{…}</a:t>
            </a:r>
            <a:r>
              <a:rPr sz="2000" spc="265" dirty="0">
                <a:latin typeface="Courier New"/>
                <a:cs typeface="Courier New"/>
              </a:rPr>
              <a:t> </a:t>
            </a:r>
            <a:r>
              <a:rPr sz="2750" spc="-25" dirty="0">
                <a:latin typeface="Aptos (Body)"/>
                <a:cs typeface="Gill Sans MT"/>
              </a:rPr>
              <a:t>applies</a:t>
            </a:r>
            <a:r>
              <a:rPr sz="2750" spc="-55" dirty="0">
                <a:latin typeface="Aptos (Body)"/>
                <a:cs typeface="Gill Sans MT"/>
              </a:rPr>
              <a:t> </a:t>
            </a:r>
            <a:r>
              <a:rPr sz="2750" spc="-10" dirty="0">
                <a:latin typeface="Aptos (Body)"/>
                <a:cs typeface="Gill Sans MT"/>
              </a:rPr>
              <a:t>over</a:t>
            </a:r>
            <a:r>
              <a:rPr sz="2750" spc="20" dirty="0">
                <a:latin typeface="Aptos (Body)"/>
                <a:cs typeface="Gill Sans MT"/>
              </a:rPr>
              <a:t> </a:t>
            </a:r>
            <a:r>
              <a:rPr sz="2000" dirty="0">
                <a:latin typeface="Courier New"/>
                <a:cs typeface="Courier New"/>
              </a:rPr>
              <a:t>div,</a:t>
            </a:r>
            <a:r>
              <a:rPr sz="2000" spc="-85" dirty="0">
                <a:latin typeface="Courier New"/>
                <a:cs typeface="Courier New"/>
              </a:rPr>
              <a:t> </a:t>
            </a:r>
            <a:r>
              <a:rPr sz="2000" spc="-25" dirty="0">
                <a:latin typeface="Courier New"/>
                <a:cs typeface="Courier New"/>
              </a:rPr>
              <a:t>h1</a:t>
            </a:r>
            <a:endParaRPr sz="2000" dirty="0">
              <a:latin typeface="Courier New"/>
              <a:cs typeface="Courier New"/>
            </a:endParaRPr>
          </a:p>
          <a:p>
            <a:pPr marL="12700">
              <a:lnSpc>
                <a:spcPct val="100000"/>
              </a:lnSpc>
              <a:spcBef>
                <a:spcPts val="680"/>
              </a:spcBef>
            </a:pPr>
            <a:r>
              <a:rPr sz="2000" spc="-10" dirty="0">
                <a:latin typeface="Courier New"/>
                <a:cs typeface="Courier New"/>
              </a:rPr>
              <a:t>#id{…}</a:t>
            </a:r>
            <a:r>
              <a:rPr sz="2000" spc="-475" dirty="0">
                <a:latin typeface="Courier New"/>
                <a:cs typeface="Courier New"/>
              </a:rPr>
              <a:t> </a:t>
            </a:r>
            <a:r>
              <a:rPr sz="2750" spc="-20" dirty="0">
                <a:latin typeface="Aptos (Body)"/>
                <a:cs typeface="Gill Sans MT"/>
              </a:rPr>
              <a:t>applies</a:t>
            </a:r>
            <a:r>
              <a:rPr sz="2750" spc="-175" dirty="0">
                <a:latin typeface="Aptos (Body)"/>
                <a:cs typeface="Gill Sans MT"/>
              </a:rPr>
              <a:t> </a:t>
            </a:r>
            <a:r>
              <a:rPr sz="2750" spc="-10" dirty="0">
                <a:latin typeface="Aptos (Body)"/>
                <a:cs typeface="Gill Sans MT"/>
              </a:rPr>
              <a:t>over</a:t>
            </a:r>
            <a:r>
              <a:rPr sz="2750" spc="-180" dirty="0">
                <a:latin typeface="Aptos (Body)"/>
                <a:cs typeface="Gill Sans MT"/>
              </a:rPr>
              <a:t> </a:t>
            </a:r>
            <a:r>
              <a:rPr sz="2750" spc="-25" dirty="0">
                <a:latin typeface="Aptos (Body)"/>
                <a:cs typeface="Gill Sans MT"/>
              </a:rPr>
              <a:t>element</a:t>
            </a:r>
            <a:r>
              <a:rPr sz="2750" spc="-114" dirty="0">
                <a:latin typeface="Aptos (Body)"/>
                <a:cs typeface="Gill Sans MT"/>
              </a:rPr>
              <a:t> </a:t>
            </a:r>
            <a:r>
              <a:rPr sz="2750" dirty="0">
                <a:latin typeface="Aptos (Body)"/>
                <a:cs typeface="Gill Sans MT"/>
              </a:rPr>
              <a:t>with</a:t>
            </a:r>
            <a:r>
              <a:rPr sz="2750" spc="-105" dirty="0">
                <a:latin typeface="Aptos (Body)"/>
                <a:cs typeface="Gill Sans MT"/>
              </a:rPr>
              <a:t> </a:t>
            </a:r>
            <a:r>
              <a:rPr sz="2750" spc="-45" dirty="0">
                <a:latin typeface="Aptos (Body)"/>
                <a:cs typeface="Gill Sans MT"/>
              </a:rPr>
              <a:t>attribute</a:t>
            </a:r>
            <a:r>
              <a:rPr sz="2750" spc="10" dirty="0">
                <a:latin typeface="Aptos (Body)"/>
                <a:cs typeface="Gill Sans MT"/>
              </a:rPr>
              <a:t> </a:t>
            </a:r>
            <a:r>
              <a:rPr sz="2150" spc="-10" dirty="0">
                <a:latin typeface="Courier New"/>
                <a:cs typeface="Courier New"/>
              </a:rPr>
              <a:t>id="id"</a:t>
            </a:r>
            <a:endParaRPr sz="2150" dirty="0">
              <a:latin typeface="Courier New"/>
              <a:cs typeface="Courier New"/>
            </a:endParaRPr>
          </a:p>
          <a:p>
            <a:pPr marL="12700">
              <a:lnSpc>
                <a:spcPct val="100000"/>
              </a:lnSpc>
              <a:spcBef>
                <a:spcPts val="760"/>
              </a:spcBef>
            </a:pPr>
            <a:r>
              <a:rPr sz="2000" dirty="0">
                <a:latin typeface="Courier New"/>
                <a:cs typeface="Courier New"/>
              </a:rPr>
              <a:t>.class</a:t>
            </a:r>
            <a:r>
              <a:rPr sz="2000" spc="-300" dirty="0">
                <a:latin typeface="Courier New"/>
                <a:cs typeface="Courier New"/>
              </a:rPr>
              <a:t> </a:t>
            </a:r>
            <a:r>
              <a:rPr sz="2000" dirty="0">
                <a:latin typeface="Courier New"/>
                <a:cs typeface="Courier New"/>
              </a:rPr>
              <a:t>{…}</a:t>
            </a:r>
            <a:r>
              <a:rPr sz="2000" spc="-480" dirty="0">
                <a:latin typeface="Courier New"/>
                <a:cs typeface="Courier New"/>
              </a:rPr>
              <a:t> </a:t>
            </a:r>
            <a:r>
              <a:rPr sz="2750" spc="-10" dirty="0">
                <a:latin typeface="Aptos (Body)"/>
                <a:cs typeface="Gill Sans MT"/>
              </a:rPr>
              <a:t>applies</a:t>
            </a:r>
            <a:r>
              <a:rPr sz="2750" spc="-120" dirty="0">
                <a:latin typeface="Aptos (Body)"/>
                <a:cs typeface="Gill Sans MT"/>
              </a:rPr>
              <a:t> </a:t>
            </a:r>
            <a:r>
              <a:rPr sz="2750" spc="-10" dirty="0">
                <a:latin typeface="Aptos (Body)"/>
                <a:cs typeface="Gill Sans MT"/>
              </a:rPr>
              <a:t>over</a:t>
            </a:r>
            <a:r>
              <a:rPr sz="2750" spc="-90" dirty="0">
                <a:latin typeface="Aptos (Body)"/>
                <a:cs typeface="Gill Sans MT"/>
              </a:rPr>
              <a:t> </a:t>
            </a:r>
            <a:r>
              <a:rPr sz="2750" spc="-25" dirty="0">
                <a:latin typeface="Aptos (Body)"/>
                <a:cs typeface="Gill Sans MT"/>
              </a:rPr>
              <a:t>element</a:t>
            </a:r>
            <a:r>
              <a:rPr sz="2750" spc="-100" dirty="0">
                <a:latin typeface="Aptos (Body)"/>
                <a:cs typeface="Gill Sans MT"/>
              </a:rPr>
              <a:t> </a:t>
            </a:r>
            <a:r>
              <a:rPr sz="2750" dirty="0">
                <a:latin typeface="Aptos (Body)"/>
                <a:cs typeface="Gill Sans MT"/>
              </a:rPr>
              <a:t>with</a:t>
            </a:r>
            <a:r>
              <a:rPr sz="2750" spc="-80" dirty="0">
                <a:latin typeface="Aptos (Body)"/>
                <a:cs typeface="Gill Sans MT"/>
              </a:rPr>
              <a:t> </a:t>
            </a:r>
            <a:r>
              <a:rPr sz="2750" spc="-45" dirty="0">
                <a:latin typeface="Aptos (Body)"/>
                <a:cs typeface="Gill Sans MT"/>
              </a:rPr>
              <a:t>attribute</a:t>
            </a:r>
            <a:r>
              <a:rPr sz="2750" spc="-5" dirty="0">
                <a:latin typeface="Aptos (Body)"/>
                <a:cs typeface="Gill Sans MT"/>
              </a:rPr>
              <a:t> </a:t>
            </a:r>
            <a:r>
              <a:rPr sz="2000" spc="-10" dirty="0">
                <a:latin typeface="Courier New"/>
                <a:cs typeface="Courier New"/>
              </a:rPr>
              <a:t>class="class"</a:t>
            </a:r>
            <a:endParaRPr sz="2000" dirty="0">
              <a:latin typeface="Courier New"/>
              <a:cs typeface="Courier New"/>
            </a:endParaRPr>
          </a:p>
          <a:p>
            <a:pPr>
              <a:lnSpc>
                <a:spcPct val="100000"/>
              </a:lnSpc>
              <a:spcBef>
                <a:spcPts val="790"/>
              </a:spcBef>
            </a:pPr>
            <a:endParaRPr sz="2750" dirty="0">
              <a:latin typeface="Courier New"/>
              <a:cs typeface="Courier New"/>
            </a:endParaRPr>
          </a:p>
          <a:p>
            <a:pPr marL="12700">
              <a:lnSpc>
                <a:spcPct val="100000"/>
              </a:lnSpc>
              <a:spcBef>
                <a:spcPts val="5"/>
              </a:spcBef>
            </a:pPr>
            <a:r>
              <a:rPr sz="2000" dirty="0">
                <a:latin typeface="Courier New"/>
                <a:cs typeface="Courier New"/>
              </a:rPr>
              <a:t>class</a:t>
            </a:r>
            <a:r>
              <a:rPr sz="2000" spc="-475" dirty="0">
                <a:latin typeface="Courier New"/>
                <a:cs typeface="Courier New"/>
              </a:rPr>
              <a:t> </a:t>
            </a:r>
            <a:r>
              <a:rPr sz="2750" dirty="0">
                <a:latin typeface="Aptos (Body)"/>
                <a:cs typeface="Gill Sans MT"/>
              </a:rPr>
              <a:t>is</a:t>
            </a:r>
            <a:r>
              <a:rPr sz="2750" spc="-195" dirty="0">
                <a:latin typeface="Aptos (Body)"/>
                <a:cs typeface="Gill Sans MT"/>
              </a:rPr>
              <a:t> </a:t>
            </a:r>
            <a:r>
              <a:rPr sz="2750" dirty="0">
                <a:latin typeface="Aptos (Body)"/>
                <a:cs typeface="Gill Sans MT"/>
              </a:rPr>
              <a:t>one</a:t>
            </a:r>
            <a:r>
              <a:rPr sz="2750" spc="-145" dirty="0">
                <a:latin typeface="Aptos (Body)"/>
                <a:cs typeface="Gill Sans MT"/>
              </a:rPr>
              <a:t> </a:t>
            </a:r>
            <a:r>
              <a:rPr sz="2750" dirty="0">
                <a:latin typeface="Aptos (Body)"/>
                <a:cs typeface="Gill Sans MT"/>
              </a:rPr>
              <a:t>of</a:t>
            </a:r>
            <a:r>
              <a:rPr sz="2750" spc="-50" dirty="0">
                <a:latin typeface="Aptos (Body)"/>
                <a:cs typeface="Gill Sans MT"/>
              </a:rPr>
              <a:t> </a:t>
            </a:r>
            <a:r>
              <a:rPr sz="2750" dirty="0">
                <a:latin typeface="Aptos (Body)"/>
                <a:cs typeface="Gill Sans MT"/>
              </a:rPr>
              <a:t>the</a:t>
            </a:r>
            <a:r>
              <a:rPr sz="2750" spc="-80" dirty="0">
                <a:latin typeface="Aptos (Body)"/>
                <a:cs typeface="Gill Sans MT"/>
              </a:rPr>
              <a:t> </a:t>
            </a:r>
            <a:r>
              <a:rPr sz="2750" dirty="0">
                <a:latin typeface="Aptos (Body)"/>
                <a:cs typeface="Gill Sans MT"/>
              </a:rPr>
              <a:t>most</a:t>
            </a:r>
            <a:r>
              <a:rPr sz="2750" spc="-25" dirty="0">
                <a:latin typeface="Aptos (Body)"/>
                <a:cs typeface="Gill Sans MT"/>
              </a:rPr>
              <a:t> </a:t>
            </a:r>
            <a:r>
              <a:rPr sz="2750" dirty="0">
                <a:latin typeface="Aptos (Body)"/>
                <a:cs typeface="Gill Sans MT"/>
              </a:rPr>
              <a:t>common</a:t>
            </a:r>
            <a:r>
              <a:rPr sz="2750" spc="-85" dirty="0">
                <a:latin typeface="Aptos (Body)"/>
                <a:cs typeface="Gill Sans MT"/>
              </a:rPr>
              <a:t> </a:t>
            </a:r>
            <a:r>
              <a:rPr sz="2750" dirty="0">
                <a:latin typeface="Aptos (Body)"/>
                <a:cs typeface="Gill Sans MT"/>
              </a:rPr>
              <a:t>ways</a:t>
            </a:r>
            <a:r>
              <a:rPr sz="2750" spc="-75" dirty="0">
                <a:latin typeface="Aptos (Body)"/>
                <a:cs typeface="Gill Sans MT"/>
              </a:rPr>
              <a:t> </a:t>
            </a:r>
            <a:r>
              <a:rPr sz="2750" dirty="0">
                <a:latin typeface="Aptos (Body)"/>
                <a:cs typeface="Gill Sans MT"/>
              </a:rPr>
              <a:t>of</a:t>
            </a:r>
            <a:r>
              <a:rPr sz="2750" spc="-110" dirty="0">
                <a:latin typeface="Aptos (Body)"/>
                <a:cs typeface="Gill Sans MT"/>
              </a:rPr>
              <a:t> </a:t>
            </a:r>
            <a:r>
              <a:rPr sz="2750" spc="-10" dirty="0">
                <a:latin typeface="Aptos (Body)"/>
                <a:cs typeface="Gill Sans MT"/>
              </a:rPr>
              <a:t>adding</a:t>
            </a:r>
            <a:r>
              <a:rPr sz="2750" spc="-35" dirty="0">
                <a:latin typeface="Aptos (Body)"/>
                <a:cs typeface="Gill Sans MT"/>
              </a:rPr>
              <a:t> </a:t>
            </a:r>
            <a:r>
              <a:rPr sz="2750" spc="-10" dirty="0">
                <a:latin typeface="Aptos (Body)"/>
                <a:cs typeface="Gill Sans MT"/>
              </a:rPr>
              <a:t>style</a:t>
            </a:r>
            <a:endParaRPr sz="2750" dirty="0">
              <a:latin typeface="Aptos (Body)"/>
              <a:cs typeface="Gill Sans MT"/>
            </a:endParaRPr>
          </a:p>
        </p:txBody>
      </p:sp>
    </p:spTree>
    <p:extLst>
      <p:ext uri="{BB962C8B-B14F-4D97-AF65-F5344CB8AC3E}">
        <p14:creationId xmlns:p14="http://schemas.microsoft.com/office/powerpoint/2010/main" val="3828431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91701-6D69-E6AC-A2B7-842FF82BA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A3295-C504-4508-C629-3E2F7B6733B7}"/>
              </a:ext>
            </a:extLst>
          </p:cNvPr>
          <p:cNvSpPr>
            <a:spLocks noGrp="1"/>
          </p:cNvSpPr>
          <p:nvPr>
            <p:ph type="title"/>
          </p:nvPr>
        </p:nvSpPr>
        <p:spPr/>
        <p:txBody>
          <a:bodyPr/>
          <a:lstStyle/>
          <a:p>
            <a:r>
              <a:rPr lang="da-DK" dirty="0"/>
              <a:t>CSS </a:t>
            </a:r>
            <a:r>
              <a:rPr lang="da-DK" spc="-10" dirty="0" err="1"/>
              <a:t>selectors</a:t>
            </a:r>
            <a:endParaRPr lang="da-DK" dirty="0"/>
          </a:p>
        </p:txBody>
      </p:sp>
      <p:sp>
        <p:nvSpPr>
          <p:cNvPr id="7" name="Content Placeholder 6">
            <a:extLst>
              <a:ext uri="{FF2B5EF4-FFF2-40B4-BE49-F238E27FC236}">
                <a16:creationId xmlns:a16="http://schemas.microsoft.com/office/drawing/2014/main" id="{1778DBB7-9F9E-41E8-E74B-4ED6FEA68A49}"/>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E167A4B4-9DD4-DF56-61BE-0FCB951D63F4}"/>
              </a:ext>
            </a:extLst>
          </p:cNvPr>
          <p:cNvSpPr txBox="1"/>
          <p:nvPr/>
        </p:nvSpPr>
        <p:spPr>
          <a:xfrm>
            <a:off x="1041400" y="1690688"/>
            <a:ext cx="7502525" cy="1949893"/>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A</a:t>
            </a:r>
            <a:r>
              <a:rPr sz="2750" spc="-170" dirty="0">
                <a:latin typeface="Aptos (Body)"/>
                <a:cs typeface="Gill Sans MT"/>
              </a:rPr>
              <a:t> </a:t>
            </a:r>
            <a:r>
              <a:rPr sz="2750" spc="-40" dirty="0">
                <a:latin typeface="Aptos (Body)"/>
                <a:cs typeface="Gill Sans MT"/>
              </a:rPr>
              <a:t>selector</a:t>
            </a:r>
            <a:r>
              <a:rPr sz="2750" spc="-125" dirty="0">
                <a:latin typeface="Aptos (Body)"/>
                <a:cs typeface="Gill Sans MT"/>
              </a:rPr>
              <a:t> </a:t>
            </a:r>
            <a:r>
              <a:rPr sz="2750" dirty="0">
                <a:latin typeface="Aptos (Body)"/>
                <a:cs typeface="Gill Sans MT"/>
              </a:rPr>
              <a:t>can</a:t>
            </a:r>
            <a:r>
              <a:rPr sz="2750" spc="-65" dirty="0">
                <a:latin typeface="Aptos (Body)"/>
                <a:cs typeface="Gill Sans MT"/>
              </a:rPr>
              <a:t> </a:t>
            </a:r>
            <a:r>
              <a:rPr sz="2750" spc="-30" dirty="0">
                <a:latin typeface="Aptos (Body)"/>
                <a:cs typeface="Gill Sans MT"/>
              </a:rPr>
              <a:t>select</a:t>
            </a:r>
            <a:r>
              <a:rPr sz="2750" spc="-135" dirty="0">
                <a:latin typeface="Aptos (Body)"/>
                <a:cs typeface="Gill Sans MT"/>
              </a:rPr>
              <a:t> </a:t>
            </a:r>
            <a:r>
              <a:rPr sz="2750" i="1" spc="-10" dirty="0">
                <a:latin typeface="Aptos (Body)"/>
                <a:cs typeface="Gill Sans MT"/>
              </a:rPr>
              <a:t>multiple</a:t>
            </a:r>
            <a:r>
              <a:rPr sz="2750" i="1" spc="-55" dirty="0">
                <a:latin typeface="Aptos (Body)"/>
                <a:cs typeface="Gill Sans MT"/>
              </a:rPr>
              <a:t> </a:t>
            </a:r>
            <a:r>
              <a:rPr sz="2750" dirty="0">
                <a:latin typeface="Aptos (Body)"/>
                <a:cs typeface="Gill Sans MT"/>
              </a:rPr>
              <a:t>HTML</a:t>
            </a:r>
            <a:r>
              <a:rPr sz="2750" spc="-35" dirty="0">
                <a:latin typeface="Aptos (Body)"/>
                <a:cs typeface="Gill Sans MT"/>
              </a:rPr>
              <a:t> </a:t>
            </a:r>
            <a:r>
              <a:rPr sz="2750" spc="-20" dirty="0">
                <a:latin typeface="Aptos (Body)"/>
                <a:cs typeface="Gill Sans MT"/>
              </a:rPr>
              <a:t>elements</a:t>
            </a:r>
            <a:endParaRPr sz="2750" dirty="0">
              <a:latin typeface="Aptos (Body)"/>
              <a:cs typeface="Gill Sans MT"/>
            </a:endParaRPr>
          </a:p>
          <a:p>
            <a:pPr>
              <a:lnSpc>
                <a:spcPct val="100000"/>
              </a:lnSpc>
              <a:spcBef>
                <a:spcPts val="1595"/>
              </a:spcBef>
            </a:pPr>
            <a:endParaRPr sz="2750" dirty="0">
              <a:latin typeface="Gill Sans MT"/>
              <a:cs typeface="Gill Sans MT"/>
            </a:endParaRPr>
          </a:p>
          <a:p>
            <a:pPr marL="12700">
              <a:lnSpc>
                <a:spcPct val="100000"/>
              </a:lnSpc>
            </a:pPr>
            <a:r>
              <a:rPr sz="2400" dirty="0">
                <a:latin typeface="Courier New"/>
                <a:cs typeface="Courier New"/>
              </a:rPr>
              <a:t>p</a:t>
            </a:r>
            <a:r>
              <a:rPr sz="2400" spc="-10" dirty="0">
                <a:latin typeface="Courier New"/>
                <a:cs typeface="Courier New"/>
              </a:rPr>
              <a:t> </a:t>
            </a:r>
            <a:r>
              <a:rPr sz="2400" spc="-20" dirty="0">
                <a:latin typeface="Courier New"/>
                <a:cs typeface="Courier New"/>
              </a:rPr>
              <a:t>{background-</a:t>
            </a:r>
            <a:r>
              <a:rPr sz="2400" dirty="0">
                <a:latin typeface="Courier New"/>
                <a:cs typeface="Courier New"/>
              </a:rPr>
              <a:t>color</a:t>
            </a:r>
            <a:r>
              <a:rPr sz="2400" spc="-5" dirty="0">
                <a:latin typeface="Courier New"/>
                <a:cs typeface="Courier New"/>
              </a:rPr>
              <a:t> </a:t>
            </a:r>
            <a:r>
              <a:rPr sz="2400" dirty="0">
                <a:latin typeface="Courier New"/>
                <a:cs typeface="Courier New"/>
              </a:rPr>
              <a:t>:</a:t>
            </a:r>
            <a:r>
              <a:rPr sz="2400" spc="70" dirty="0">
                <a:latin typeface="Courier New"/>
                <a:cs typeface="Courier New"/>
              </a:rPr>
              <a:t> </a:t>
            </a:r>
            <a:r>
              <a:rPr sz="2400" dirty="0">
                <a:latin typeface="Courier New"/>
                <a:cs typeface="Courier New"/>
              </a:rPr>
              <a:t>purple;</a:t>
            </a:r>
            <a:r>
              <a:rPr sz="2400" spc="-5" dirty="0">
                <a:latin typeface="Courier New"/>
                <a:cs typeface="Courier New"/>
              </a:rPr>
              <a:t> </a:t>
            </a:r>
            <a:r>
              <a:rPr sz="2400" spc="-50" dirty="0">
                <a:latin typeface="Courier New"/>
                <a:cs typeface="Courier New"/>
              </a:rPr>
              <a:t>}</a:t>
            </a:r>
            <a:endParaRPr sz="2400" dirty="0">
              <a:latin typeface="Courier New"/>
              <a:cs typeface="Courier New"/>
            </a:endParaRPr>
          </a:p>
          <a:p>
            <a:pPr marL="212725">
              <a:lnSpc>
                <a:spcPct val="100000"/>
              </a:lnSpc>
              <a:spcBef>
                <a:spcPts val="675"/>
              </a:spcBef>
            </a:pPr>
            <a:r>
              <a:rPr sz="2750" spc="-10" dirty="0">
                <a:latin typeface="Aptos (Body)"/>
                <a:cs typeface="Gill Sans MT"/>
              </a:rPr>
              <a:t>Affects</a:t>
            </a:r>
            <a:r>
              <a:rPr sz="2750" spc="-185" dirty="0">
                <a:latin typeface="Aptos (Body)"/>
                <a:cs typeface="Gill Sans MT"/>
              </a:rPr>
              <a:t> </a:t>
            </a:r>
            <a:r>
              <a:rPr sz="2750" spc="-10" dirty="0">
                <a:latin typeface="Aptos (Body)"/>
                <a:cs typeface="Gill Sans MT"/>
              </a:rPr>
              <a:t>every</a:t>
            </a:r>
            <a:r>
              <a:rPr sz="2750" spc="-110" dirty="0">
                <a:latin typeface="Aptos (Body)"/>
                <a:cs typeface="Gill Sans MT"/>
              </a:rPr>
              <a:t> </a:t>
            </a:r>
            <a:r>
              <a:rPr sz="2400" dirty="0">
                <a:latin typeface="Courier New"/>
                <a:cs typeface="Courier New"/>
              </a:rPr>
              <a:t>p</a:t>
            </a:r>
            <a:r>
              <a:rPr sz="2400" spc="-705" dirty="0">
                <a:latin typeface="Courier New"/>
                <a:cs typeface="Courier New"/>
              </a:rPr>
              <a:t> </a:t>
            </a:r>
            <a:r>
              <a:rPr sz="2750" spc="-10" dirty="0">
                <a:latin typeface="Aptos (Body)"/>
                <a:cs typeface="Gill Sans MT"/>
              </a:rPr>
              <a:t>element</a:t>
            </a:r>
            <a:endParaRPr sz="2750" dirty="0">
              <a:latin typeface="Aptos (Body)"/>
              <a:cs typeface="Gill Sans MT"/>
            </a:endParaRPr>
          </a:p>
        </p:txBody>
      </p:sp>
    </p:spTree>
    <p:extLst>
      <p:ext uri="{BB962C8B-B14F-4D97-AF65-F5344CB8AC3E}">
        <p14:creationId xmlns:p14="http://schemas.microsoft.com/office/powerpoint/2010/main" val="35680660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3746C-35E0-5B6A-1829-011C08347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1DA2D-6079-6C09-0CD6-E153BCA1C714}"/>
              </a:ext>
            </a:extLst>
          </p:cNvPr>
          <p:cNvSpPr>
            <a:spLocks noGrp="1"/>
          </p:cNvSpPr>
          <p:nvPr>
            <p:ph type="title"/>
          </p:nvPr>
        </p:nvSpPr>
        <p:spPr/>
        <p:txBody>
          <a:bodyPr/>
          <a:lstStyle/>
          <a:p>
            <a:r>
              <a:rPr lang="da-DK" dirty="0"/>
              <a:t>CSS </a:t>
            </a:r>
            <a:r>
              <a:rPr lang="da-DK" spc="-10" dirty="0" err="1"/>
              <a:t>selectors</a:t>
            </a:r>
            <a:endParaRPr lang="da-DK" dirty="0"/>
          </a:p>
        </p:txBody>
      </p:sp>
      <p:sp>
        <p:nvSpPr>
          <p:cNvPr id="7" name="Content Placeholder 6">
            <a:extLst>
              <a:ext uri="{FF2B5EF4-FFF2-40B4-BE49-F238E27FC236}">
                <a16:creationId xmlns:a16="http://schemas.microsoft.com/office/drawing/2014/main" id="{682C94D0-DC3E-29A9-A80F-945E7DDAE535}"/>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8AD78777-5D38-AE43-8B40-A545C32326EE}"/>
              </a:ext>
            </a:extLst>
          </p:cNvPr>
          <p:cNvSpPr txBox="1"/>
          <p:nvPr/>
        </p:nvSpPr>
        <p:spPr>
          <a:xfrm>
            <a:off x="1470025" y="2205672"/>
            <a:ext cx="8836025" cy="2934778"/>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A</a:t>
            </a:r>
            <a:r>
              <a:rPr sz="2750" spc="-155" dirty="0">
                <a:latin typeface="Aptos (Body)"/>
                <a:cs typeface="Gill Sans MT"/>
              </a:rPr>
              <a:t> </a:t>
            </a:r>
            <a:r>
              <a:rPr sz="2750" dirty="0">
                <a:latin typeface="Aptos (Body)"/>
                <a:cs typeface="Gill Sans MT"/>
              </a:rPr>
              <a:t>HTML</a:t>
            </a:r>
            <a:r>
              <a:rPr sz="2750" spc="-25" dirty="0">
                <a:latin typeface="Aptos (Body)"/>
                <a:cs typeface="Gill Sans MT"/>
              </a:rPr>
              <a:t> </a:t>
            </a:r>
            <a:r>
              <a:rPr sz="2750" spc="-10" dirty="0">
                <a:latin typeface="Aptos (Body)"/>
                <a:cs typeface="Gill Sans MT"/>
              </a:rPr>
              <a:t>element</a:t>
            </a:r>
            <a:r>
              <a:rPr sz="2750" spc="-55" dirty="0">
                <a:latin typeface="Aptos (Body)"/>
                <a:cs typeface="Gill Sans MT"/>
              </a:rPr>
              <a:t> </a:t>
            </a:r>
            <a:r>
              <a:rPr sz="2750" dirty="0">
                <a:latin typeface="Aptos (Body)"/>
                <a:cs typeface="Gill Sans MT"/>
              </a:rPr>
              <a:t>can</a:t>
            </a:r>
            <a:r>
              <a:rPr sz="2750" spc="-105" dirty="0">
                <a:latin typeface="Aptos (Body)"/>
                <a:cs typeface="Gill Sans MT"/>
              </a:rPr>
              <a:t> </a:t>
            </a:r>
            <a:r>
              <a:rPr sz="2750" dirty="0">
                <a:latin typeface="Aptos (Body)"/>
                <a:cs typeface="Gill Sans MT"/>
              </a:rPr>
              <a:t>be</a:t>
            </a:r>
            <a:r>
              <a:rPr sz="2750" spc="-105" dirty="0">
                <a:latin typeface="Aptos (Body)"/>
                <a:cs typeface="Gill Sans MT"/>
              </a:rPr>
              <a:t> </a:t>
            </a:r>
            <a:r>
              <a:rPr sz="2750" dirty="0">
                <a:latin typeface="Aptos (Body)"/>
                <a:cs typeface="Gill Sans MT"/>
              </a:rPr>
              <a:t>affected</a:t>
            </a:r>
            <a:r>
              <a:rPr sz="2750" spc="-65" dirty="0">
                <a:latin typeface="Aptos (Body)"/>
                <a:cs typeface="Gill Sans MT"/>
              </a:rPr>
              <a:t> </a:t>
            </a:r>
            <a:r>
              <a:rPr sz="2750" dirty="0">
                <a:latin typeface="Aptos (Body)"/>
                <a:cs typeface="Gill Sans MT"/>
              </a:rPr>
              <a:t>by</a:t>
            </a:r>
            <a:r>
              <a:rPr sz="2750" spc="-130" dirty="0">
                <a:latin typeface="Aptos (Body)"/>
                <a:cs typeface="Gill Sans MT"/>
              </a:rPr>
              <a:t> </a:t>
            </a:r>
            <a:r>
              <a:rPr sz="2750" spc="-25" dirty="0">
                <a:latin typeface="Aptos (Body)"/>
                <a:cs typeface="Gill Sans MT"/>
              </a:rPr>
              <a:t>multiple</a:t>
            </a:r>
            <a:r>
              <a:rPr sz="2750" spc="-105" dirty="0">
                <a:latin typeface="Aptos (Body)"/>
                <a:cs typeface="Gill Sans MT"/>
              </a:rPr>
              <a:t> </a:t>
            </a:r>
            <a:r>
              <a:rPr sz="2750" spc="-30" dirty="0">
                <a:latin typeface="Aptos (Body)"/>
                <a:cs typeface="Gill Sans MT"/>
              </a:rPr>
              <a:t>selectors</a:t>
            </a:r>
            <a:endParaRPr sz="2750" dirty="0">
              <a:latin typeface="Aptos (Body)"/>
              <a:cs typeface="Gill Sans MT"/>
            </a:endParaRPr>
          </a:p>
          <a:p>
            <a:pPr>
              <a:lnSpc>
                <a:spcPct val="100000"/>
              </a:lnSpc>
              <a:spcBef>
                <a:spcPts val="1595"/>
              </a:spcBef>
            </a:pPr>
            <a:endParaRPr sz="2750" dirty="0">
              <a:latin typeface="Gill Sans MT"/>
              <a:cs typeface="Gill Sans MT"/>
            </a:endParaRPr>
          </a:p>
          <a:p>
            <a:pPr marL="12700">
              <a:lnSpc>
                <a:spcPct val="100000"/>
              </a:lnSpc>
            </a:pPr>
            <a:r>
              <a:rPr sz="2400" dirty="0">
                <a:latin typeface="Courier New"/>
                <a:cs typeface="Courier New"/>
              </a:rPr>
              <a:t>p</a:t>
            </a:r>
            <a:r>
              <a:rPr sz="2400" spc="-10" dirty="0">
                <a:latin typeface="Courier New"/>
                <a:cs typeface="Courier New"/>
              </a:rPr>
              <a:t> </a:t>
            </a:r>
            <a:r>
              <a:rPr sz="2400" spc="-20" dirty="0">
                <a:latin typeface="Courier New"/>
                <a:cs typeface="Courier New"/>
              </a:rPr>
              <a:t>{background-</a:t>
            </a:r>
            <a:r>
              <a:rPr sz="2400" dirty="0">
                <a:latin typeface="Courier New"/>
                <a:cs typeface="Courier New"/>
              </a:rPr>
              <a:t>color</a:t>
            </a:r>
            <a:r>
              <a:rPr sz="2400" spc="-5" dirty="0">
                <a:latin typeface="Courier New"/>
                <a:cs typeface="Courier New"/>
              </a:rPr>
              <a:t> </a:t>
            </a:r>
            <a:r>
              <a:rPr sz="2400" dirty="0">
                <a:latin typeface="Courier New"/>
                <a:cs typeface="Courier New"/>
              </a:rPr>
              <a:t>:</a:t>
            </a:r>
            <a:r>
              <a:rPr sz="2400" spc="70" dirty="0">
                <a:latin typeface="Courier New"/>
                <a:cs typeface="Courier New"/>
              </a:rPr>
              <a:t> </a:t>
            </a:r>
            <a:r>
              <a:rPr sz="2400" dirty="0">
                <a:latin typeface="Courier New"/>
                <a:cs typeface="Courier New"/>
              </a:rPr>
              <a:t>purple;</a:t>
            </a:r>
            <a:r>
              <a:rPr sz="2400" spc="-5" dirty="0">
                <a:latin typeface="Courier New"/>
                <a:cs typeface="Courier New"/>
              </a:rPr>
              <a:t> </a:t>
            </a:r>
            <a:r>
              <a:rPr sz="2400" spc="-50" dirty="0">
                <a:latin typeface="Courier New"/>
                <a:cs typeface="Courier New"/>
              </a:rPr>
              <a:t>}</a:t>
            </a:r>
            <a:endParaRPr sz="2400" dirty="0">
              <a:latin typeface="Courier New"/>
              <a:cs typeface="Courier New"/>
            </a:endParaRPr>
          </a:p>
          <a:p>
            <a:pPr marL="212725">
              <a:lnSpc>
                <a:spcPct val="100000"/>
              </a:lnSpc>
              <a:spcBef>
                <a:spcPts val="675"/>
              </a:spcBef>
            </a:pPr>
            <a:r>
              <a:rPr sz="2750" spc="-10" dirty="0">
                <a:latin typeface="Aptos (Body)"/>
                <a:cs typeface="Gill Sans MT"/>
              </a:rPr>
              <a:t>Affects</a:t>
            </a:r>
            <a:r>
              <a:rPr sz="2750" spc="-185" dirty="0">
                <a:latin typeface="Aptos (Body)"/>
                <a:cs typeface="Gill Sans MT"/>
              </a:rPr>
              <a:t> </a:t>
            </a:r>
            <a:r>
              <a:rPr sz="2750" spc="-10" dirty="0">
                <a:latin typeface="Aptos (Body)"/>
                <a:cs typeface="Gill Sans MT"/>
              </a:rPr>
              <a:t>every</a:t>
            </a:r>
            <a:r>
              <a:rPr sz="2750" spc="-110" dirty="0">
                <a:latin typeface="Aptos (Body)"/>
                <a:cs typeface="Gill Sans MT"/>
              </a:rPr>
              <a:t> </a:t>
            </a:r>
            <a:r>
              <a:rPr sz="2400" dirty="0">
                <a:latin typeface="Courier New"/>
                <a:cs typeface="Courier New"/>
              </a:rPr>
              <a:t>p</a:t>
            </a:r>
            <a:r>
              <a:rPr sz="2400" spc="-705" dirty="0">
                <a:latin typeface="Courier New"/>
                <a:cs typeface="Courier New"/>
              </a:rPr>
              <a:t> </a:t>
            </a:r>
            <a:r>
              <a:rPr sz="2750" spc="-10" dirty="0">
                <a:latin typeface="Aptos (Body)"/>
                <a:cs typeface="Gill Sans MT"/>
              </a:rPr>
              <a:t>element</a:t>
            </a:r>
            <a:endParaRPr sz="2750" dirty="0">
              <a:latin typeface="Aptos (Body)"/>
              <a:cs typeface="Gill Sans MT"/>
            </a:endParaRPr>
          </a:p>
          <a:p>
            <a:pPr marL="12700">
              <a:lnSpc>
                <a:spcPct val="100000"/>
              </a:lnSpc>
              <a:spcBef>
                <a:spcPts val="730"/>
              </a:spcBef>
            </a:pPr>
            <a:r>
              <a:rPr sz="2400" dirty="0">
                <a:latin typeface="Courier New"/>
                <a:cs typeface="Courier New"/>
              </a:rPr>
              <a:t>.bold</a:t>
            </a:r>
            <a:r>
              <a:rPr sz="2400" spc="-85" dirty="0">
                <a:latin typeface="Courier New"/>
                <a:cs typeface="Courier New"/>
              </a:rPr>
              <a:t> </a:t>
            </a:r>
            <a:r>
              <a:rPr sz="2400" spc="-10" dirty="0">
                <a:latin typeface="Courier New"/>
                <a:cs typeface="Courier New"/>
              </a:rPr>
              <a:t>{font-</a:t>
            </a:r>
            <a:r>
              <a:rPr sz="2400" dirty="0">
                <a:latin typeface="Courier New"/>
                <a:cs typeface="Courier New"/>
              </a:rPr>
              <a:t>weight:</a:t>
            </a:r>
            <a:r>
              <a:rPr sz="2400" spc="-70" dirty="0">
                <a:latin typeface="Courier New"/>
                <a:cs typeface="Courier New"/>
              </a:rPr>
              <a:t> </a:t>
            </a:r>
            <a:r>
              <a:rPr sz="2400" spc="-10" dirty="0">
                <a:latin typeface="Courier New"/>
                <a:cs typeface="Courier New"/>
              </a:rPr>
              <a:t>bold;}</a:t>
            </a:r>
            <a:endParaRPr sz="2400" dirty="0">
              <a:latin typeface="Courier New"/>
              <a:cs typeface="Courier New"/>
            </a:endParaRPr>
          </a:p>
          <a:p>
            <a:pPr marL="212725">
              <a:lnSpc>
                <a:spcPct val="100000"/>
              </a:lnSpc>
              <a:spcBef>
                <a:spcPts val="750"/>
              </a:spcBef>
            </a:pPr>
            <a:r>
              <a:rPr sz="2750" spc="-10" dirty="0">
                <a:latin typeface="Aptos (Body)"/>
                <a:cs typeface="Gill Sans MT"/>
              </a:rPr>
              <a:t>Affects</a:t>
            </a:r>
            <a:r>
              <a:rPr sz="2750" spc="-130" dirty="0">
                <a:latin typeface="Aptos (Body)"/>
                <a:cs typeface="Gill Sans MT"/>
              </a:rPr>
              <a:t> </a:t>
            </a:r>
            <a:r>
              <a:rPr sz="2750" spc="-25" dirty="0">
                <a:latin typeface="Aptos (Body)"/>
                <a:cs typeface="Gill Sans MT"/>
              </a:rPr>
              <a:t>element</a:t>
            </a:r>
            <a:r>
              <a:rPr sz="2750" spc="-140" dirty="0">
                <a:latin typeface="Aptos (Body)"/>
                <a:cs typeface="Gill Sans MT"/>
              </a:rPr>
              <a:t> </a:t>
            </a:r>
            <a:r>
              <a:rPr sz="2750" dirty="0">
                <a:latin typeface="Aptos (Body)"/>
                <a:cs typeface="Gill Sans MT"/>
              </a:rPr>
              <a:t>with</a:t>
            </a:r>
            <a:r>
              <a:rPr sz="2750" spc="-135" dirty="0">
                <a:latin typeface="Aptos (Body)"/>
                <a:cs typeface="Gill Sans MT"/>
              </a:rPr>
              <a:t> </a:t>
            </a:r>
            <a:r>
              <a:rPr sz="2750" spc="-40" dirty="0">
                <a:latin typeface="Aptos (Body)"/>
                <a:cs typeface="Gill Sans MT"/>
              </a:rPr>
              <a:t>class</a:t>
            </a:r>
            <a:r>
              <a:rPr sz="2750" spc="-85" dirty="0">
                <a:latin typeface="Aptos (Body)"/>
                <a:cs typeface="Gill Sans MT"/>
              </a:rPr>
              <a:t> </a:t>
            </a:r>
            <a:r>
              <a:rPr sz="2400" spc="-20" dirty="0">
                <a:latin typeface="Courier New"/>
                <a:cs typeface="Courier New"/>
              </a:rPr>
              <a:t>bold</a:t>
            </a:r>
            <a:endParaRPr sz="2400" dirty="0">
              <a:latin typeface="Courier New"/>
              <a:cs typeface="Courier New"/>
            </a:endParaRPr>
          </a:p>
        </p:txBody>
      </p:sp>
    </p:spTree>
    <p:extLst>
      <p:ext uri="{BB962C8B-B14F-4D97-AF65-F5344CB8AC3E}">
        <p14:creationId xmlns:p14="http://schemas.microsoft.com/office/powerpoint/2010/main" val="1089133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FBB1-9DAA-3064-2613-1FF4770BE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D54E1-3861-22D7-2B55-C7743DA28029}"/>
              </a:ext>
            </a:extLst>
          </p:cNvPr>
          <p:cNvSpPr>
            <a:spLocks noGrp="1"/>
          </p:cNvSpPr>
          <p:nvPr>
            <p:ph type="title"/>
          </p:nvPr>
        </p:nvSpPr>
        <p:spPr/>
        <p:txBody>
          <a:bodyPr/>
          <a:lstStyle/>
          <a:p>
            <a:r>
              <a:rPr lang="da-DK" dirty="0"/>
              <a:t>CSS </a:t>
            </a:r>
            <a:r>
              <a:rPr lang="da-DK" spc="-10" dirty="0" err="1"/>
              <a:t>selectors</a:t>
            </a:r>
            <a:endParaRPr lang="da-DK" dirty="0"/>
          </a:p>
        </p:txBody>
      </p:sp>
      <p:sp>
        <p:nvSpPr>
          <p:cNvPr id="7" name="Content Placeholder 6">
            <a:extLst>
              <a:ext uri="{FF2B5EF4-FFF2-40B4-BE49-F238E27FC236}">
                <a16:creationId xmlns:a16="http://schemas.microsoft.com/office/drawing/2014/main" id="{886015CF-D574-2BCC-E9A7-53798D674075}"/>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419A0C50-F068-5ADC-E2D9-D87BEAEE19B6}"/>
              </a:ext>
            </a:extLst>
          </p:cNvPr>
          <p:cNvSpPr txBox="1"/>
          <p:nvPr/>
        </p:nvSpPr>
        <p:spPr>
          <a:xfrm>
            <a:off x="1365250" y="1525746"/>
            <a:ext cx="8674100" cy="5040226"/>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A</a:t>
            </a:r>
            <a:r>
              <a:rPr sz="2750" spc="-155" dirty="0">
                <a:latin typeface="Aptos (Body)"/>
                <a:cs typeface="Gill Sans MT"/>
              </a:rPr>
              <a:t> </a:t>
            </a:r>
            <a:r>
              <a:rPr sz="2750" dirty="0">
                <a:latin typeface="Aptos (Body)"/>
                <a:cs typeface="Gill Sans MT"/>
              </a:rPr>
              <a:t>HTML</a:t>
            </a:r>
            <a:r>
              <a:rPr sz="2750" spc="-25" dirty="0">
                <a:latin typeface="Aptos (Body)"/>
                <a:cs typeface="Gill Sans MT"/>
              </a:rPr>
              <a:t> </a:t>
            </a:r>
            <a:r>
              <a:rPr sz="2750" spc="-10" dirty="0">
                <a:latin typeface="Aptos (Body)"/>
                <a:cs typeface="Gill Sans MT"/>
              </a:rPr>
              <a:t>element</a:t>
            </a:r>
            <a:r>
              <a:rPr sz="2750" spc="-55" dirty="0">
                <a:latin typeface="Aptos (Body)"/>
                <a:cs typeface="Gill Sans MT"/>
              </a:rPr>
              <a:t> </a:t>
            </a:r>
            <a:r>
              <a:rPr sz="2750" dirty="0">
                <a:latin typeface="Aptos (Body)"/>
                <a:cs typeface="Gill Sans MT"/>
              </a:rPr>
              <a:t>can</a:t>
            </a:r>
            <a:r>
              <a:rPr sz="2750" spc="-105" dirty="0">
                <a:latin typeface="Aptos (Body)"/>
                <a:cs typeface="Gill Sans MT"/>
              </a:rPr>
              <a:t> </a:t>
            </a:r>
            <a:r>
              <a:rPr sz="2750" dirty="0">
                <a:latin typeface="Aptos (Body)"/>
                <a:cs typeface="Gill Sans MT"/>
              </a:rPr>
              <a:t>be</a:t>
            </a:r>
            <a:r>
              <a:rPr sz="2750" spc="-105" dirty="0">
                <a:latin typeface="Aptos (Body)"/>
                <a:cs typeface="Gill Sans MT"/>
              </a:rPr>
              <a:t> </a:t>
            </a:r>
            <a:r>
              <a:rPr sz="2750" dirty="0">
                <a:latin typeface="Aptos (Body)"/>
                <a:cs typeface="Gill Sans MT"/>
              </a:rPr>
              <a:t>affected</a:t>
            </a:r>
            <a:r>
              <a:rPr sz="2750" spc="-65" dirty="0">
                <a:latin typeface="Aptos (Body)"/>
                <a:cs typeface="Gill Sans MT"/>
              </a:rPr>
              <a:t> </a:t>
            </a:r>
            <a:r>
              <a:rPr sz="2750" dirty="0">
                <a:latin typeface="Aptos (Body)"/>
                <a:cs typeface="Gill Sans MT"/>
              </a:rPr>
              <a:t>by</a:t>
            </a:r>
            <a:r>
              <a:rPr sz="2750" spc="-130" dirty="0">
                <a:latin typeface="Aptos (Body)"/>
                <a:cs typeface="Gill Sans MT"/>
              </a:rPr>
              <a:t> </a:t>
            </a:r>
            <a:r>
              <a:rPr sz="2750" spc="-25" dirty="0">
                <a:latin typeface="Aptos (Body)"/>
                <a:cs typeface="Gill Sans MT"/>
              </a:rPr>
              <a:t>multiple</a:t>
            </a:r>
            <a:r>
              <a:rPr sz="2750" spc="-105" dirty="0">
                <a:latin typeface="Aptos (Body)"/>
                <a:cs typeface="Gill Sans MT"/>
              </a:rPr>
              <a:t> </a:t>
            </a:r>
            <a:r>
              <a:rPr sz="2750" spc="-30" dirty="0">
                <a:latin typeface="Aptos (Body)"/>
                <a:cs typeface="Gill Sans MT"/>
              </a:rPr>
              <a:t>selectors</a:t>
            </a:r>
            <a:endParaRPr sz="2750" dirty="0">
              <a:latin typeface="Aptos (Body)"/>
              <a:cs typeface="Gill Sans MT"/>
            </a:endParaRPr>
          </a:p>
          <a:p>
            <a:pPr>
              <a:lnSpc>
                <a:spcPct val="100000"/>
              </a:lnSpc>
              <a:spcBef>
                <a:spcPts val="1595"/>
              </a:spcBef>
            </a:pPr>
            <a:endParaRPr sz="2750" dirty="0">
              <a:latin typeface="Gill Sans MT"/>
              <a:cs typeface="Gill Sans MT"/>
            </a:endParaRPr>
          </a:p>
          <a:p>
            <a:pPr marL="12700">
              <a:lnSpc>
                <a:spcPct val="100000"/>
              </a:lnSpc>
            </a:pPr>
            <a:r>
              <a:rPr sz="2400" dirty="0">
                <a:latin typeface="Courier New"/>
                <a:cs typeface="Courier New"/>
              </a:rPr>
              <a:t>p</a:t>
            </a:r>
            <a:r>
              <a:rPr sz="2400" spc="-10" dirty="0">
                <a:latin typeface="Courier New"/>
                <a:cs typeface="Courier New"/>
              </a:rPr>
              <a:t> </a:t>
            </a:r>
            <a:r>
              <a:rPr sz="2400" spc="-20" dirty="0">
                <a:latin typeface="Courier New"/>
                <a:cs typeface="Courier New"/>
              </a:rPr>
              <a:t>{background-</a:t>
            </a:r>
            <a:r>
              <a:rPr sz="2400" dirty="0">
                <a:latin typeface="Courier New"/>
                <a:cs typeface="Courier New"/>
              </a:rPr>
              <a:t>color</a:t>
            </a:r>
            <a:r>
              <a:rPr sz="2400" spc="-5" dirty="0">
                <a:latin typeface="Courier New"/>
                <a:cs typeface="Courier New"/>
              </a:rPr>
              <a:t> </a:t>
            </a:r>
            <a:r>
              <a:rPr sz="2400" dirty="0">
                <a:latin typeface="Courier New"/>
                <a:cs typeface="Courier New"/>
              </a:rPr>
              <a:t>:</a:t>
            </a:r>
            <a:r>
              <a:rPr sz="2400" spc="70" dirty="0">
                <a:latin typeface="Courier New"/>
                <a:cs typeface="Courier New"/>
              </a:rPr>
              <a:t> </a:t>
            </a:r>
            <a:r>
              <a:rPr sz="2400" dirty="0">
                <a:latin typeface="Courier New"/>
                <a:cs typeface="Courier New"/>
              </a:rPr>
              <a:t>purple;</a:t>
            </a:r>
            <a:r>
              <a:rPr sz="2400" spc="-5" dirty="0">
                <a:latin typeface="Courier New"/>
                <a:cs typeface="Courier New"/>
              </a:rPr>
              <a:t> </a:t>
            </a:r>
            <a:r>
              <a:rPr sz="2400" spc="-50" dirty="0">
                <a:latin typeface="Courier New"/>
                <a:cs typeface="Courier New"/>
              </a:rPr>
              <a:t>}</a:t>
            </a:r>
            <a:endParaRPr sz="2400" dirty="0">
              <a:latin typeface="Courier New"/>
              <a:cs typeface="Courier New"/>
            </a:endParaRPr>
          </a:p>
          <a:p>
            <a:pPr marL="212725">
              <a:lnSpc>
                <a:spcPct val="100000"/>
              </a:lnSpc>
              <a:spcBef>
                <a:spcPts val="675"/>
              </a:spcBef>
            </a:pPr>
            <a:r>
              <a:rPr sz="2750" spc="-10" dirty="0">
                <a:latin typeface="Aptos (Body)"/>
                <a:cs typeface="Gill Sans MT"/>
              </a:rPr>
              <a:t>Affects</a:t>
            </a:r>
            <a:r>
              <a:rPr sz="2750" spc="-185" dirty="0">
                <a:latin typeface="Aptos (Body)"/>
                <a:cs typeface="Gill Sans MT"/>
              </a:rPr>
              <a:t> </a:t>
            </a:r>
            <a:r>
              <a:rPr sz="2750" spc="-10" dirty="0">
                <a:latin typeface="Aptos (Body)"/>
                <a:cs typeface="Gill Sans MT"/>
              </a:rPr>
              <a:t>every</a:t>
            </a:r>
            <a:r>
              <a:rPr sz="2750" spc="-110" dirty="0">
                <a:latin typeface="Aptos (Body)"/>
                <a:cs typeface="Gill Sans MT"/>
              </a:rPr>
              <a:t> </a:t>
            </a:r>
            <a:r>
              <a:rPr sz="2400" dirty="0">
                <a:latin typeface="Courier New"/>
                <a:cs typeface="Courier New"/>
              </a:rPr>
              <a:t>p</a:t>
            </a:r>
            <a:r>
              <a:rPr sz="2400" spc="-705" dirty="0">
                <a:latin typeface="Courier New"/>
                <a:cs typeface="Courier New"/>
              </a:rPr>
              <a:t> </a:t>
            </a:r>
            <a:r>
              <a:rPr sz="2750" spc="-10" dirty="0">
                <a:latin typeface="Aptos (Body)"/>
                <a:cs typeface="Gill Sans MT"/>
              </a:rPr>
              <a:t>element</a:t>
            </a:r>
            <a:endParaRPr sz="2750" dirty="0">
              <a:latin typeface="Aptos (Body)"/>
              <a:cs typeface="Gill Sans MT"/>
            </a:endParaRPr>
          </a:p>
          <a:p>
            <a:pPr marL="12700">
              <a:lnSpc>
                <a:spcPct val="100000"/>
              </a:lnSpc>
              <a:spcBef>
                <a:spcPts val="730"/>
              </a:spcBef>
            </a:pPr>
            <a:r>
              <a:rPr sz="2400" dirty="0">
                <a:latin typeface="Courier New"/>
                <a:cs typeface="Courier New"/>
              </a:rPr>
              <a:t>.bold</a:t>
            </a:r>
            <a:r>
              <a:rPr sz="2400" spc="-85" dirty="0">
                <a:latin typeface="Courier New"/>
                <a:cs typeface="Courier New"/>
              </a:rPr>
              <a:t> </a:t>
            </a:r>
            <a:r>
              <a:rPr sz="2400" spc="-10" dirty="0">
                <a:latin typeface="Courier New"/>
                <a:cs typeface="Courier New"/>
              </a:rPr>
              <a:t>{font-</a:t>
            </a:r>
            <a:r>
              <a:rPr sz="2400" dirty="0">
                <a:latin typeface="Courier New"/>
                <a:cs typeface="Courier New"/>
              </a:rPr>
              <a:t>weight:</a:t>
            </a:r>
            <a:r>
              <a:rPr sz="2400" spc="-70" dirty="0">
                <a:latin typeface="Courier New"/>
                <a:cs typeface="Courier New"/>
              </a:rPr>
              <a:t> </a:t>
            </a:r>
            <a:r>
              <a:rPr sz="2400" spc="-10" dirty="0">
                <a:latin typeface="Courier New"/>
                <a:cs typeface="Courier New"/>
              </a:rPr>
              <a:t>bold;}</a:t>
            </a:r>
            <a:endParaRPr sz="2400" dirty="0">
              <a:latin typeface="Courier New"/>
              <a:cs typeface="Courier New"/>
            </a:endParaRPr>
          </a:p>
          <a:p>
            <a:pPr marL="212725">
              <a:lnSpc>
                <a:spcPct val="100000"/>
              </a:lnSpc>
              <a:spcBef>
                <a:spcPts val="750"/>
              </a:spcBef>
            </a:pPr>
            <a:r>
              <a:rPr sz="2750" spc="-10" dirty="0">
                <a:latin typeface="Aptos (Body)"/>
                <a:cs typeface="Gill Sans MT"/>
              </a:rPr>
              <a:t>Affects</a:t>
            </a:r>
            <a:r>
              <a:rPr sz="2750" spc="-110" dirty="0">
                <a:latin typeface="Aptos (Body)"/>
                <a:cs typeface="Gill Sans MT"/>
              </a:rPr>
              <a:t> </a:t>
            </a:r>
            <a:r>
              <a:rPr sz="2750" spc="-25" dirty="0">
                <a:latin typeface="Aptos (Body)"/>
                <a:cs typeface="Gill Sans MT"/>
              </a:rPr>
              <a:t>element</a:t>
            </a:r>
            <a:r>
              <a:rPr sz="2750" spc="-120" dirty="0">
                <a:latin typeface="Aptos (Body)"/>
                <a:cs typeface="Gill Sans MT"/>
              </a:rPr>
              <a:t> </a:t>
            </a:r>
            <a:r>
              <a:rPr sz="2750" dirty="0">
                <a:latin typeface="Aptos (Body)"/>
                <a:cs typeface="Gill Sans MT"/>
              </a:rPr>
              <a:t>with</a:t>
            </a:r>
            <a:r>
              <a:rPr sz="2750" spc="-75" dirty="0">
                <a:latin typeface="Aptos (Body)"/>
                <a:cs typeface="Gill Sans MT"/>
              </a:rPr>
              <a:t> </a:t>
            </a:r>
            <a:r>
              <a:rPr sz="2750" i="1" dirty="0">
                <a:latin typeface="Aptos (Body)"/>
                <a:cs typeface="Gill Sans MT"/>
              </a:rPr>
              <a:t>class</a:t>
            </a:r>
            <a:r>
              <a:rPr sz="2750" i="1" spc="-80" dirty="0">
                <a:latin typeface="Aptos (Body)"/>
                <a:cs typeface="Gill Sans MT"/>
              </a:rPr>
              <a:t> </a:t>
            </a:r>
            <a:r>
              <a:rPr sz="2400" spc="-20" dirty="0">
                <a:latin typeface="Courier New"/>
                <a:cs typeface="Courier New"/>
              </a:rPr>
              <a:t>bold</a:t>
            </a:r>
            <a:endParaRPr sz="2400" dirty="0">
              <a:latin typeface="Courier New"/>
              <a:cs typeface="Courier New"/>
            </a:endParaRPr>
          </a:p>
          <a:p>
            <a:pPr>
              <a:lnSpc>
                <a:spcPct val="100000"/>
              </a:lnSpc>
              <a:spcBef>
                <a:spcPts val="869"/>
              </a:spcBef>
            </a:pPr>
            <a:endParaRPr sz="2750" dirty="0">
              <a:latin typeface="Courier New"/>
              <a:cs typeface="Courier New"/>
            </a:endParaRPr>
          </a:p>
          <a:p>
            <a:pPr marL="12700" marR="2473960">
              <a:lnSpc>
                <a:spcPct val="122900"/>
              </a:lnSpc>
            </a:pPr>
            <a:r>
              <a:rPr sz="2750" spc="-50" dirty="0">
                <a:latin typeface="Aptos (Body)"/>
                <a:cs typeface="Gill Sans MT"/>
              </a:rPr>
              <a:t>Class</a:t>
            </a:r>
            <a:r>
              <a:rPr sz="2750" spc="-145" dirty="0">
                <a:latin typeface="Aptos (Body)"/>
                <a:cs typeface="Gill Sans MT"/>
              </a:rPr>
              <a:t> </a:t>
            </a:r>
            <a:r>
              <a:rPr sz="2750" dirty="0">
                <a:latin typeface="Aptos (Body)"/>
                <a:cs typeface="Gill Sans MT"/>
              </a:rPr>
              <a:t>are</a:t>
            </a:r>
            <a:r>
              <a:rPr sz="2750" spc="-80" dirty="0">
                <a:latin typeface="Aptos (Body)"/>
                <a:cs typeface="Gill Sans MT"/>
              </a:rPr>
              <a:t> </a:t>
            </a:r>
            <a:r>
              <a:rPr sz="2750" spc="-10" dirty="0">
                <a:latin typeface="Aptos (Body)"/>
                <a:cs typeface="Gill Sans MT"/>
              </a:rPr>
              <a:t>often</a:t>
            </a:r>
            <a:r>
              <a:rPr sz="2750" spc="-180" dirty="0">
                <a:latin typeface="Aptos (Body)"/>
                <a:cs typeface="Gill Sans MT"/>
              </a:rPr>
              <a:t> </a:t>
            </a:r>
            <a:r>
              <a:rPr sz="2750" dirty="0">
                <a:latin typeface="Aptos (Body)"/>
                <a:cs typeface="Gill Sans MT"/>
              </a:rPr>
              <a:t>used</a:t>
            </a:r>
            <a:r>
              <a:rPr sz="2750" spc="-100" dirty="0">
                <a:latin typeface="Aptos (Body)"/>
                <a:cs typeface="Gill Sans MT"/>
              </a:rPr>
              <a:t> </a:t>
            </a:r>
            <a:r>
              <a:rPr sz="2750" dirty="0">
                <a:latin typeface="Aptos (Body)"/>
                <a:cs typeface="Gill Sans MT"/>
              </a:rPr>
              <a:t>for</a:t>
            </a:r>
            <a:r>
              <a:rPr sz="2750" spc="-190" dirty="0">
                <a:latin typeface="Aptos (Body)"/>
                <a:cs typeface="Gill Sans MT"/>
              </a:rPr>
              <a:t> </a:t>
            </a:r>
            <a:r>
              <a:rPr sz="2750" dirty="0">
                <a:latin typeface="Aptos (Body)"/>
                <a:cs typeface="Gill Sans MT"/>
              </a:rPr>
              <a:t>CSS</a:t>
            </a:r>
            <a:r>
              <a:rPr sz="2750" spc="-114" dirty="0">
                <a:latin typeface="Aptos (Body)"/>
                <a:cs typeface="Gill Sans MT"/>
              </a:rPr>
              <a:t> </a:t>
            </a:r>
            <a:r>
              <a:rPr sz="2750" spc="-10" dirty="0">
                <a:latin typeface="Aptos (Body)"/>
                <a:cs typeface="Gill Sans MT"/>
              </a:rPr>
              <a:t>style </a:t>
            </a:r>
            <a:r>
              <a:rPr sz="2750" dirty="0">
                <a:latin typeface="Aptos (Body)"/>
                <a:cs typeface="Gill Sans MT"/>
              </a:rPr>
              <a:t>An</a:t>
            </a:r>
            <a:r>
              <a:rPr sz="2750" spc="-195" dirty="0">
                <a:latin typeface="Aptos (Body)"/>
                <a:cs typeface="Gill Sans MT"/>
              </a:rPr>
              <a:t> </a:t>
            </a:r>
            <a:r>
              <a:rPr sz="2750" spc="-10" dirty="0">
                <a:latin typeface="Aptos (Body)"/>
                <a:cs typeface="Gill Sans MT"/>
              </a:rPr>
              <a:t>element</a:t>
            </a:r>
            <a:r>
              <a:rPr sz="2750" spc="-95" dirty="0">
                <a:latin typeface="Aptos (Body)"/>
                <a:cs typeface="Gill Sans MT"/>
              </a:rPr>
              <a:t> </a:t>
            </a:r>
            <a:r>
              <a:rPr sz="2750" dirty="0">
                <a:latin typeface="Aptos (Body)"/>
                <a:cs typeface="Gill Sans MT"/>
              </a:rPr>
              <a:t>can</a:t>
            </a:r>
            <a:r>
              <a:rPr sz="2750" spc="-135" dirty="0">
                <a:latin typeface="Aptos (Body)"/>
                <a:cs typeface="Gill Sans MT"/>
              </a:rPr>
              <a:t> </a:t>
            </a:r>
            <a:r>
              <a:rPr sz="2750" dirty="0">
                <a:latin typeface="Aptos (Body)"/>
                <a:cs typeface="Gill Sans MT"/>
              </a:rPr>
              <a:t>have</a:t>
            </a:r>
            <a:r>
              <a:rPr sz="2750" spc="-140" dirty="0">
                <a:latin typeface="Aptos (Body)"/>
                <a:cs typeface="Gill Sans MT"/>
              </a:rPr>
              <a:t> </a:t>
            </a:r>
            <a:r>
              <a:rPr sz="2750" spc="-20" dirty="0">
                <a:latin typeface="Aptos (Body)"/>
                <a:cs typeface="Gill Sans MT"/>
              </a:rPr>
              <a:t>multiple</a:t>
            </a:r>
            <a:r>
              <a:rPr sz="2750" spc="-80" dirty="0">
                <a:latin typeface="Aptos (Body)"/>
                <a:cs typeface="Gill Sans MT"/>
              </a:rPr>
              <a:t> </a:t>
            </a:r>
            <a:r>
              <a:rPr sz="2750" spc="-50" dirty="0">
                <a:latin typeface="Aptos (Body)"/>
                <a:cs typeface="Gill Sans MT"/>
              </a:rPr>
              <a:t>classes</a:t>
            </a:r>
            <a:endParaRPr sz="2750" dirty="0">
              <a:latin typeface="Aptos (Body)"/>
              <a:cs typeface="Gill Sans MT"/>
            </a:endParaRPr>
          </a:p>
          <a:p>
            <a:pPr marL="12700">
              <a:lnSpc>
                <a:spcPct val="100000"/>
              </a:lnSpc>
              <a:spcBef>
                <a:spcPts val="755"/>
              </a:spcBef>
            </a:pPr>
            <a:r>
              <a:rPr sz="2750" dirty="0">
                <a:latin typeface="Aptos (Body)"/>
                <a:cs typeface="Gill Sans MT"/>
              </a:rPr>
              <a:t>A</a:t>
            </a:r>
            <a:r>
              <a:rPr sz="2750" spc="-145" dirty="0">
                <a:latin typeface="Aptos (Body)"/>
                <a:cs typeface="Gill Sans MT"/>
              </a:rPr>
              <a:t> </a:t>
            </a:r>
            <a:r>
              <a:rPr sz="2750" spc="-30" dirty="0">
                <a:latin typeface="Aptos (Body)"/>
                <a:cs typeface="Gill Sans MT"/>
              </a:rPr>
              <a:t>class </a:t>
            </a:r>
            <a:r>
              <a:rPr sz="2750" dirty="0">
                <a:latin typeface="Aptos (Body)"/>
                <a:cs typeface="Gill Sans MT"/>
              </a:rPr>
              <a:t>can</a:t>
            </a:r>
            <a:r>
              <a:rPr sz="2750" spc="-95" dirty="0">
                <a:latin typeface="Aptos (Body)"/>
                <a:cs typeface="Gill Sans MT"/>
              </a:rPr>
              <a:t> </a:t>
            </a:r>
            <a:r>
              <a:rPr sz="2750" dirty="0">
                <a:latin typeface="Aptos (Body)"/>
                <a:cs typeface="Gill Sans MT"/>
              </a:rPr>
              <a:t>be</a:t>
            </a:r>
            <a:r>
              <a:rPr sz="2750" spc="-95" dirty="0">
                <a:latin typeface="Aptos (Body)"/>
                <a:cs typeface="Gill Sans MT"/>
              </a:rPr>
              <a:t> </a:t>
            </a:r>
            <a:r>
              <a:rPr sz="2750" spc="-30" dirty="0">
                <a:latin typeface="Aptos (Body)"/>
                <a:cs typeface="Gill Sans MT"/>
              </a:rPr>
              <a:t>assigned</a:t>
            </a:r>
            <a:r>
              <a:rPr sz="2750" spc="-60" dirty="0">
                <a:latin typeface="Aptos (Body)"/>
                <a:cs typeface="Gill Sans MT"/>
              </a:rPr>
              <a:t> </a:t>
            </a:r>
            <a:r>
              <a:rPr sz="2750" dirty="0">
                <a:latin typeface="Aptos (Body)"/>
                <a:cs typeface="Gill Sans MT"/>
              </a:rPr>
              <a:t>to</a:t>
            </a:r>
            <a:r>
              <a:rPr sz="2750" spc="-80" dirty="0">
                <a:latin typeface="Aptos (Body)"/>
                <a:cs typeface="Gill Sans MT"/>
              </a:rPr>
              <a:t> </a:t>
            </a:r>
            <a:r>
              <a:rPr sz="2750" spc="-30" dirty="0">
                <a:latin typeface="Aptos (Body)"/>
                <a:cs typeface="Gill Sans MT"/>
              </a:rPr>
              <a:t>multiple</a:t>
            </a:r>
            <a:r>
              <a:rPr sz="2750" spc="-95" dirty="0">
                <a:latin typeface="Aptos (Body)"/>
                <a:cs typeface="Gill Sans MT"/>
              </a:rPr>
              <a:t> </a:t>
            </a:r>
            <a:r>
              <a:rPr sz="2750" spc="-10" dirty="0">
                <a:latin typeface="Aptos (Body)"/>
                <a:cs typeface="Gill Sans MT"/>
              </a:rPr>
              <a:t>elements</a:t>
            </a:r>
            <a:endParaRPr sz="2750" dirty="0">
              <a:latin typeface="Aptos (Body)"/>
              <a:cs typeface="Gill Sans MT"/>
            </a:endParaRPr>
          </a:p>
        </p:txBody>
      </p:sp>
    </p:spTree>
    <p:extLst>
      <p:ext uri="{BB962C8B-B14F-4D97-AF65-F5344CB8AC3E}">
        <p14:creationId xmlns:p14="http://schemas.microsoft.com/office/powerpoint/2010/main" val="1819238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7D0B7-133E-BCFB-2BDD-3E6585142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65166-2A60-E4EA-D4D4-71A35AB62DC9}"/>
              </a:ext>
            </a:extLst>
          </p:cNvPr>
          <p:cNvSpPr>
            <a:spLocks noGrp="1"/>
          </p:cNvSpPr>
          <p:nvPr>
            <p:ph type="title"/>
          </p:nvPr>
        </p:nvSpPr>
        <p:spPr/>
        <p:txBody>
          <a:bodyPr/>
          <a:lstStyle/>
          <a:p>
            <a:r>
              <a:rPr lang="da-DK" dirty="0"/>
              <a:t>CSS </a:t>
            </a:r>
            <a:r>
              <a:rPr lang="da-DK" dirty="0" err="1"/>
              <a:t>order</a:t>
            </a:r>
            <a:r>
              <a:rPr lang="da-DK" dirty="0"/>
              <a:t> of </a:t>
            </a:r>
            <a:r>
              <a:rPr lang="da-DK" dirty="0" err="1"/>
              <a:t>rules</a:t>
            </a:r>
            <a:endParaRPr lang="da-DK" dirty="0"/>
          </a:p>
        </p:txBody>
      </p:sp>
      <p:sp>
        <p:nvSpPr>
          <p:cNvPr id="7" name="Content Placeholder 6">
            <a:extLst>
              <a:ext uri="{FF2B5EF4-FFF2-40B4-BE49-F238E27FC236}">
                <a16:creationId xmlns:a16="http://schemas.microsoft.com/office/drawing/2014/main" id="{20E7DE3C-1F03-E8E5-86AB-6243CC776133}"/>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DA02D999-FAF9-536B-22EA-13AF7B8B1231}"/>
              </a:ext>
            </a:extLst>
          </p:cNvPr>
          <p:cNvSpPr txBox="1"/>
          <p:nvPr/>
        </p:nvSpPr>
        <p:spPr>
          <a:xfrm>
            <a:off x="1365250" y="1525746"/>
            <a:ext cx="8674100" cy="3709349"/>
          </a:xfrm>
          <a:prstGeom prst="rect">
            <a:avLst/>
          </a:prstGeom>
        </p:spPr>
        <p:txBody>
          <a:bodyPr vert="horz" wrap="square" lIns="0" tIns="15875" rIns="0" bIns="0" rtlCol="0">
            <a:spAutoFit/>
          </a:bodyPr>
          <a:lstStyle/>
          <a:p>
            <a:pPr marL="12700">
              <a:lnSpc>
                <a:spcPct val="100000"/>
              </a:lnSpc>
              <a:spcBef>
                <a:spcPts val="125"/>
              </a:spcBef>
            </a:pPr>
            <a:r>
              <a:rPr lang="da-DK" sz="2800" dirty="0" err="1"/>
              <a:t>Precedence</a:t>
            </a:r>
            <a:r>
              <a:rPr lang="da-DK" sz="2800" dirty="0"/>
              <a:t> of </a:t>
            </a:r>
            <a:r>
              <a:rPr lang="da-DK" sz="2800" dirty="0" err="1"/>
              <a:t>rules</a:t>
            </a:r>
            <a:r>
              <a:rPr lang="da-DK" sz="2800" dirty="0"/>
              <a:t> (for same </a:t>
            </a:r>
            <a:r>
              <a:rPr lang="da-DK" sz="2800" dirty="0" err="1"/>
              <a:t>rules</a:t>
            </a:r>
            <a:r>
              <a:rPr lang="da-DK" sz="2800" dirty="0"/>
              <a:t>)</a:t>
            </a:r>
          </a:p>
          <a:p>
            <a:pPr marL="12700">
              <a:lnSpc>
                <a:spcPct val="100000"/>
              </a:lnSpc>
              <a:spcBef>
                <a:spcPts val="125"/>
              </a:spcBef>
            </a:pPr>
            <a:r>
              <a:rPr lang="da-DK" sz="2400" spc="-5" dirty="0">
                <a:latin typeface="Courier New"/>
                <a:cs typeface="Courier New"/>
              </a:rPr>
              <a:t>     </a:t>
            </a:r>
            <a:r>
              <a:rPr lang="da-DK" sz="2400" spc="-5" dirty="0" err="1">
                <a:latin typeface="Courier New"/>
                <a:cs typeface="Courier New"/>
              </a:rPr>
              <a:t>Inline</a:t>
            </a:r>
            <a:r>
              <a:rPr lang="da-DK" sz="2400" spc="-5" dirty="0">
                <a:latin typeface="Courier New"/>
                <a:cs typeface="Courier New"/>
              </a:rPr>
              <a:t> &gt; </a:t>
            </a:r>
            <a:r>
              <a:rPr lang="da-DK" sz="2400" spc="-5" dirty="0" err="1">
                <a:latin typeface="Courier New"/>
                <a:cs typeface="Courier New"/>
              </a:rPr>
              <a:t>Internal</a:t>
            </a:r>
            <a:r>
              <a:rPr lang="da-DK" sz="2400" spc="-5" dirty="0">
                <a:latin typeface="Courier New"/>
                <a:cs typeface="Courier New"/>
              </a:rPr>
              <a:t> &gt;</a:t>
            </a:r>
            <a:r>
              <a:rPr sz="2400" spc="-5" dirty="0">
                <a:latin typeface="Courier New"/>
                <a:cs typeface="Courier New"/>
              </a:rPr>
              <a:t> </a:t>
            </a:r>
            <a:r>
              <a:rPr lang="da-DK" sz="2400" dirty="0" err="1">
                <a:latin typeface="Courier New"/>
                <a:cs typeface="Courier New"/>
              </a:rPr>
              <a:t>External</a:t>
            </a:r>
            <a:endParaRPr lang="da-DK" sz="2400" dirty="0">
              <a:latin typeface="Courier New"/>
              <a:cs typeface="Courier New"/>
            </a:endParaRPr>
          </a:p>
          <a:p>
            <a:pPr marL="12700">
              <a:lnSpc>
                <a:spcPct val="100000"/>
              </a:lnSpc>
              <a:spcBef>
                <a:spcPts val="125"/>
              </a:spcBef>
            </a:pPr>
            <a:endParaRPr sz="2400" dirty="0">
              <a:latin typeface="Courier New"/>
              <a:cs typeface="Courier New"/>
            </a:endParaRPr>
          </a:p>
          <a:p>
            <a:pPr marL="12700">
              <a:lnSpc>
                <a:spcPct val="100000"/>
              </a:lnSpc>
              <a:spcBef>
                <a:spcPts val="730"/>
              </a:spcBef>
            </a:pPr>
            <a:r>
              <a:rPr lang="da-DK" sz="2800" dirty="0">
                <a:latin typeface="Aptos (Body)"/>
              </a:rPr>
              <a:t>More </a:t>
            </a:r>
            <a:r>
              <a:rPr lang="da-DK" sz="2800" dirty="0" err="1">
                <a:latin typeface="Aptos (Body)"/>
              </a:rPr>
              <a:t>specific</a:t>
            </a:r>
            <a:r>
              <a:rPr lang="da-DK" sz="2800" dirty="0">
                <a:latin typeface="Aptos (Body)"/>
              </a:rPr>
              <a:t> </a:t>
            </a:r>
            <a:r>
              <a:rPr lang="da-DK" sz="2800" dirty="0" err="1">
                <a:latin typeface="Aptos (Body)"/>
              </a:rPr>
              <a:t>selectors</a:t>
            </a:r>
            <a:r>
              <a:rPr lang="da-DK" sz="2800" dirty="0">
                <a:latin typeface="Aptos (Body)"/>
              </a:rPr>
              <a:t> over </a:t>
            </a:r>
            <a:r>
              <a:rPr lang="da-DK" sz="2800" dirty="0" err="1">
                <a:latin typeface="Aptos (Body)"/>
              </a:rPr>
              <a:t>less</a:t>
            </a:r>
            <a:r>
              <a:rPr lang="da-DK" sz="2800" dirty="0">
                <a:latin typeface="Aptos (Body)"/>
              </a:rPr>
              <a:t> </a:t>
            </a:r>
            <a:r>
              <a:rPr lang="da-DK" sz="2800" dirty="0" err="1">
                <a:latin typeface="Aptos (Body)"/>
              </a:rPr>
              <a:t>specific</a:t>
            </a:r>
            <a:endParaRPr lang="da-DK" sz="2800" dirty="0">
              <a:latin typeface="Aptos (Body)"/>
              <a:cs typeface="Courier New"/>
            </a:endParaRPr>
          </a:p>
          <a:p>
            <a:pPr marL="12700">
              <a:lnSpc>
                <a:spcPct val="100000"/>
              </a:lnSpc>
              <a:spcBef>
                <a:spcPts val="730"/>
              </a:spcBef>
            </a:pPr>
            <a:r>
              <a:rPr sz="2400" spc="-85" dirty="0">
                <a:latin typeface="Courier New"/>
                <a:cs typeface="Courier New"/>
              </a:rPr>
              <a:t> </a:t>
            </a:r>
            <a:r>
              <a:rPr lang="da-DK" sz="2400" spc="-85" dirty="0">
                <a:latin typeface="Courier New"/>
                <a:cs typeface="Courier New"/>
              </a:rPr>
              <a:t>	p</a:t>
            </a:r>
            <a:r>
              <a:rPr sz="2400" spc="-10" dirty="0">
                <a:latin typeface="Courier New"/>
                <a:cs typeface="Courier New"/>
              </a:rPr>
              <a:t>{</a:t>
            </a:r>
            <a:r>
              <a:rPr lang="da-DK" sz="2400" spc="-10" dirty="0">
                <a:latin typeface="Courier New"/>
                <a:cs typeface="Courier New"/>
              </a:rPr>
              <a:t>….</a:t>
            </a:r>
            <a:r>
              <a:rPr lang="da-DK" sz="2400" spc="-70" dirty="0">
                <a:latin typeface="Courier New"/>
                <a:cs typeface="Courier New"/>
              </a:rPr>
              <a:t> </a:t>
            </a:r>
            <a:r>
              <a:rPr lang="da-DK" sz="2400" spc="-10" dirty="0">
                <a:latin typeface="Courier New"/>
                <a:cs typeface="Courier New"/>
              </a:rPr>
              <a:t>}&lt; </a:t>
            </a:r>
            <a:r>
              <a:rPr lang="da-DK" sz="2400" spc="-10" dirty="0" err="1">
                <a:latin typeface="Courier New"/>
                <a:cs typeface="Courier New"/>
              </a:rPr>
              <a:t>p.bold</a:t>
            </a:r>
            <a:endParaRPr lang="da-DK" sz="2400" spc="-10" dirty="0">
              <a:latin typeface="Courier New"/>
              <a:cs typeface="Courier New"/>
            </a:endParaRPr>
          </a:p>
          <a:p>
            <a:pPr marL="12700">
              <a:lnSpc>
                <a:spcPct val="100000"/>
              </a:lnSpc>
              <a:spcBef>
                <a:spcPts val="730"/>
              </a:spcBef>
            </a:pPr>
            <a:endParaRPr sz="2400" dirty="0">
              <a:latin typeface="Courier New"/>
              <a:cs typeface="Courier New"/>
            </a:endParaRPr>
          </a:p>
          <a:p>
            <a:pPr marL="212725">
              <a:lnSpc>
                <a:spcPct val="100000"/>
              </a:lnSpc>
              <a:spcBef>
                <a:spcPts val="750"/>
              </a:spcBef>
            </a:pPr>
            <a:r>
              <a:rPr lang="da-DK" sz="2800" dirty="0" err="1"/>
              <a:t>Latest</a:t>
            </a:r>
            <a:r>
              <a:rPr lang="da-DK" sz="2800" dirty="0"/>
              <a:t> </a:t>
            </a:r>
            <a:r>
              <a:rPr lang="da-DK" sz="2800" dirty="0" err="1"/>
              <a:t>rule</a:t>
            </a:r>
            <a:r>
              <a:rPr lang="da-DK" sz="2800" dirty="0"/>
              <a:t> </a:t>
            </a:r>
            <a:r>
              <a:rPr lang="da-DK" sz="2800" dirty="0" err="1"/>
              <a:t>win</a:t>
            </a:r>
            <a:r>
              <a:rPr lang="da-DK" sz="2800" dirty="0"/>
              <a:t> (</a:t>
            </a:r>
            <a:r>
              <a:rPr lang="da-DK" sz="2800" dirty="0" err="1"/>
              <a:t>if</a:t>
            </a:r>
            <a:r>
              <a:rPr lang="da-DK" sz="2800" dirty="0"/>
              <a:t> </a:t>
            </a:r>
            <a:r>
              <a:rPr lang="da-DK" sz="2800" dirty="0" err="1"/>
              <a:t>equal</a:t>
            </a:r>
            <a:r>
              <a:rPr lang="da-DK" sz="2800" dirty="0"/>
              <a:t> </a:t>
            </a:r>
            <a:r>
              <a:rPr lang="da-DK" sz="2800" dirty="0" err="1"/>
              <a:t>specificity</a:t>
            </a:r>
            <a:r>
              <a:rPr lang="da-DK" sz="2800" dirty="0"/>
              <a:t>) </a:t>
            </a:r>
          </a:p>
          <a:p>
            <a:pPr marL="212725">
              <a:lnSpc>
                <a:spcPct val="100000"/>
              </a:lnSpc>
              <a:spcBef>
                <a:spcPts val="750"/>
              </a:spcBef>
            </a:pPr>
            <a:r>
              <a:rPr lang="da-DK" sz="2400" spc="-20" dirty="0">
                <a:latin typeface="Courier New"/>
                <a:cs typeface="Courier New"/>
              </a:rPr>
              <a:t>	!</a:t>
            </a:r>
            <a:r>
              <a:rPr lang="da-DK" sz="2400" spc="-20" dirty="0" err="1">
                <a:latin typeface="Courier New"/>
                <a:cs typeface="Courier New"/>
              </a:rPr>
              <a:t>important</a:t>
            </a:r>
            <a:r>
              <a:rPr lang="da-DK" sz="2400" dirty="0">
                <a:latin typeface="Courier New"/>
                <a:cs typeface="Courier New"/>
              </a:rPr>
              <a:t> </a:t>
            </a:r>
            <a:r>
              <a:rPr sz="2750" dirty="0">
                <a:latin typeface="Aptos (Body)"/>
                <a:cs typeface="Gill Sans MT"/>
              </a:rPr>
              <a:t>A</a:t>
            </a:r>
            <a:r>
              <a:rPr lang="da-DK" sz="2750" dirty="0" err="1">
                <a:latin typeface="Aptos (Body)"/>
                <a:cs typeface="Gill Sans MT"/>
              </a:rPr>
              <a:t>lways</a:t>
            </a:r>
            <a:r>
              <a:rPr lang="da-DK" sz="2750" dirty="0">
                <a:latin typeface="Aptos (Body)"/>
                <a:cs typeface="Gill Sans MT"/>
              </a:rPr>
              <a:t> </a:t>
            </a:r>
            <a:r>
              <a:rPr lang="da-DK" sz="2750" dirty="0" err="1">
                <a:latin typeface="Aptos (Body)"/>
                <a:cs typeface="Gill Sans MT"/>
              </a:rPr>
              <a:t>takes</a:t>
            </a:r>
            <a:r>
              <a:rPr lang="da-DK" sz="2750" dirty="0">
                <a:latin typeface="Aptos (Body)"/>
                <a:cs typeface="Gill Sans MT"/>
              </a:rPr>
              <a:t> </a:t>
            </a:r>
            <a:r>
              <a:rPr lang="da-DK" sz="2750" dirty="0" err="1">
                <a:latin typeface="Aptos (Body)"/>
                <a:cs typeface="Gill Sans MT"/>
              </a:rPr>
              <a:t>precedence</a:t>
            </a:r>
            <a:endParaRPr sz="2750" dirty="0">
              <a:latin typeface="Aptos (Body)"/>
              <a:cs typeface="Gill Sans MT"/>
            </a:endParaRPr>
          </a:p>
        </p:txBody>
      </p:sp>
    </p:spTree>
    <p:extLst>
      <p:ext uri="{BB962C8B-B14F-4D97-AF65-F5344CB8AC3E}">
        <p14:creationId xmlns:p14="http://schemas.microsoft.com/office/powerpoint/2010/main" val="38468339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504D-EAC7-B1C9-F007-E5B983CC6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EB0C8-97D3-360F-D6B7-1985C3E5708B}"/>
              </a:ext>
            </a:extLst>
          </p:cNvPr>
          <p:cNvSpPr>
            <a:spLocks noGrp="1"/>
          </p:cNvSpPr>
          <p:nvPr>
            <p:ph type="title"/>
          </p:nvPr>
        </p:nvSpPr>
        <p:spPr/>
        <p:txBody>
          <a:bodyPr/>
          <a:lstStyle/>
          <a:p>
            <a:r>
              <a:rPr lang="da-DK" dirty="0" err="1"/>
              <a:t>Add</a:t>
            </a:r>
            <a:r>
              <a:rPr lang="da-DK" dirty="0"/>
              <a:t> CSS</a:t>
            </a:r>
          </a:p>
        </p:txBody>
      </p:sp>
      <p:sp>
        <p:nvSpPr>
          <p:cNvPr id="7" name="Content Placeholder 6">
            <a:extLst>
              <a:ext uri="{FF2B5EF4-FFF2-40B4-BE49-F238E27FC236}">
                <a16:creationId xmlns:a16="http://schemas.microsoft.com/office/drawing/2014/main" id="{BF68360A-3899-22F5-F238-94B3507B35B6}"/>
              </a:ext>
            </a:extLst>
          </p:cNvPr>
          <p:cNvSpPr>
            <a:spLocks noGrp="1"/>
          </p:cNvSpPr>
          <p:nvPr>
            <p:ph idx="1"/>
          </p:nvPr>
        </p:nvSpPr>
        <p:spPr/>
        <p:txBody>
          <a:bodyPr/>
          <a:lstStyle/>
          <a:p>
            <a:pPr marL="0" indent="0">
              <a:buNone/>
            </a:pPr>
            <a:r>
              <a:rPr lang="da-DK" dirty="0"/>
              <a:t> </a:t>
            </a:r>
          </a:p>
        </p:txBody>
      </p:sp>
      <p:graphicFrame>
        <p:nvGraphicFramePr>
          <p:cNvPr id="4" name="Text Placeholder 2">
            <a:extLst>
              <a:ext uri="{FF2B5EF4-FFF2-40B4-BE49-F238E27FC236}">
                <a16:creationId xmlns:a16="http://schemas.microsoft.com/office/drawing/2014/main" id="{9B6553B8-336A-6FEB-4045-AE4028EE94BF}"/>
              </a:ext>
            </a:extLst>
          </p:cNvPr>
          <p:cNvGraphicFramePr/>
          <p:nvPr>
            <p:extLst>
              <p:ext uri="{D42A27DB-BD31-4B8C-83A1-F6EECF244321}">
                <p14:modId xmlns:p14="http://schemas.microsoft.com/office/powerpoint/2010/main" val="2127657968"/>
              </p:ext>
            </p:extLst>
          </p:nvPr>
        </p:nvGraphicFramePr>
        <p:xfrm>
          <a:off x="767881" y="1825625"/>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03924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363C0-0EEF-DEA4-0F70-9DB13BC81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4E776-D5FE-CBF7-51B0-E3BFEEB1AF05}"/>
              </a:ext>
            </a:extLst>
          </p:cNvPr>
          <p:cNvSpPr>
            <a:spLocks noGrp="1"/>
          </p:cNvSpPr>
          <p:nvPr>
            <p:ph type="title"/>
          </p:nvPr>
        </p:nvSpPr>
        <p:spPr/>
        <p:txBody>
          <a:bodyPr/>
          <a:lstStyle/>
          <a:p>
            <a:r>
              <a:rPr lang="da-DK" dirty="0" err="1"/>
              <a:t>External</a:t>
            </a:r>
            <a:r>
              <a:rPr lang="da-DK" dirty="0"/>
              <a:t> CSS</a:t>
            </a:r>
          </a:p>
        </p:txBody>
      </p:sp>
      <p:sp>
        <p:nvSpPr>
          <p:cNvPr id="7" name="Content Placeholder 6">
            <a:extLst>
              <a:ext uri="{FF2B5EF4-FFF2-40B4-BE49-F238E27FC236}">
                <a16:creationId xmlns:a16="http://schemas.microsoft.com/office/drawing/2014/main" id="{413B09C2-FD46-9D6A-78A1-62CFF72DFAC6}"/>
              </a:ext>
            </a:extLst>
          </p:cNvPr>
          <p:cNvSpPr>
            <a:spLocks noGrp="1"/>
          </p:cNvSpPr>
          <p:nvPr>
            <p:ph idx="1"/>
          </p:nvPr>
        </p:nvSpPr>
        <p:spPr/>
        <p:txBody>
          <a:bodyPr/>
          <a:lstStyle/>
          <a:p>
            <a:pPr marL="0" indent="0">
              <a:buNone/>
            </a:pPr>
            <a:r>
              <a:rPr lang="da-DK" dirty="0"/>
              <a:t> </a:t>
            </a:r>
          </a:p>
        </p:txBody>
      </p:sp>
      <p:graphicFrame>
        <p:nvGraphicFramePr>
          <p:cNvPr id="5" name="Text Placeholder 2">
            <a:extLst>
              <a:ext uri="{FF2B5EF4-FFF2-40B4-BE49-F238E27FC236}">
                <a16:creationId xmlns:a16="http://schemas.microsoft.com/office/drawing/2014/main" id="{077871FD-7022-A0BF-199C-C89470019AB9}"/>
              </a:ext>
            </a:extLst>
          </p:cNvPr>
          <p:cNvGraphicFramePr/>
          <p:nvPr>
            <p:extLst>
              <p:ext uri="{D42A27DB-BD31-4B8C-83A1-F6EECF244321}">
                <p14:modId xmlns:p14="http://schemas.microsoft.com/office/powerpoint/2010/main" val="2894089518"/>
              </p:ext>
            </p:extLst>
          </p:nvPr>
        </p:nvGraphicFramePr>
        <p:xfrm>
          <a:off x="838200" y="1159148"/>
          <a:ext cx="9826625" cy="22698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EEC090C7-3234-6C36-9550-98F346F72765}"/>
              </a:ext>
            </a:extLst>
          </p:cNvPr>
          <p:cNvSpPr txBox="1"/>
          <p:nvPr/>
        </p:nvSpPr>
        <p:spPr>
          <a:xfrm>
            <a:off x="838200" y="3200400"/>
            <a:ext cx="5078780" cy="3416320"/>
          </a:xfrm>
          <a:prstGeom prst="rect">
            <a:avLst/>
          </a:prstGeom>
          <a:solidFill>
            <a:schemeClr val="accent2">
              <a:lumMod val="60000"/>
              <a:lumOff val="40000"/>
            </a:schemeClr>
          </a:solidFill>
        </p:spPr>
        <p:txBody>
          <a:bodyPr wrap="square">
            <a:spAutoFit/>
          </a:bodyPr>
          <a:lstStyle/>
          <a:p>
            <a:r>
              <a:rPr lang="en-US" dirty="0"/>
              <a:t>&lt;!DOCTYPE html&gt;</a:t>
            </a:r>
          </a:p>
          <a:p>
            <a:r>
              <a:rPr lang="en-US" dirty="0"/>
              <a:t>&lt;html&gt;</a:t>
            </a:r>
          </a:p>
          <a:p>
            <a:r>
              <a:rPr lang="en-US" dirty="0"/>
              <a:t>&lt;head&gt;</a:t>
            </a:r>
          </a:p>
          <a:p>
            <a:r>
              <a:rPr lang="en-US" dirty="0"/>
              <a:t>&lt;link </a:t>
            </a:r>
            <a:r>
              <a:rPr lang="en-US" dirty="0" err="1"/>
              <a:t>rel</a:t>
            </a:r>
            <a:r>
              <a:rPr lang="en-US" dirty="0"/>
              <a:t>="stylesheet" </a:t>
            </a:r>
            <a:r>
              <a:rPr lang="en-US" dirty="0" err="1"/>
              <a:t>href</a:t>
            </a:r>
            <a:r>
              <a:rPr lang="en-US" dirty="0"/>
              <a:t>="mystyle.css"&gt;</a:t>
            </a:r>
          </a:p>
          <a:p>
            <a:r>
              <a:rPr lang="en-US" dirty="0"/>
              <a:t>&lt;/head&gt;</a:t>
            </a:r>
          </a:p>
          <a:p>
            <a:r>
              <a:rPr lang="en-US" dirty="0"/>
              <a:t>&lt;body&gt;</a:t>
            </a:r>
          </a:p>
          <a:p>
            <a:endParaRPr lang="en-US" dirty="0"/>
          </a:p>
          <a:p>
            <a:r>
              <a:rPr lang="en-US" dirty="0"/>
              <a:t>&lt;h1&gt;This is my heading&lt;/h1&gt;</a:t>
            </a:r>
          </a:p>
          <a:p>
            <a:r>
              <a:rPr lang="en-US" dirty="0"/>
              <a:t>&lt;p&gt;This is my paragraph.&lt;/p&gt;</a:t>
            </a:r>
          </a:p>
          <a:p>
            <a:endParaRPr lang="en-US" dirty="0"/>
          </a:p>
          <a:p>
            <a:r>
              <a:rPr lang="en-US" dirty="0"/>
              <a:t>&lt;/body&gt;</a:t>
            </a:r>
          </a:p>
          <a:p>
            <a:r>
              <a:rPr lang="en-US" dirty="0"/>
              <a:t>&lt;/html&gt;</a:t>
            </a:r>
          </a:p>
        </p:txBody>
      </p:sp>
      <p:pic>
        <p:nvPicPr>
          <p:cNvPr id="8" name="Picture 7">
            <a:extLst>
              <a:ext uri="{FF2B5EF4-FFF2-40B4-BE49-F238E27FC236}">
                <a16:creationId xmlns:a16="http://schemas.microsoft.com/office/drawing/2014/main" id="{64163FE5-49A2-6724-451B-044D4BD526D6}"/>
              </a:ext>
            </a:extLst>
          </p:cNvPr>
          <p:cNvPicPr>
            <a:picLocks noChangeAspect="1"/>
          </p:cNvPicPr>
          <p:nvPr/>
        </p:nvPicPr>
        <p:blipFill rotWithShape="1">
          <a:blip r:embed="rId7"/>
          <a:srcRect b="36025"/>
          <a:stretch/>
        </p:blipFill>
        <p:spPr>
          <a:xfrm>
            <a:off x="6454285" y="3162300"/>
            <a:ext cx="4118326" cy="1354218"/>
          </a:xfrm>
          <a:prstGeom prst="rect">
            <a:avLst/>
          </a:prstGeom>
        </p:spPr>
      </p:pic>
      <p:sp useBgFill="1">
        <p:nvSpPr>
          <p:cNvPr id="9" name="TextBox 8">
            <a:extLst>
              <a:ext uri="{FF2B5EF4-FFF2-40B4-BE49-F238E27FC236}">
                <a16:creationId xmlns:a16="http://schemas.microsoft.com/office/drawing/2014/main" id="{40712372-C6FD-2C06-9286-31C6EF7873D6}"/>
              </a:ext>
            </a:extLst>
          </p:cNvPr>
          <p:cNvSpPr txBox="1"/>
          <p:nvPr/>
        </p:nvSpPr>
        <p:spPr>
          <a:xfrm>
            <a:off x="6371264" y="4551344"/>
            <a:ext cx="4284367" cy="2031325"/>
          </a:xfrm>
          <a:prstGeom prst="rect">
            <a:avLst/>
          </a:prstGeom>
          <a:ln w="19050">
            <a:solidFill>
              <a:schemeClr val="accent1">
                <a:lumMod val="75000"/>
              </a:schemeClr>
            </a:solidFill>
          </a:ln>
        </p:spPr>
        <p:txBody>
          <a:bodyPr wrap="square">
            <a:spAutoFit/>
          </a:bodyPr>
          <a:lstStyle/>
          <a:p>
            <a:r>
              <a:rPr lang="en-US" b="0" i="0" dirty="0">
                <a:solidFill>
                  <a:srgbClr val="A52A2A"/>
                </a:solidFill>
                <a:effectLst/>
                <a:highlight>
                  <a:srgbClr val="FFFFFF"/>
                </a:highlight>
                <a:latin typeface="Consolas" panose="020B0609020204030204" pitchFamily="49" charset="0"/>
              </a:rPr>
              <a:t>body </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background-color</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a:t>
            </a:r>
            <a:r>
              <a:rPr lang="en-US" b="0" i="0" dirty="0" err="1">
                <a:solidFill>
                  <a:srgbClr val="0000CD"/>
                </a:solidFill>
                <a:effectLst/>
                <a:highlight>
                  <a:srgbClr val="FFFFFF"/>
                </a:highlight>
                <a:latin typeface="Consolas" panose="020B0609020204030204" pitchFamily="49" charset="0"/>
              </a:rPr>
              <a:t>lightblue</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A52A2A"/>
                </a:solidFill>
                <a:effectLst/>
                <a:highlight>
                  <a:srgbClr val="FFFFFF"/>
                </a:highlight>
                <a:latin typeface="Consolas" panose="020B0609020204030204" pitchFamily="49" charset="0"/>
              </a:rPr>
              <a:t>h1 </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color</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navy</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margin-left</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20px</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endParaRPr lang="en-US" dirty="0"/>
          </a:p>
        </p:txBody>
      </p:sp>
    </p:spTree>
    <p:extLst>
      <p:ext uri="{BB962C8B-B14F-4D97-AF65-F5344CB8AC3E}">
        <p14:creationId xmlns:p14="http://schemas.microsoft.com/office/powerpoint/2010/main" val="138212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F1926-FDE9-E280-544B-8D238E7B2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74615-2425-63F3-E0F8-4FCEF15D8457}"/>
              </a:ext>
            </a:extLst>
          </p:cNvPr>
          <p:cNvSpPr>
            <a:spLocks noGrp="1"/>
          </p:cNvSpPr>
          <p:nvPr>
            <p:ph type="title"/>
          </p:nvPr>
        </p:nvSpPr>
        <p:spPr/>
        <p:txBody>
          <a:bodyPr/>
          <a:lstStyle/>
          <a:p>
            <a:r>
              <a:rPr lang="da-DK" dirty="0" err="1"/>
              <a:t>Internal</a:t>
            </a:r>
            <a:r>
              <a:rPr lang="da-DK" dirty="0"/>
              <a:t> CSS</a:t>
            </a:r>
          </a:p>
        </p:txBody>
      </p:sp>
      <p:sp>
        <p:nvSpPr>
          <p:cNvPr id="7" name="Content Placeholder 6">
            <a:extLst>
              <a:ext uri="{FF2B5EF4-FFF2-40B4-BE49-F238E27FC236}">
                <a16:creationId xmlns:a16="http://schemas.microsoft.com/office/drawing/2014/main" id="{802C7D92-550E-0CE6-F28A-21B610405D18}"/>
              </a:ext>
            </a:extLst>
          </p:cNvPr>
          <p:cNvSpPr>
            <a:spLocks noGrp="1"/>
          </p:cNvSpPr>
          <p:nvPr>
            <p:ph idx="1"/>
          </p:nvPr>
        </p:nvSpPr>
        <p:spPr/>
        <p:txBody>
          <a:bodyPr/>
          <a:lstStyle/>
          <a:p>
            <a:pPr marL="0" indent="0">
              <a:buNone/>
            </a:pPr>
            <a:r>
              <a:rPr lang="da-DK" dirty="0"/>
              <a:t> </a:t>
            </a:r>
          </a:p>
        </p:txBody>
      </p:sp>
      <p:graphicFrame>
        <p:nvGraphicFramePr>
          <p:cNvPr id="5" name="Text Placeholder 2">
            <a:extLst>
              <a:ext uri="{FF2B5EF4-FFF2-40B4-BE49-F238E27FC236}">
                <a16:creationId xmlns:a16="http://schemas.microsoft.com/office/drawing/2014/main" id="{149E6591-31F4-FBE5-3620-BB06E514EA9C}"/>
              </a:ext>
            </a:extLst>
          </p:cNvPr>
          <p:cNvGraphicFramePr/>
          <p:nvPr>
            <p:extLst>
              <p:ext uri="{D42A27DB-BD31-4B8C-83A1-F6EECF244321}">
                <p14:modId xmlns:p14="http://schemas.microsoft.com/office/powerpoint/2010/main" val="3092481310"/>
              </p:ext>
            </p:extLst>
          </p:nvPr>
        </p:nvGraphicFramePr>
        <p:xfrm>
          <a:off x="838200" y="1159148"/>
          <a:ext cx="9826625" cy="22698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BD6C98BB-040A-591D-94EF-6075231689E8}"/>
              </a:ext>
            </a:extLst>
          </p:cNvPr>
          <p:cNvSpPr txBox="1"/>
          <p:nvPr/>
        </p:nvSpPr>
        <p:spPr>
          <a:xfrm>
            <a:off x="838200" y="3110448"/>
            <a:ext cx="5429250" cy="3785652"/>
          </a:xfrm>
          <a:prstGeom prst="rect">
            <a:avLst/>
          </a:prstGeom>
          <a:solidFill>
            <a:schemeClr val="accent2">
              <a:lumMod val="60000"/>
              <a:lumOff val="40000"/>
            </a:schemeClr>
          </a:solidFill>
        </p:spPr>
        <p:txBody>
          <a:bodyPr wrap="square">
            <a:spAutoFit/>
          </a:bodyPr>
          <a:lstStyle/>
          <a:p>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!DOCTYPE</a:t>
            </a:r>
            <a:r>
              <a:rPr lang="en-US" sz="1600" b="0" i="0" dirty="0">
                <a:solidFill>
                  <a:srgbClr val="FF0000"/>
                </a:solidFill>
                <a:effectLst/>
                <a:latin typeface="Consolas" panose="020B0609020204030204" pitchFamily="49" charset="0"/>
              </a:rPr>
              <a:t> html</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html</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head</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style</a:t>
            </a:r>
            <a:r>
              <a:rPr lang="en-US" sz="1600" b="0" i="0" dirty="0">
                <a:solidFill>
                  <a:srgbClr val="0000CD"/>
                </a:solidFill>
                <a:effectLst/>
                <a:latin typeface="Consolas" panose="020B0609020204030204" pitchFamily="49" charset="0"/>
              </a:rPr>
              <a:t>&gt;</a:t>
            </a:r>
            <a:br>
              <a:rPr lang="en-US" sz="1600" b="0" i="0" dirty="0">
                <a:solidFill>
                  <a:srgbClr val="A52A2A"/>
                </a:solidFill>
                <a:effectLst/>
                <a:latin typeface="Consolas" panose="020B0609020204030204" pitchFamily="49" charset="0"/>
              </a:rPr>
            </a:br>
            <a:r>
              <a:rPr lang="en-US" sz="1600" b="0" i="0" dirty="0">
                <a:solidFill>
                  <a:srgbClr val="A52A2A"/>
                </a:solidFill>
                <a:effectLst/>
                <a:latin typeface="Consolas" panose="020B0609020204030204" pitchFamily="49" charset="0"/>
              </a:rPr>
              <a:t>h1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maroon</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margin-left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40px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br>
              <a:rPr lang="en-US" sz="1600" b="0" i="0" dirty="0">
                <a:solidFill>
                  <a:srgbClr val="A52A2A"/>
                </a:solidFill>
                <a:effectLst/>
                <a:latin typeface="Consolas" panose="020B0609020204030204" pitchFamily="49" charset="0"/>
              </a:rPr>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/style</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/head</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body</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h1</a:t>
            </a:r>
            <a:r>
              <a:rPr lang="en-US" sz="1600" b="0" i="0" dirty="0">
                <a:solidFill>
                  <a:srgbClr val="0000CD"/>
                </a:solidFill>
                <a:effectLst/>
                <a:latin typeface="Consolas" panose="020B0609020204030204" pitchFamily="49" charset="0"/>
              </a:rPr>
              <a:t>&gt;</a:t>
            </a:r>
            <a:r>
              <a:rPr lang="en-US" sz="1600" dirty="0">
                <a:solidFill>
                  <a:srgbClr val="A52A2A"/>
                </a:solidFill>
                <a:latin typeface="Consolas" panose="020B0609020204030204" pitchFamily="49" charset="0"/>
              </a:rPr>
              <a:t>This is a heading&lt;/h1&gt;</a:t>
            </a:r>
            <a:br>
              <a:rPr lang="en-US" sz="1600" dirty="0">
                <a:solidFill>
                  <a:srgbClr val="A52A2A"/>
                </a:solidFill>
                <a:latin typeface="Consolas" panose="020B0609020204030204" pitchFamily="49" charset="0"/>
              </a:rPr>
            </a:br>
            <a:r>
              <a:rPr lang="en-US" sz="1600" dirty="0">
                <a:solidFill>
                  <a:srgbClr val="A52A2A"/>
                </a:solidFill>
                <a:latin typeface="Consolas" panose="020B0609020204030204" pitchFamily="49" charset="0"/>
              </a:rPr>
              <a:t>&lt;p&gt;This is a paragraph.&lt;/p&gt;</a:t>
            </a:r>
            <a:br>
              <a:rPr lang="en-US" sz="1600" dirty="0">
                <a:solidFill>
                  <a:srgbClr val="A52A2A"/>
                </a:solidFill>
                <a:latin typeface="Consolas" panose="020B0609020204030204" pitchFamily="49" charset="0"/>
              </a:rPr>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/body</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/html</a:t>
            </a:r>
            <a:r>
              <a:rPr lang="en-US" sz="1600" b="0" i="0" dirty="0">
                <a:solidFill>
                  <a:srgbClr val="0000CD"/>
                </a:solidFill>
                <a:effectLst/>
                <a:latin typeface="Consolas" panose="020B0609020204030204" pitchFamily="49" charset="0"/>
              </a:rPr>
              <a:t>&gt;</a:t>
            </a:r>
            <a:endParaRPr lang="en-US" sz="1600" dirty="0"/>
          </a:p>
        </p:txBody>
      </p:sp>
      <p:pic>
        <p:nvPicPr>
          <p:cNvPr id="4" name="Picture 3">
            <a:extLst>
              <a:ext uri="{FF2B5EF4-FFF2-40B4-BE49-F238E27FC236}">
                <a16:creationId xmlns:a16="http://schemas.microsoft.com/office/drawing/2014/main" id="{F0588412-D909-E097-48CB-7979A4767CDE}"/>
              </a:ext>
            </a:extLst>
          </p:cNvPr>
          <p:cNvPicPr>
            <a:picLocks noChangeAspect="1"/>
          </p:cNvPicPr>
          <p:nvPr/>
        </p:nvPicPr>
        <p:blipFill>
          <a:blip r:embed="rId7"/>
          <a:stretch>
            <a:fillRect/>
          </a:stretch>
        </p:blipFill>
        <p:spPr>
          <a:xfrm>
            <a:off x="6556173" y="3563937"/>
            <a:ext cx="4797627" cy="1744591"/>
          </a:xfrm>
          <a:prstGeom prst="rect">
            <a:avLst/>
          </a:prstGeom>
        </p:spPr>
      </p:pic>
    </p:spTree>
    <p:extLst>
      <p:ext uri="{BB962C8B-B14F-4D97-AF65-F5344CB8AC3E}">
        <p14:creationId xmlns:p14="http://schemas.microsoft.com/office/powerpoint/2010/main" val="354396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3E91-6373-6B33-B1F0-541607B61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E3FEC-434B-0350-DAE0-0FCBFCF72D0E}"/>
              </a:ext>
            </a:extLst>
          </p:cNvPr>
          <p:cNvSpPr>
            <a:spLocks noGrp="1"/>
          </p:cNvSpPr>
          <p:nvPr>
            <p:ph type="title"/>
          </p:nvPr>
        </p:nvSpPr>
        <p:spPr/>
        <p:txBody>
          <a:bodyPr/>
          <a:lstStyle/>
          <a:p>
            <a:r>
              <a:rPr lang="da-DK" dirty="0" err="1"/>
              <a:t>Inline</a:t>
            </a:r>
            <a:r>
              <a:rPr lang="da-DK" dirty="0"/>
              <a:t> CSS</a:t>
            </a:r>
          </a:p>
        </p:txBody>
      </p:sp>
      <p:sp>
        <p:nvSpPr>
          <p:cNvPr id="7" name="Content Placeholder 6">
            <a:extLst>
              <a:ext uri="{FF2B5EF4-FFF2-40B4-BE49-F238E27FC236}">
                <a16:creationId xmlns:a16="http://schemas.microsoft.com/office/drawing/2014/main" id="{0ADA0113-CA61-5281-43D7-F8ED461BD41B}"/>
              </a:ext>
            </a:extLst>
          </p:cNvPr>
          <p:cNvSpPr>
            <a:spLocks noGrp="1"/>
          </p:cNvSpPr>
          <p:nvPr>
            <p:ph idx="1"/>
          </p:nvPr>
        </p:nvSpPr>
        <p:spPr/>
        <p:txBody>
          <a:bodyPr/>
          <a:lstStyle/>
          <a:p>
            <a:pPr marL="0" indent="0">
              <a:buNone/>
            </a:pPr>
            <a:r>
              <a:rPr lang="da-DK" dirty="0"/>
              <a:t> </a:t>
            </a:r>
          </a:p>
        </p:txBody>
      </p:sp>
      <p:graphicFrame>
        <p:nvGraphicFramePr>
          <p:cNvPr id="5" name="Text Placeholder 2">
            <a:extLst>
              <a:ext uri="{FF2B5EF4-FFF2-40B4-BE49-F238E27FC236}">
                <a16:creationId xmlns:a16="http://schemas.microsoft.com/office/drawing/2014/main" id="{6E5D9303-013F-0598-4991-26FD121E7526}"/>
              </a:ext>
            </a:extLst>
          </p:cNvPr>
          <p:cNvGraphicFramePr/>
          <p:nvPr>
            <p:extLst>
              <p:ext uri="{D42A27DB-BD31-4B8C-83A1-F6EECF244321}">
                <p14:modId xmlns:p14="http://schemas.microsoft.com/office/powerpoint/2010/main" val="4068240302"/>
              </p:ext>
            </p:extLst>
          </p:nvPr>
        </p:nvGraphicFramePr>
        <p:xfrm>
          <a:off x="838200" y="1159148"/>
          <a:ext cx="9826625" cy="22698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4DC8D1C-68D3-B71B-698E-FB6C4877B962}"/>
              </a:ext>
            </a:extLst>
          </p:cNvPr>
          <p:cNvSpPr txBox="1"/>
          <p:nvPr/>
        </p:nvSpPr>
        <p:spPr>
          <a:xfrm>
            <a:off x="762000" y="3480869"/>
            <a:ext cx="5486400" cy="2554545"/>
          </a:xfrm>
          <a:prstGeom prst="rect">
            <a:avLst/>
          </a:prstGeom>
          <a:solidFill>
            <a:schemeClr val="accent2">
              <a:lumMod val="60000"/>
              <a:lumOff val="40000"/>
            </a:schemeClr>
          </a:solidFill>
        </p:spPr>
        <p:txBody>
          <a:bodyPr wrap="square">
            <a:spAutoFit/>
          </a:bodyPr>
          <a:lstStyle/>
          <a:p>
            <a:r>
              <a:rPr lang="en-US" sz="1600" b="0" i="0" dirty="0">
                <a:solidFill>
                  <a:srgbClr val="0000CD"/>
                </a:solidFill>
                <a:effectLst/>
                <a:latin typeface="Consolas" panose="020B0609020204030204" pitchFamily="49" charset="0"/>
              </a:rPr>
              <a:t>&lt;!DOCTYPE html&gt;</a:t>
            </a:r>
          </a:p>
          <a:p>
            <a:r>
              <a:rPr lang="en-US" sz="1600" b="0" i="0" dirty="0">
                <a:solidFill>
                  <a:srgbClr val="0000CD"/>
                </a:solidFill>
                <a:effectLst/>
                <a:latin typeface="Consolas" panose="020B0609020204030204" pitchFamily="49" charset="0"/>
              </a:rPr>
              <a:t>&lt;html&gt;</a:t>
            </a:r>
          </a:p>
          <a:p>
            <a:r>
              <a:rPr lang="en-US" sz="1600" b="0" i="0" dirty="0">
                <a:solidFill>
                  <a:srgbClr val="0000CD"/>
                </a:solidFill>
                <a:effectLst/>
                <a:latin typeface="Consolas" panose="020B0609020204030204" pitchFamily="49" charset="0"/>
              </a:rPr>
              <a:t>&lt;body&gt;</a:t>
            </a:r>
          </a:p>
          <a:p>
            <a:endParaRPr lang="en-US" sz="1600" b="0" i="0" dirty="0">
              <a:solidFill>
                <a:srgbClr val="0000CD"/>
              </a:solidFill>
              <a:effectLst/>
              <a:latin typeface="Consolas" panose="020B0609020204030204" pitchFamily="49" charset="0"/>
            </a:endParaRPr>
          </a:p>
          <a:p>
            <a:r>
              <a:rPr lang="en-US" sz="1600" b="0" i="0" dirty="0">
                <a:solidFill>
                  <a:srgbClr val="0000CD"/>
                </a:solidFill>
                <a:effectLst/>
                <a:latin typeface="Consolas" panose="020B0609020204030204" pitchFamily="49" charset="0"/>
              </a:rPr>
              <a:t>&lt;h1 style="</a:t>
            </a:r>
            <a:r>
              <a:rPr lang="en-US" sz="1600" b="0" i="0" dirty="0" err="1">
                <a:solidFill>
                  <a:srgbClr val="0000CD"/>
                </a:solidFill>
                <a:effectLst/>
                <a:latin typeface="Consolas" panose="020B0609020204030204" pitchFamily="49" charset="0"/>
              </a:rPr>
              <a:t>color:blue;text-align:center</a:t>
            </a:r>
            <a:r>
              <a:rPr lang="en-US" sz="1600" b="0" i="0" dirty="0">
                <a:solidFill>
                  <a:srgbClr val="0000CD"/>
                </a:solidFill>
                <a:effectLst/>
                <a:latin typeface="Consolas" panose="020B0609020204030204" pitchFamily="49" charset="0"/>
              </a:rPr>
              <a:t>;"&gt;This is a heading&lt;/h1&gt;</a:t>
            </a:r>
          </a:p>
          <a:p>
            <a:r>
              <a:rPr lang="en-US" sz="1600" b="0" i="0" dirty="0">
                <a:solidFill>
                  <a:srgbClr val="0000CD"/>
                </a:solidFill>
                <a:effectLst/>
                <a:latin typeface="Consolas" panose="020B0609020204030204" pitchFamily="49" charset="0"/>
              </a:rPr>
              <a:t>&lt;p style="</a:t>
            </a:r>
            <a:r>
              <a:rPr lang="en-US" sz="1600" b="0" i="0" dirty="0" err="1">
                <a:solidFill>
                  <a:srgbClr val="0000CD"/>
                </a:solidFill>
                <a:effectLst/>
                <a:latin typeface="Consolas" panose="020B0609020204030204" pitchFamily="49" charset="0"/>
              </a:rPr>
              <a:t>color:red</a:t>
            </a:r>
            <a:r>
              <a:rPr lang="en-US" sz="1600" b="0" i="0" dirty="0">
                <a:solidFill>
                  <a:srgbClr val="0000CD"/>
                </a:solidFill>
                <a:effectLst/>
                <a:latin typeface="Consolas" panose="020B0609020204030204" pitchFamily="49" charset="0"/>
              </a:rPr>
              <a:t>;"&gt;This is a paragraph.&lt;/p&gt;</a:t>
            </a:r>
          </a:p>
          <a:p>
            <a:endParaRPr lang="en-US" sz="1600" b="0" i="0" dirty="0">
              <a:solidFill>
                <a:srgbClr val="0000CD"/>
              </a:solidFill>
              <a:effectLst/>
              <a:latin typeface="Consolas" panose="020B0609020204030204" pitchFamily="49" charset="0"/>
            </a:endParaRPr>
          </a:p>
          <a:p>
            <a:r>
              <a:rPr lang="en-US" sz="1600" b="0" i="0" dirty="0">
                <a:solidFill>
                  <a:srgbClr val="0000CD"/>
                </a:solidFill>
                <a:effectLst/>
                <a:latin typeface="Consolas" panose="020B0609020204030204" pitchFamily="49" charset="0"/>
              </a:rPr>
              <a:t>&lt;/body&gt;</a:t>
            </a:r>
          </a:p>
          <a:p>
            <a:r>
              <a:rPr lang="en-US" sz="1600" b="0" i="0" dirty="0">
                <a:solidFill>
                  <a:srgbClr val="0000CD"/>
                </a:solidFill>
                <a:effectLst/>
                <a:latin typeface="Consolas" panose="020B0609020204030204" pitchFamily="49" charset="0"/>
              </a:rPr>
              <a:t>&lt;/html&gt;</a:t>
            </a:r>
          </a:p>
        </p:txBody>
      </p:sp>
      <p:pic>
        <p:nvPicPr>
          <p:cNvPr id="8" name="Picture 7">
            <a:extLst>
              <a:ext uri="{FF2B5EF4-FFF2-40B4-BE49-F238E27FC236}">
                <a16:creationId xmlns:a16="http://schemas.microsoft.com/office/drawing/2014/main" id="{1821EDF2-5B2E-919D-0DF9-827F0277B9CB}"/>
              </a:ext>
            </a:extLst>
          </p:cNvPr>
          <p:cNvPicPr>
            <a:picLocks noChangeAspect="1"/>
          </p:cNvPicPr>
          <p:nvPr/>
        </p:nvPicPr>
        <p:blipFill>
          <a:blip r:embed="rId7"/>
          <a:stretch>
            <a:fillRect/>
          </a:stretch>
        </p:blipFill>
        <p:spPr>
          <a:xfrm>
            <a:off x="6697570" y="3835157"/>
            <a:ext cx="4732430" cy="967824"/>
          </a:xfrm>
          <a:prstGeom prst="rect">
            <a:avLst/>
          </a:prstGeom>
        </p:spPr>
      </p:pic>
    </p:spTree>
    <p:extLst>
      <p:ext uri="{BB962C8B-B14F-4D97-AF65-F5344CB8AC3E}">
        <p14:creationId xmlns:p14="http://schemas.microsoft.com/office/powerpoint/2010/main" val="284452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EC98A-BB8F-E0D4-7892-1B3EDA3F4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B3BD4-618C-7A1E-AAB3-C5387392AFD0}"/>
              </a:ext>
            </a:extLst>
          </p:cNvPr>
          <p:cNvSpPr>
            <a:spLocks noGrp="1"/>
          </p:cNvSpPr>
          <p:nvPr>
            <p:ph type="title"/>
          </p:nvPr>
        </p:nvSpPr>
        <p:spPr/>
        <p:txBody>
          <a:bodyPr/>
          <a:lstStyle/>
          <a:p>
            <a:r>
              <a:rPr lang="da-DK" spc="95" dirty="0"/>
              <a:t>CSS</a:t>
            </a:r>
            <a:r>
              <a:rPr lang="da-DK" spc="-140" dirty="0"/>
              <a:t> </a:t>
            </a:r>
            <a:r>
              <a:rPr lang="da-DK" dirty="0" err="1"/>
              <a:t>order</a:t>
            </a:r>
            <a:r>
              <a:rPr lang="da-DK" spc="-100" dirty="0"/>
              <a:t> </a:t>
            </a:r>
            <a:r>
              <a:rPr lang="da-DK" dirty="0"/>
              <a:t>of</a:t>
            </a:r>
            <a:r>
              <a:rPr lang="da-DK" spc="-60" dirty="0"/>
              <a:t> </a:t>
            </a:r>
            <a:r>
              <a:rPr lang="da-DK" spc="-10" dirty="0" err="1"/>
              <a:t>rules</a:t>
            </a:r>
            <a:endParaRPr lang="da-DK" dirty="0"/>
          </a:p>
        </p:txBody>
      </p:sp>
      <p:sp>
        <p:nvSpPr>
          <p:cNvPr id="7" name="Content Placeholder 6">
            <a:extLst>
              <a:ext uri="{FF2B5EF4-FFF2-40B4-BE49-F238E27FC236}">
                <a16:creationId xmlns:a16="http://schemas.microsoft.com/office/drawing/2014/main" id="{1B2F3C1F-3B16-AC3C-5F93-CB764008AB5A}"/>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75387E56-596E-AD50-10C8-F74520B2AA08}"/>
              </a:ext>
            </a:extLst>
          </p:cNvPr>
          <p:cNvSpPr txBox="1"/>
          <p:nvPr/>
        </p:nvSpPr>
        <p:spPr>
          <a:xfrm>
            <a:off x="546099" y="1904365"/>
            <a:ext cx="6435725" cy="3049270"/>
          </a:xfrm>
          <a:prstGeom prst="rect">
            <a:avLst/>
          </a:prstGeom>
        </p:spPr>
        <p:txBody>
          <a:bodyPr vert="horz" wrap="square" lIns="0" tIns="11430" rIns="0" bIns="0" rtlCol="0">
            <a:spAutoFit/>
          </a:bodyPr>
          <a:lstStyle/>
          <a:p>
            <a:pPr marL="212725" marR="755015" indent="-200660">
              <a:lnSpc>
                <a:spcPct val="122900"/>
              </a:lnSpc>
              <a:spcBef>
                <a:spcPts val="90"/>
              </a:spcBef>
            </a:pPr>
            <a:r>
              <a:rPr sz="2750" spc="-35" dirty="0">
                <a:latin typeface="Aptos (Body)"/>
                <a:cs typeface="Gill Sans MT"/>
              </a:rPr>
              <a:t>Precedence</a:t>
            </a:r>
            <a:r>
              <a:rPr sz="2750" spc="-60" dirty="0">
                <a:latin typeface="Aptos (Body)"/>
                <a:cs typeface="Gill Sans MT"/>
              </a:rPr>
              <a:t> </a:t>
            </a:r>
            <a:r>
              <a:rPr sz="2750" dirty="0">
                <a:latin typeface="Aptos (Body)"/>
                <a:cs typeface="Gill Sans MT"/>
              </a:rPr>
              <a:t>of</a:t>
            </a:r>
            <a:r>
              <a:rPr sz="2750" spc="-90" dirty="0">
                <a:latin typeface="Aptos (Body)"/>
                <a:cs typeface="Gill Sans MT"/>
              </a:rPr>
              <a:t> </a:t>
            </a:r>
            <a:r>
              <a:rPr sz="2750" spc="-35" dirty="0">
                <a:latin typeface="Aptos (Body)"/>
                <a:cs typeface="Gill Sans MT"/>
              </a:rPr>
              <a:t>rules</a:t>
            </a:r>
            <a:r>
              <a:rPr sz="2750" spc="-114" dirty="0">
                <a:latin typeface="Aptos (Body)"/>
                <a:cs typeface="Gill Sans MT"/>
              </a:rPr>
              <a:t> </a:t>
            </a:r>
            <a:r>
              <a:rPr sz="2750" dirty="0">
                <a:latin typeface="Aptos (Body)"/>
                <a:cs typeface="Gill Sans MT"/>
              </a:rPr>
              <a:t>(for</a:t>
            </a:r>
            <a:r>
              <a:rPr sz="2750" spc="-135" dirty="0">
                <a:latin typeface="Aptos (Body)"/>
                <a:cs typeface="Gill Sans MT"/>
              </a:rPr>
              <a:t> </a:t>
            </a:r>
            <a:r>
              <a:rPr sz="2750" i="1" dirty="0">
                <a:latin typeface="Aptos (Body)"/>
                <a:cs typeface="Gill Sans MT"/>
              </a:rPr>
              <a:t>same</a:t>
            </a:r>
            <a:r>
              <a:rPr sz="2750" i="1" spc="-160" dirty="0">
                <a:latin typeface="Aptos (Body)"/>
                <a:cs typeface="Gill Sans MT"/>
              </a:rPr>
              <a:t> </a:t>
            </a:r>
            <a:r>
              <a:rPr sz="2750" spc="-35" dirty="0">
                <a:latin typeface="Aptos (Body)"/>
                <a:cs typeface="Gill Sans MT"/>
              </a:rPr>
              <a:t>rules) </a:t>
            </a:r>
            <a:r>
              <a:rPr sz="2750" spc="-45" dirty="0">
                <a:latin typeface="Gill Sans MT"/>
                <a:cs typeface="Gill Sans MT"/>
              </a:rPr>
              <a:t>Inline</a:t>
            </a:r>
            <a:r>
              <a:rPr sz="2750" spc="-150" dirty="0">
                <a:latin typeface="Gill Sans MT"/>
                <a:cs typeface="Gill Sans MT"/>
              </a:rPr>
              <a:t> </a:t>
            </a:r>
            <a:r>
              <a:rPr sz="2750" dirty="0">
                <a:latin typeface="Gill Sans MT"/>
                <a:cs typeface="Gill Sans MT"/>
              </a:rPr>
              <a:t>&gt;</a:t>
            </a:r>
            <a:r>
              <a:rPr sz="2750" spc="-190" dirty="0">
                <a:latin typeface="Gill Sans MT"/>
                <a:cs typeface="Gill Sans MT"/>
              </a:rPr>
              <a:t> </a:t>
            </a:r>
            <a:r>
              <a:rPr sz="2750" spc="-45" dirty="0">
                <a:latin typeface="Gill Sans MT"/>
                <a:cs typeface="Gill Sans MT"/>
              </a:rPr>
              <a:t>Internal</a:t>
            </a:r>
            <a:r>
              <a:rPr sz="2750" spc="-55" dirty="0">
                <a:latin typeface="Gill Sans MT"/>
                <a:cs typeface="Gill Sans MT"/>
              </a:rPr>
              <a:t> </a:t>
            </a:r>
            <a:r>
              <a:rPr sz="2750" spc="-160" dirty="0">
                <a:latin typeface="Gill Sans MT"/>
                <a:cs typeface="Gill Sans MT"/>
              </a:rPr>
              <a:t>&gt;</a:t>
            </a:r>
            <a:r>
              <a:rPr sz="2750" spc="-35" dirty="0">
                <a:latin typeface="Gill Sans MT"/>
                <a:cs typeface="Gill Sans MT"/>
              </a:rPr>
              <a:t> </a:t>
            </a:r>
            <a:r>
              <a:rPr sz="2750" spc="-10" dirty="0">
                <a:latin typeface="Gill Sans MT"/>
                <a:cs typeface="Gill Sans MT"/>
              </a:rPr>
              <a:t>External</a:t>
            </a:r>
            <a:endParaRPr sz="2750" dirty="0">
              <a:latin typeface="Gill Sans MT"/>
              <a:cs typeface="Gill Sans MT"/>
            </a:endParaRPr>
          </a:p>
          <a:p>
            <a:pPr marL="212725">
              <a:lnSpc>
                <a:spcPct val="100000"/>
              </a:lnSpc>
              <a:spcBef>
                <a:spcPts val="755"/>
              </a:spcBef>
            </a:pPr>
            <a:r>
              <a:rPr sz="2750" spc="-10" dirty="0">
                <a:latin typeface="Aptos (Body)"/>
                <a:cs typeface="Gill Sans MT"/>
              </a:rPr>
              <a:t>More</a:t>
            </a:r>
            <a:r>
              <a:rPr sz="2750" spc="-140" dirty="0">
                <a:latin typeface="Aptos (Body)"/>
                <a:cs typeface="Gill Sans MT"/>
              </a:rPr>
              <a:t> </a:t>
            </a:r>
            <a:r>
              <a:rPr sz="2750" spc="-35" dirty="0">
                <a:latin typeface="Aptos (Body)"/>
                <a:cs typeface="Gill Sans MT"/>
              </a:rPr>
              <a:t>specific</a:t>
            </a:r>
            <a:r>
              <a:rPr sz="2750" spc="-160" dirty="0">
                <a:latin typeface="Aptos (Body)"/>
                <a:cs typeface="Gill Sans MT"/>
              </a:rPr>
              <a:t> </a:t>
            </a:r>
            <a:r>
              <a:rPr sz="2750" spc="-50" dirty="0">
                <a:latin typeface="Aptos (Body)"/>
                <a:cs typeface="Gill Sans MT"/>
              </a:rPr>
              <a:t>selectors</a:t>
            </a:r>
            <a:r>
              <a:rPr sz="2750" spc="-135" dirty="0">
                <a:latin typeface="Aptos (Body)"/>
                <a:cs typeface="Gill Sans MT"/>
              </a:rPr>
              <a:t> </a:t>
            </a:r>
            <a:r>
              <a:rPr sz="2750" spc="-10" dirty="0">
                <a:latin typeface="Aptos (Body)"/>
                <a:cs typeface="Gill Sans MT"/>
              </a:rPr>
              <a:t>over</a:t>
            </a:r>
            <a:r>
              <a:rPr sz="2750" spc="-150" dirty="0">
                <a:latin typeface="Aptos (Body)"/>
                <a:cs typeface="Gill Sans MT"/>
              </a:rPr>
              <a:t> </a:t>
            </a:r>
            <a:r>
              <a:rPr sz="2750" spc="-40" dirty="0">
                <a:latin typeface="Aptos (Body)"/>
                <a:cs typeface="Gill Sans MT"/>
              </a:rPr>
              <a:t>less</a:t>
            </a:r>
            <a:r>
              <a:rPr sz="2750" spc="-135" dirty="0">
                <a:latin typeface="Aptos (Body)"/>
                <a:cs typeface="Gill Sans MT"/>
              </a:rPr>
              <a:t> </a:t>
            </a:r>
            <a:r>
              <a:rPr sz="2750" spc="-10" dirty="0">
                <a:latin typeface="Aptos (Body)"/>
                <a:cs typeface="Gill Sans MT"/>
              </a:rPr>
              <a:t>specific</a:t>
            </a:r>
            <a:endParaRPr sz="2750" dirty="0">
              <a:latin typeface="Aptos (Body)"/>
              <a:cs typeface="Gill Sans MT"/>
            </a:endParaRPr>
          </a:p>
          <a:p>
            <a:pPr marL="374650">
              <a:lnSpc>
                <a:spcPct val="100000"/>
              </a:lnSpc>
              <a:spcBef>
                <a:spcPts val="730"/>
              </a:spcBef>
            </a:pPr>
            <a:r>
              <a:rPr sz="2400" dirty="0">
                <a:latin typeface="Courier New"/>
                <a:cs typeface="Courier New"/>
              </a:rPr>
              <a:t>p</a:t>
            </a:r>
            <a:r>
              <a:rPr sz="2400" spc="-40" dirty="0">
                <a:latin typeface="Courier New"/>
                <a:cs typeface="Courier New"/>
              </a:rPr>
              <a:t> </a:t>
            </a:r>
            <a:r>
              <a:rPr sz="2400" dirty="0">
                <a:latin typeface="Courier New"/>
                <a:cs typeface="Courier New"/>
              </a:rPr>
              <a:t>{…}</a:t>
            </a:r>
            <a:r>
              <a:rPr sz="2400" spc="-40" dirty="0">
                <a:latin typeface="Courier New"/>
                <a:cs typeface="Courier New"/>
              </a:rPr>
              <a:t> </a:t>
            </a:r>
            <a:r>
              <a:rPr sz="2400" dirty="0">
                <a:latin typeface="Courier New"/>
                <a:cs typeface="Courier New"/>
              </a:rPr>
              <a:t>&lt;</a:t>
            </a:r>
            <a:r>
              <a:rPr sz="2400" spc="20" dirty="0">
                <a:latin typeface="Courier New"/>
                <a:cs typeface="Courier New"/>
              </a:rPr>
              <a:t> </a:t>
            </a:r>
            <a:r>
              <a:rPr sz="2400" spc="-10" dirty="0">
                <a:latin typeface="Courier New"/>
                <a:cs typeface="Courier New"/>
              </a:rPr>
              <a:t>p.bold</a:t>
            </a:r>
            <a:endParaRPr sz="2400" dirty="0">
              <a:latin typeface="Courier New"/>
              <a:cs typeface="Courier New"/>
            </a:endParaRPr>
          </a:p>
          <a:p>
            <a:pPr marL="212725">
              <a:lnSpc>
                <a:spcPct val="100000"/>
              </a:lnSpc>
              <a:spcBef>
                <a:spcPts val="675"/>
              </a:spcBef>
            </a:pPr>
            <a:r>
              <a:rPr sz="2750" spc="-30" dirty="0">
                <a:latin typeface="Aptos (Body)"/>
                <a:cs typeface="Gill Sans MT"/>
              </a:rPr>
              <a:t>Latest</a:t>
            </a:r>
            <a:r>
              <a:rPr sz="2750" spc="-120" dirty="0">
                <a:latin typeface="Aptos (Body)"/>
                <a:cs typeface="Gill Sans MT"/>
              </a:rPr>
              <a:t> </a:t>
            </a:r>
            <a:r>
              <a:rPr sz="2750" spc="-20" dirty="0">
                <a:latin typeface="Aptos (Body)"/>
                <a:cs typeface="Gill Sans MT"/>
              </a:rPr>
              <a:t>rule</a:t>
            </a:r>
            <a:r>
              <a:rPr sz="2750" spc="-105" dirty="0">
                <a:latin typeface="Aptos (Body)"/>
                <a:cs typeface="Gill Sans MT"/>
              </a:rPr>
              <a:t> </a:t>
            </a:r>
            <a:r>
              <a:rPr sz="2750" dirty="0">
                <a:latin typeface="Aptos (Body)"/>
                <a:cs typeface="Gill Sans MT"/>
              </a:rPr>
              <a:t>win</a:t>
            </a:r>
            <a:r>
              <a:rPr sz="2750" spc="-165" dirty="0">
                <a:latin typeface="Aptos (Body)"/>
                <a:cs typeface="Gill Sans MT"/>
              </a:rPr>
              <a:t> </a:t>
            </a:r>
            <a:r>
              <a:rPr sz="2750" dirty="0">
                <a:latin typeface="Aptos (Body)"/>
                <a:cs typeface="Gill Sans MT"/>
              </a:rPr>
              <a:t>(if</a:t>
            </a:r>
            <a:r>
              <a:rPr sz="2750" spc="-80" dirty="0">
                <a:latin typeface="Aptos (Body)"/>
                <a:cs typeface="Gill Sans MT"/>
              </a:rPr>
              <a:t> </a:t>
            </a:r>
            <a:r>
              <a:rPr sz="2750" dirty="0">
                <a:latin typeface="Aptos (Body)"/>
                <a:cs typeface="Gill Sans MT"/>
              </a:rPr>
              <a:t>equal</a:t>
            </a:r>
            <a:r>
              <a:rPr sz="2750" spc="-85" dirty="0">
                <a:latin typeface="Aptos (Body)"/>
                <a:cs typeface="Gill Sans MT"/>
              </a:rPr>
              <a:t> </a:t>
            </a:r>
            <a:r>
              <a:rPr sz="2750" spc="-10" dirty="0">
                <a:latin typeface="Aptos (Body)"/>
                <a:cs typeface="Gill Sans MT"/>
              </a:rPr>
              <a:t>specificity)</a:t>
            </a:r>
            <a:endParaRPr sz="2750" dirty="0">
              <a:latin typeface="Aptos (Body)"/>
              <a:cs typeface="Gill Sans MT"/>
            </a:endParaRPr>
          </a:p>
          <a:p>
            <a:pPr marL="212725">
              <a:lnSpc>
                <a:spcPct val="100000"/>
              </a:lnSpc>
              <a:spcBef>
                <a:spcPts val="760"/>
              </a:spcBef>
            </a:pPr>
            <a:r>
              <a:rPr sz="2400" dirty="0">
                <a:latin typeface="Courier New"/>
                <a:cs typeface="Courier New"/>
              </a:rPr>
              <a:t>!important</a:t>
            </a:r>
            <a:r>
              <a:rPr sz="2400" spc="-220" dirty="0">
                <a:latin typeface="Courier New"/>
                <a:cs typeface="Courier New"/>
              </a:rPr>
              <a:t> </a:t>
            </a:r>
            <a:r>
              <a:rPr sz="2750" spc="-25" dirty="0">
                <a:latin typeface="Aptos (Body)"/>
                <a:cs typeface="Gill Sans MT"/>
              </a:rPr>
              <a:t>Always</a:t>
            </a:r>
            <a:r>
              <a:rPr sz="2750" spc="-155" dirty="0">
                <a:latin typeface="Aptos (Body)"/>
                <a:cs typeface="Gill Sans MT"/>
              </a:rPr>
              <a:t> </a:t>
            </a:r>
            <a:r>
              <a:rPr sz="2750" spc="-45" dirty="0">
                <a:latin typeface="Aptos (Body)"/>
                <a:cs typeface="Gill Sans MT"/>
              </a:rPr>
              <a:t>takes</a:t>
            </a:r>
            <a:r>
              <a:rPr sz="2750" spc="-35" dirty="0">
                <a:latin typeface="Aptos (Body)"/>
                <a:cs typeface="Gill Sans MT"/>
              </a:rPr>
              <a:t> </a:t>
            </a:r>
            <a:r>
              <a:rPr sz="2750" spc="-10" dirty="0">
                <a:latin typeface="Aptos (Body)"/>
                <a:cs typeface="Gill Sans MT"/>
              </a:rPr>
              <a:t>precedence</a:t>
            </a:r>
            <a:endParaRPr sz="2750" dirty="0">
              <a:latin typeface="Aptos (Body)"/>
              <a:cs typeface="Gill Sans MT"/>
            </a:endParaRPr>
          </a:p>
        </p:txBody>
      </p:sp>
      <p:sp>
        <p:nvSpPr>
          <p:cNvPr id="10" name="Rectangle: Rounded Corners 9">
            <a:extLst>
              <a:ext uri="{FF2B5EF4-FFF2-40B4-BE49-F238E27FC236}">
                <a16:creationId xmlns:a16="http://schemas.microsoft.com/office/drawing/2014/main" id="{AA1AE1A9-F9A3-97A1-584A-05BED43B98AE}"/>
              </a:ext>
            </a:extLst>
          </p:cNvPr>
          <p:cNvSpPr/>
          <p:nvPr/>
        </p:nvSpPr>
        <p:spPr>
          <a:xfrm>
            <a:off x="7096125" y="2933700"/>
            <a:ext cx="4648200" cy="251460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Font typeface="Wingdings" panose="05000000000000000000" pitchFamily="2" charset="2"/>
              <a:buChar char="§"/>
            </a:pPr>
            <a:r>
              <a:rPr lang="en-US" b="1" dirty="0">
                <a:solidFill>
                  <a:srgbClr val="000000"/>
                </a:solidFill>
                <a:latin typeface="Verdana" panose="020B0604030504040204" pitchFamily="34" charset="0"/>
              </a:rPr>
              <a:t>Inline style (inside an HTML element)</a:t>
            </a:r>
          </a:p>
          <a:p>
            <a:pPr marL="285750" indent="-285750" algn="l">
              <a:buFont typeface="Wingdings" panose="05000000000000000000" pitchFamily="2" charset="2"/>
              <a:buChar char="§"/>
            </a:pPr>
            <a:endParaRPr lang="en-US" b="1" dirty="0">
              <a:solidFill>
                <a:srgbClr val="000000"/>
              </a:solidFill>
              <a:latin typeface="Verdana" panose="020B0604030504040204" pitchFamily="34" charset="0"/>
            </a:endParaRPr>
          </a:p>
          <a:p>
            <a:pPr marL="285750" indent="-285750" algn="l">
              <a:buFont typeface="Wingdings" panose="05000000000000000000" pitchFamily="2" charset="2"/>
              <a:buChar char="§"/>
            </a:pPr>
            <a:r>
              <a:rPr lang="en-US" b="1" dirty="0">
                <a:solidFill>
                  <a:srgbClr val="000000"/>
                </a:solidFill>
                <a:latin typeface="Verdana" panose="020B0604030504040204" pitchFamily="34" charset="0"/>
              </a:rPr>
              <a:t>External and internal style sheets (in the head section)</a:t>
            </a:r>
          </a:p>
        </p:txBody>
      </p:sp>
    </p:spTree>
    <p:extLst>
      <p:ext uri="{BB962C8B-B14F-4D97-AF65-F5344CB8AC3E}">
        <p14:creationId xmlns:p14="http://schemas.microsoft.com/office/powerpoint/2010/main" val="15534411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E8CD9-3087-D8BC-DE71-14306A7FD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5C038-FA9B-DFC1-4598-A53E06FBB9B0}"/>
              </a:ext>
            </a:extLst>
          </p:cNvPr>
          <p:cNvSpPr>
            <a:spLocks noGrp="1"/>
          </p:cNvSpPr>
          <p:nvPr>
            <p:ph type="title"/>
          </p:nvPr>
        </p:nvSpPr>
        <p:spPr/>
        <p:txBody>
          <a:bodyPr/>
          <a:lstStyle/>
          <a:p>
            <a:r>
              <a:rPr lang="da-DK" spc="95" dirty="0"/>
              <a:t>CSS</a:t>
            </a:r>
            <a:r>
              <a:rPr lang="da-DK" spc="-140" dirty="0"/>
              <a:t> </a:t>
            </a:r>
            <a:r>
              <a:rPr lang="da-DK" dirty="0" err="1"/>
              <a:t>advanced</a:t>
            </a:r>
            <a:r>
              <a:rPr lang="da-DK" spc="-155" dirty="0"/>
              <a:t> </a:t>
            </a:r>
            <a:r>
              <a:rPr lang="da-DK" spc="-10" dirty="0" err="1"/>
              <a:t>selectors</a:t>
            </a:r>
            <a:endParaRPr lang="da-DK" dirty="0"/>
          </a:p>
        </p:txBody>
      </p:sp>
      <p:sp>
        <p:nvSpPr>
          <p:cNvPr id="7" name="Content Placeholder 6">
            <a:extLst>
              <a:ext uri="{FF2B5EF4-FFF2-40B4-BE49-F238E27FC236}">
                <a16:creationId xmlns:a16="http://schemas.microsoft.com/office/drawing/2014/main" id="{08493B9B-BB86-E9E5-06C5-5C7F036E309C}"/>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9EC71CB9-CDBD-03A8-9F7E-E17282A354B8}"/>
              </a:ext>
            </a:extLst>
          </p:cNvPr>
          <p:cNvSpPr txBox="1"/>
          <p:nvPr/>
        </p:nvSpPr>
        <p:spPr>
          <a:xfrm>
            <a:off x="1250950" y="1825625"/>
            <a:ext cx="7397750" cy="3486211"/>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CSS</a:t>
            </a:r>
            <a:r>
              <a:rPr sz="2750" spc="-150" dirty="0">
                <a:latin typeface="Aptos (Body)"/>
                <a:cs typeface="Gill Sans MT"/>
              </a:rPr>
              <a:t> </a:t>
            </a:r>
            <a:r>
              <a:rPr sz="2750" dirty="0">
                <a:latin typeface="Aptos (Body)"/>
                <a:cs typeface="Gill Sans MT"/>
              </a:rPr>
              <a:t>can</a:t>
            </a:r>
            <a:r>
              <a:rPr sz="2750" spc="-75" dirty="0">
                <a:latin typeface="Aptos (Body)"/>
                <a:cs typeface="Gill Sans MT"/>
              </a:rPr>
              <a:t> </a:t>
            </a:r>
            <a:r>
              <a:rPr sz="2750" spc="-25" dirty="0">
                <a:latin typeface="Aptos (Body)"/>
                <a:cs typeface="Gill Sans MT"/>
              </a:rPr>
              <a:t>select</a:t>
            </a:r>
            <a:r>
              <a:rPr sz="2750" spc="-140" dirty="0">
                <a:latin typeface="Aptos (Body)"/>
                <a:cs typeface="Gill Sans MT"/>
              </a:rPr>
              <a:t> </a:t>
            </a:r>
            <a:r>
              <a:rPr sz="2750" spc="-25" dirty="0">
                <a:latin typeface="Aptos (Body)"/>
                <a:cs typeface="Gill Sans MT"/>
              </a:rPr>
              <a:t>elements</a:t>
            </a:r>
            <a:r>
              <a:rPr sz="2750" spc="-75" dirty="0">
                <a:latin typeface="Aptos (Body)"/>
                <a:cs typeface="Gill Sans MT"/>
              </a:rPr>
              <a:t> </a:t>
            </a:r>
            <a:r>
              <a:rPr sz="2750" i="1" dirty="0">
                <a:latin typeface="Aptos (Body)"/>
                <a:cs typeface="Gill Sans MT"/>
              </a:rPr>
              <a:t>inside</a:t>
            </a:r>
            <a:r>
              <a:rPr sz="2750" i="1" spc="-114" dirty="0">
                <a:latin typeface="Aptos (Body)"/>
                <a:cs typeface="Gill Sans MT"/>
              </a:rPr>
              <a:t> </a:t>
            </a:r>
            <a:r>
              <a:rPr sz="2750" spc="-45" dirty="0">
                <a:latin typeface="Aptos (Body)"/>
                <a:cs typeface="Gill Sans MT"/>
              </a:rPr>
              <a:t>other</a:t>
            </a:r>
            <a:r>
              <a:rPr sz="2750" spc="-145" dirty="0">
                <a:latin typeface="Aptos (Body)"/>
                <a:cs typeface="Gill Sans MT"/>
              </a:rPr>
              <a:t> </a:t>
            </a:r>
            <a:r>
              <a:rPr sz="2750" spc="-25" dirty="0">
                <a:latin typeface="Aptos (Body)"/>
                <a:cs typeface="Gill Sans MT"/>
              </a:rPr>
              <a:t>elements</a:t>
            </a:r>
            <a:endParaRPr sz="2750" dirty="0">
              <a:latin typeface="Aptos (Body)"/>
              <a:cs typeface="Gill Sans MT"/>
            </a:endParaRPr>
          </a:p>
          <a:p>
            <a:pPr>
              <a:lnSpc>
                <a:spcPct val="100000"/>
              </a:lnSpc>
              <a:spcBef>
                <a:spcPts val="1595"/>
              </a:spcBef>
            </a:pPr>
            <a:endParaRPr sz="2750" dirty="0">
              <a:latin typeface="Gill Sans MT"/>
              <a:cs typeface="Gill Sans MT"/>
            </a:endParaRPr>
          </a:p>
          <a:p>
            <a:pPr marL="12700">
              <a:lnSpc>
                <a:spcPct val="100000"/>
              </a:lnSpc>
            </a:pPr>
            <a:r>
              <a:rPr sz="2400" dirty="0">
                <a:latin typeface="Courier New"/>
                <a:cs typeface="Courier New"/>
              </a:rPr>
              <a:t>ul</a:t>
            </a:r>
            <a:r>
              <a:rPr sz="2400" spc="-50" dirty="0">
                <a:latin typeface="Courier New"/>
                <a:cs typeface="Courier New"/>
              </a:rPr>
              <a:t> </a:t>
            </a:r>
            <a:r>
              <a:rPr sz="2400" dirty="0">
                <a:latin typeface="Courier New"/>
                <a:cs typeface="Courier New"/>
              </a:rPr>
              <a:t>li</a:t>
            </a:r>
            <a:r>
              <a:rPr sz="2400" spc="-50" dirty="0">
                <a:latin typeface="Courier New"/>
                <a:cs typeface="Courier New"/>
              </a:rPr>
              <a:t> </a:t>
            </a:r>
            <a:r>
              <a:rPr sz="2400" spc="-25" dirty="0">
                <a:latin typeface="Courier New"/>
                <a:cs typeface="Courier New"/>
              </a:rPr>
              <a:t>{}</a:t>
            </a:r>
            <a:endParaRPr sz="2400" dirty="0">
              <a:latin typeface="Courier New"/>
              <a:cs typeface="Courier New"/>
            </a:endParaRPr>
          </a:p>
          <a:p>
            <a:pPr marL="212725">
              <a:lnSpc>
                <a:spcPct val="100000"/>
              </a:lnSpc>
              <a:spcBef>
                <a:spcPts val="675"/>
              </a:spcBef>
            </a:pPr>
            <a:r>
              <a:rPr sz="2750" spc="-20" dirty="0">
                <a:latin typeface="Aptos (Body)"/>
                <a:cs typeface="Gill Sans MT"/>
              </a:rPr>
              <a:t>Every</a:t>
            </a:r>
            <a:r>
              <a:rPr sz="2750" spc="-175" dirty="0">
                <a:latin typeface="Aptos (Body)"/>
                <a:cs typeface="Gill Sans MT"/>
              </a:rPr>
              <a:t> </a:t>
            </a:r>
            <a:r>
              <a:rPr sz="2750" spc="-30" dirty="0">
                <a:latin typeface="Aptos (Body)"/>
                <a:cs typeface="Gill Sans MT"/>
              </a:rPr>
              <a:t>descendant</a:t>
            </a:r>
            <a:r>
              <a:rPr sz="2750" spc="35" dirty="0">
                <a:latin typeface="Aptos (Body)"/>
                <a:cs typeface="Gill Sans MT"/>
              </a:rPr>
              <a:t> </a:t>
            </a:r>
            <a:r>
              <a:rPr sz="2400" spc="-10" dirty="0">
                <a:latin typeface="Courier New"/>
                <a:cs typeface="Courier New"/>
              </a:rPr>
              <a:t>li</a:t>
            </a:r>
            <a:r>
              <a:rPr sz="2400" spc="-710" dirty="0">
                <a:latin typeface="Courier New"/>
                <a:cs typeface="Courier New"/>
              </a:rPr>
              <a:t> </a:t>
            </a:r>
            <a:r>
              <a:rPr sz="2750" dirty="0">
                <a:latin typeface="Aptos (Body)"/>
                <a:cs typeface="Gill Sans MT"/>
              </a:rPr>
              <a:t>of</a:t>
            </a:r>
            <a:r>
              <a:rPr sz="2750" spc="-30" dirty="0">
                <a:latin typeface="Aptos (Body)"/>
                <a:cs typeface="Gill Sans MT"/>
              </a:rPr>
              <a:t> </a:t>
            </a:r>
            <a:r>
              <a:rPr sz="2400" spc="-25" dirty="0">
                <a:latin typeface="Courier New"/>
                <a:cs typeface="Courier New"/>
              </a:rPr>
              <a:t>ul</a:t>
            </a:r>
            <a:endParaRPr sz="2400" dirty="0">
              <a:latin typeface="Courier New"/>
              <a:cs typeface="Courier New"/>
            </a:endParaRPr>
          </a:p>
          <a:p>
            <a:pPr>
              <a:lnSpc>
                <a:spcPct val="100000"/>
              </a:lnSpc>
              <a:spcBef>
                <a:spcPts val="1670"/>
              </a:spcBef>
            </a:pPr>
            <a:endParaRPr sz="2750" dirty="0">
              <a:latin typeface="Courier New"/>
              <a:cs typeface="Courier New"/>
            </a:endParaRPr>
          </a:p>
          <a:p>
            <a:pPr marL="12700">
              <a:lnSpc>
                <a:spcPct val="100000"/>
              </a:lnSpc>
            </a:pPr>
            <a:r>
              <a:rPr sz="2400" dirty="0">
                <a:latin typeface="Courier New"/>
                <a:cs typeface="Courier New"/>
              </a:rPr>
              <a:t>ul</a:t>
            </a:r>
            <a:r>
              <a:rPr sz="2400" spc="-50" dirty="0">
                <a:latin typeface="Courier New"/>
                <a:cs typeface="Courier New"/>
              </a:rPr>
              <a:t> </a:t>
            </a:r>
            <a:r>
              <a:rPr sz="2400" dirty="0">
                <a:latin typeface="Courier New"/>
                <a:cs typeface="Courier New"/>
              </a:rPr>
              <a:t>&gt;</a:t>
            </a:r>
            <a:r>
              <a:rPr sz="2400" spc="-50" dirty="0">
                <a:latin typeface="Courier New"/>
                <a:cs typeface="Courier New"/>
              </a:rPr>
              <a:t> </a:t>
            </a:r>
            <a:r>
              <a:rPr sz="2400" dirty="0">
                <a:latin typeface="Courier New"/>
                <a:cs typeface="Courier New"/>
              </a:rPr>
              <a:t>li</a:t>
            </a:r>
            <a:r>
              <a:rPr sz="2400" spc="-45" dirty="0">
                <a:latin typeface="Courier New"/>
                <a:cs typeface="Courier New"/>
              </a:rPr>
              <a:t> </a:t>
            </a:r>
            <a:r>
              <a:rPr sz="2400" spc="-25" dirty="0">
                <a:latin typeface="Courier New"/>
                <a:cs typeface="Courier New"/>
              </a:rPr>
              <a:t>{}</a:t>
            </a:r>
            <a:endParaRPr sz="2400" dirty="0">
              <a:latin typeface="Courier New"/>
              <a:cs typeface="Courier New"/>
            </a:endParaRPr>
          </a:p>
          <a:p>
            <a:pPr marL="212725">
              <a:lnSpc>
                <a:spcPct val="100000"/>
              </a:lnSpc>
              <a:spcBef>
                <a:spcPts val="755"/>
              </a:spcBef>
            </a:pPr>
            <a:r>
              <a:rPr sz="2750" spc="-10" dirty="0">
                <a:latin typeface="Aptos (Body)"/>
                <a:cs typeface="Gill Sans MT"/>
              </a:rPr>
              <a:t>Every</a:t>
            </a:r>
            <a:r>
              <a:rPr sz="2750" spc="-185" dirty="0">
                <a:latin typeface="Aptos (Body)"/>
                <a:cs typeface="Gill Sans MT"/>
              </a:rPr>
              <a:t> </a:t>
            </a:r>
            <a:r>
              <a:rPr sz="2750" i="1" dirty="0">
                <a:latin typeface="Aptos (Body)"/>
                <a:cs typeface="Gill Sans MT"/>
              </a:rPr>
              <a:t>direct</a:t>
            </a:r>
            <a:r>
              <a:rPr sz="2750" i="1" spc="-105" dirty="0">
                <a:latin typeface="Aptos (Body)"/>
                <a:cs typeface="Gill Sans MT"/>
              </a:rPr>
              <a:t> </a:t>
            </a:r>
            <a:r>
              <a:rPr sz="2750" spc="-35" dirty="0">
                <a:latin typeface="Aptos (Body)"/>
                <a:cs typeface="Gill Sans MT"/>
              </a:rPr>
              <a:t>descendant</a:t>
            </a:r>
            <a:r>
              <a:rPr sz="2750" spc="35" dirty="0">
                <a:latin typeface="Aptos (Body)"/>
                <a:cs typeface="Gill Sans MT"/>
              </a:rPr>
              <a:t> </a:t>
            </a:r>
            <a:r>
              <a:rPr sz="2400" spc="-10" dirty="0">
                <a:latin typeface="Courier New"/>
                <a:cs typeface="Courier New"/>
              </a:rPr>
              <a:t>li</a:t>
            </a:r>
            <a:r>
              <a:rPr sz="2400" spc="-710" dirty="0">
                <a:latin typeface="Courier New"/>
                <a:cs typeface="Courier New"/>
              </a:rPr>
              <a:t> </a:t>
            </a:r>
            <a:r>
              <a:rPr sz="2750" dirty="0">
                <a:latin typeface="Aptos (Body)"/>
                <a:cs typeface="Gill Sans MT"/>
              </a:rPr>
              <a:t>of</a:t>
            </a:r>
            <a:r>
              <a:rPr sz="2750" spc="-55" dirty="0">
                <a:latin typeface="Gill Sans MT"/>
                <a:cs typeface="Gill Sans MT"/>
              </a:rPr>
              <a:t> </a:t>
            </a:r>
            <a:r>
              <a:rPr sz="2400" spc="-25" dirty="0">
                <a:latin typeface="Courier New"/>
                <a:cs typeface="Courier New"/>
              </a:rPr>
              <a:t>ul</a:t>
            </a:r>
            <a:endParaRPr sz="2400" dirty="0">
              <a:latin typeface="Courier New"/>
              <a:cs typeface="Courier New"/>
            </a:endParaRPr>
          </a:p>
        </p:txBody>
      </p:sp>
    </p:spTree>
    <p:extLst>
      <p:ext uri="{BB962C8B-B14F-4D97-AF65-F5344CB8AC3E}">
        <p14:creationId xmlns:p14="http://schemas.microsoft.com/office/powerpoint/2010/main" val="2592304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F5EA0-AFC0-1BF8-AD19-C3F828458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1EBE2-B6F1-9432-25FE-A7E796C7D54F}"/>
              </a:ext>
            </a:extLst>
          </p:cNvPr>
          <p:cNvSpPr>
            <a:spLocks noGrp="1"/>
          </p:cNvSpPr>
          <p:nvPr>
            <p:ph type="title"/>
          </p:nvPr>
        </p:nvSpPr>
        <p:spPr/>
        <p:txBody>
          <a:bodyPr/>
          <a:lstStyle/>
          <a:p>
            <a:r>
              <a:rPr lang="da-DK" spc="95" dirty="0"/>
              <a:t>CSS</a:t>
            </a:r>
            <a:r>
              <a:rPr lang="da-DK" spc="-140" dirty="0"/>
              <a:t> </a:t>
            </a:r>
            <a:r>
              <a:rPr lang="da-DK" dirty="0" err="1"/>
              <a:t>advanced</a:t>
            </a:r>
            <a:r>
              <a:rPr lang="da-DK" spc="-155" dirty="0"/>
              <a:t> </a:t>
            </a:r>
            <a:r>
              <a:rPr lang="da-DK" spc="-10" dirty="0" err="1"/>
              <a:t>selectors</a:t>
            </a:r>
            <a:endParaRPr lang="da-DK" dirty="0"/>
          </a:p>
        </p:txBody>
      </p:sp>
      <p:sp>
        <p:nvSpPr>
          <p:cNvPr id="7" name="Content Placeholder 6">
            <a:extLst>
              <a:ext uri="{FF2B5EF4-FFF2-40B4-BE49-F238E27FC236}">
                <a16:creationId xmlns:a16="http://schemas.microsoft.com/office/drawing/2014/main" id="{40A2D09F-CD2E-5E44-3A75-21C2BB851635}"/>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CBCE6659-7076-08CF-4485-9B8178B96D73}"/>
              </a:ext>
            </a:extLst>
          </p:cNvPr>
          <p:cNvSpPr txBox="1"/>
          <p:nvPr/>
        </p:nvSpPr>
        <p:spPr>
          <a:xfrm>
            <a:off x="1609725" y="1924050"/>
            <a:ext cx="7534275" cy="3486211"/>
          </a:xfrm>
          <a:prstGeom prst="rect">
            <a:avLst/>
          </a:prstGeom>
        </p:spPr>
        <p:txBody>
          <a:bodyPr vert="horz" wrap="square" lIns="0" tIns="15875" rIns="0" bIns="0" rtlCol="0">
            <a:spAutoFit/>
          </a:bodyPr>
          <a:lstStyle/>
          <a:p>
            <a:pPr marL="12700">
              <a:lnSpc>
                <a:spcPct val="100000"/>
              </a:lnSpc>
              <a:spcBef>
                <a:spcPts val="125"/>
              </a:spcBef>
            </a:pPr>
            <a:r>
              <a:rPr sz="2750" dirty="0">
                <a:latin typeface="Aptos (Body)"/>
                <a:cs typeface="Gill Sans MT"/>
              </a:rPr>
              <a:t>CSS</a:t>
            </a:r>
            <a:r>
              <a:rPr sz="2750" spc="-130" dirty="0">
                <a:latin typeface="Aptos (Body)"/>
                <a:cs typeface="Gill Sans MT"/>
              </a:rPr>
              <a:t> </a:t>
            </a:r>
            <a:r>
              <a:rPr sz="2750" dirty="0">
                <a:latin typeface="Aptos (Body)"/>
                <a:cs typeface="Gill Sans MT"/>
              </a:rPr>
              <a:t>can</a:t>
            </a:r>
            <a:r>
              <a:rPr sz="2750" spc="-55" dirty="0">
                <a:latin typeface="Aptos (Body)"/>
                <a:cs typeface="Gill Sans MT"/>
              </a:rPr>
              <a:t> </a:t>
            </a:r>
            <a:r>
              <a:rPr sz="2750" spc="-30" dirty="0">
                <a:latin typeface="Aptos (Body)"/>
                <a:cs typeface="Gill Sans MT"/>
              </a:rPr>
              <a:t>select</a:t>
            </a:r>
            <a:r>
              <a:rPr sz="2750" spc="-125" dirty="0">
                <a:latin typeface="Aptos (Body)"/>
                <a:cs typeface="Gill Sans MT"/>
              </a:rPr>
              <a:t> </a:t>
            </a:r>
            <a:r>
              <a:rPr sz="2750" i="1" spc="-10" dirty="0">
                <a:latin typeface="Aptos (Body)"/>
                <a:cs typeface="Gill Sans MT"/>
              </a:rPr>
              <a:t>siblings</a:t>
            </a:r>
            <a:endParaRPr sz="2750" dirty="0">
              <a:latin typeface="Aptos (Body)"/>
              <a:cs typeface="Gill Sans MT"/>
            </a:endParaRPr>
          </a:p>
          <a:p>
            <a:pPr>
              <a:lnSpc>
                <a:spcPct val="100000"/>
              </a:lnSpc>
              <a:spcBef>
                <a:spcPts val="1595"/>
              </a:spcBef>
            </a:pPr>
            <a:endParaRPr sz="2750" dirty="0">
              <a:latin typeface="Gill Sans MT"/>
              <a:cs typeface="Gill Sans MT"/>
            </a:endParaRPr>
          </a:p>
          <a:p>
            <a:pPr marL="12700">
              <a:lnSpc>
                <a:spcPct val="100000"/>
              </a:lnSpc>
            </a:pPr>
            <a:r>
              <a:rPr sz="2400" dirty="0">
                <a:latin typeface="Courier New"/>
                <a:cs typeface="Courier New"/>
              </a:rPr>
              <a:t>p</a:t>
            </a:r>
            <a:r>
              <a:rPr sz="2400" spc="-30" dirty="0">
                <a:latin typeface="Courier New"/>
                <a:cs typeface="Courier New"/>
              </a:rPr>
              <a:t> </a:t>
            </a:r>
            <a:r>
              <a:rPr sz="2400" dirty="0">
                <a:latin typeface="Courier New"/>
                <a:cs typeface="Courier New"/>
              </a:rPr>
              <a:t>+</a:t>
            </a:r>
            <a:r>
              <a:rPr sz="2400" spc="-30" dirty="0">
                <a:latin typeface="Courier New"/>
                <a:cs typeface="Courier New"/>
              </a:rPr>
              <a:t> </a:t>
            </a:r>
            <a:r>
              <a:rPr sz="2400" dirty="0">
                <a:latin typeface="Courier New"/>
                <a:cs typeface="Courier New"/>
              </a:rPr>
              <a:t>p</a:t>
            </a:r>
            <a:r>
              <a:rPr sz="2400" spc="-30" dirty="0">
                <a:latin typeface="Courier New"/>
                <a:cs typeface="Courier New"/>
              </a:rPr>
              <a:t> </a:t>
            </a:r>
            <a:r>
              <a:rPr sz="2400" spc="-25" dirty="0">
                <a:latin typeface="Courier New"/>
                <a:cs typeface="Courier New"/>
              </a:rPr>
              <a:t>{}</a:t>
            </a:r>
            <a:endParaRPr sz="2400" dirty="0">
              <a:latin typeface="Courier New"/>
              <a:cs typeface="Courier New"/>
            </a:endParaRPr>
          </a:p>
          <a:p>
            <a:pPr marL="212725">
              <a:lnSpc>
                <a:spcPct val="100000"/>
              </a:lnSpc>
              <a:spcBef>
                <a:spcPts val="675"/>
              </a:spcBef>
            </a:pPr>
            <a:r>
              <a:rPr sz="2750" spc="-50" dirty="0">
                <a:latin typeface="Aptos (Body)"/>
                <a:cs typeface="Gill Sans MT"/>
              </a:rPr>
              <a:t>Adjacent</a:t>
            </a:r>
            <a:r>
              <a:rPr sz="2750" spc="-145" dirty="0">
                <a:latin typeface="Aptos (Body)"/>
                <a:cs typeface="Gill Sans MT"/>
              </a:rPr>
              <a:t> </a:t>
            </a:r>
            <a:r>
              <a:rPr sz="2750" spc="-30" dirty="0">
                <a:latin typeface="Aptos (Body)"/>
                <a:cs typeface="Gill Sans MT"/>
              </a:rPr>
              <a:t>sibling</a:t>
            </a:r>
            <a:r>
              <a:rPr sz="2750" spc="5" dirty="0">
                <a:latin typeface="Aptos (Body)"/>
                <a:cs typeface="Gill Sans MT"/>
              </a:rPr>
              <a:t> </a:t>
            </a:r>
            <a:r>
              <a:rPr sz="2400" spc="-20" dirty="0">
                <a:latin typeface="Courier New"/>
                <a:cs typeface="Courier New"/>
              </a:rPr>
              <a:t>p(right)</a:t>
            </a:r>
            <a:r>
              <a:rPr sz="2400" spc="-640" dirty="0">
                <a:latin typeface="Courier New"/>
                <a:cs typeface="Courier New"/>
              </a:rPr>
              <a:t> </a:t>
            </a:r>
            <a:r>
              <a:rPr sz="2750" dirty="0">
                <a:latin typeface="Aptos (Body)"/>
                <a:cs typeface="Gill Sans MT"/>
              </a:rPr>
              <a:t>of</a:t>
            </a:r>
            <a:r>
              <a:rPr sz="2750" spc="-10" dirty="0">
                <a:latin typeface="Gill Sans MT"/>
                <a:cs typeface="Gill Sans MT"/>
              </a:rPr>
              <a:t> </a:t>
            </a:r>
            <a:r>
              <a:rPr sz="2400" spc="-10" dirty="0">
                <a:latin typeface="Courier New"/>
                <a:cs typeface="Courier New"/>
              </a:rPr>
              <a:t>p(left)</a:t>
            </a:r>
            <a:endParaRPr sz="2400" dirty="0">
              <a:latin typeface="Courier New"/>
              <a:cs typeface="Courier New"/>
            </a:endParaRPr>
          </a:p>
          <a:p>
            <a:pPr>
              <a:lnSpc>
                <a:spcPct val="100000"/>
              </a:lnSpc>
              <a:spcBef>
                <a:spcPts val="1670"/>
              </a:spcBef>
            </a:pPr>
            <a:endParaRPr sz="2750" dirty="0">
              <a:latin typeface="Courier New"/>
              <a:cs typeface="Courier New"/>
            </a:endParaRPr>
          </a:p>
          <a:p>
            <a:pPr marL="12700">
              <a:lnSpc>
                <a:spcPct val="100000"/>
              </a:lnSpc>
            </a:pPr>
            <a:r>
              <a:rPr sz="2400" dirty="0">
                <a:latin typeface="Courier New"/>
                <a:cs typeface="Courier New"/>
              </a:rPr>
              <a:t>div</a:t>
            </a:r>
            <a:r>
              <a:rPr sz="2400" spc="-45" dirty="0">
                <a:latin typeface="Courier New"/>
                <a:cs typeface="Courier New"/>
              </a:rPr>
              <a:t> </a:t>
            </a:r>
            <a:r>
              <a:rPr sz="2400" dirty="0">
                <a:latin typeface="Courier New"/>
                <a:cs typeface="Courier New"/>
              </a:rPr>
              <a:t>~</a:t>
            </a:r>
            <a:r>
              <a:rPr sz="2400" spc="-45" dirty="0">
                <a:latin typeface="Courier New"/>
                <a:cs typeface="Courier New"/>
              </a:rPr>
              <a:t> </a:t>
            </a:r>
            <a:r>
              <a:rPr sz="2400" dirty="0">
                <a:latin typeface="Courier New"/>
                <a:cs typeface="Courier New"/>
              </a:rPr>
              <a:t>p</a:t>
            </a:r>
            <a:r>
              <a:rPr sz="2400" spc="-40" dirty="0">
                <a:latin typeface="Courier New"/>
                <a:cs typeface="Courier New"/>
              </a:rPr>
              <a:t> </a:t>
            </a:r>
            <a:r>
              <a:rPr sz="2400" spc="-25" dirty="0">
                <a:latin typeface="Courier New"/>
                <a:cs typeface="Courier New"/>
              </a:rPr>
              <a:t>{}</a:t>
            </a:r>
            <a:endParaRPr sz="2400" dirty="0">
              <a:latin typeface="Courier New"/>
              <a:cs typeface="Courier New"/>
            </a:endParaRPr>
          </a:p>
          <a:p>
            <a:pPr marL="212725">
              <a:lnSpc>
                <a:spcPct val="100000"/>
              </a:lnSpc>
              <a:spcBef>
                <a:spcPts val="755"/>
              </a:spcBef>
            </a:pPr>
            <a:r>
              <a:rPr sz="2750" spc="-10" dirty="0">
                <a:latin typeface="Aptos (Body)"/>
                <a:cs typeface="Gill Sans MT"/>
              </a:rPr>
              <a:t>Every</a:t>
            </a:r>
            <a:r>
              <a:rPr sz="2750" spc="-180" dirty="0">
                <a:latin typeface="Aptos (Body)"/>
                <a:cs typeface="Gill Sans MT"/>
              </a:rPr>
              <a:t> </a:t>
            </a:r>
            <a:r>
              <a:rPr sz="2750" spc="-40" dirty="0">
                <a:latin typeface="Aptos (Body)"/>
                <a:cs typeface="Gill Sans MT"/>
              </a:rPr>
              <a:t>sibling</a:t>
            </a:r>
            <a:r>
              <a:rPr sz="2750" spc="-65" dirty="0">
                <a:latin typeface="Aptos (Body)"/>
                <a:cs typeface="Gill Sans MT"/>
              </a:rPr>
              <a:t> </a:t>
            </a:r>
            <a:r>
              <a:rPr sz="2400" dirty="0">
                <a:latin typeface="Courier New"/>
                <a:cs typeface="Courier New"/>
              </a:rPr>
              <a:t>p</a:t>
            </a:r>
            <a:r>
              <a:rPr sz="2400" spc="-705" dirty="0">
                <a:latin typeface="Courier New"/>
                <a:cs typeface="Courier New"/>
              </a:rPr>
              <a:t> </a:t>
            </a:r>
            <a:r>
              <a:rPr sz="2750" dirty="0">
                <a:latin typeface="Aptos (Body)"/>
                <a:cs typeface="Gill Sans MT"/>
              </a:rPr>
              <a:t>of</a:t>
            </a:r>
            <a:r>
              <a:rPr sz="2750" spc="-25" dirty="0">
                <a:latin typeface="Gill Sans MT"/>
                <a:cs typeface="Gill Sans MT"/>
              </a:rPr>
              <a:t> </a:t>
            </a:r>
            <a:r>
              <a:rPr sz="2400" spc="-25" dirty="0">
                <a:latin typeface="Courier New"/>
                <a:cs typeface="Courier New"/>
              </a:rPr>
              <a:t>div</a:t>
            </a:r>
            <a:endParaRPr sz="2400" dirty="0">
              <a:latin typeface="Courier New"/>
              <a:cs typeface="Courier New"/>
            </a:endParaRPr>
          </a:p>
        </p:txBody>
      </p:sp>
    </p:spTree>
    <p:extLst>
      <p:ext uri="{BB962C8B-B14F-4D97-AF65-F5344CB8AC3E}">
        <p14:creationId xmlns:p14="http://schemas.microsoft.com/office/powerpoint/2010/main" val="19380854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B84A4-6547-BBE2-3132-61EE0B676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27871-02BA-8888-1FA8-E8875FA40AB4}"/>
              </a:ext>
            </a:extLst>
          </p:cNvPr>
          <p:cNvSpPr>
            <a:spLocks noGrp="1"/>
          </p:cNvSpPr>
          <p:nvPr>
            <p:ph type="title"/>
          </p:nvPr>
        </p:nvSpPr>
        <p:spPr>
          <a:xfrm>
            <a:off x="638175" y="228878"/>
            <a:ext cx="10515600" cy="1325563"/>
          </a:xfrm>
        </p:spPr>
        <p:txBody>
          <a:bodyPr/>
          <a:lstStyle/>
          <a:p>
            <a:r>
              <a:rPr lang="da-DK" spc="95" dirty="0"/>
              <a:t>CSS</a:t>
            </a:r>
            <a:r>
              <a:rPr lang="da-DK" spc="-140" dirty="0"/>
              <a:t> </a:t>
            </a:r>
            <a:r>
              <a:rPr lang="da-DK" dirty="0" err="1"/>
              <a:t>pseudo-</a:t>
            </a:r>
            <a:r>
              <a:rPr lang="da-DK" spc="-10" dirty="0" err="1"/>
              <a:t>classes</a:t>
            </a:r>
            <a:endParaRPr lang="da-DK" dirty="0"/>
          </a:p>
        </p:txBody>
      </p:sp>
      <p:sp>
        <p:nvSpPr>
          <p:cNvPr id="7" name="Content Placeholder 6">
            <a:extLst>
              <a:ext uri="{FF2B5EF4-FFF2-40B4-BE49-F238E27FC236}">
                <a16:creationId xmlns:a16="http://schemas.microsoft.com/office/drawing/2014/main" id="{221B3812-24DD-E5EE-8A36-74E794298B24}"/>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732A2186-56FD-A3DD-2FFF-2922D0270999}"/>
              </a:ext>
            </a:extLst>
          </p:cNvPr>
          <p:cNvSpPr txBox="1"/>
          <p:nvPr/>
        </p:nvSpPr>
        <p:spPr>
          <a:xfrm>
            <a:off x="1174750" y="1347191"/>
            <a:ext cx="6955155" cy="2443480"/>
          </a:xfrm>
          <a:prstGeom prst="rect">
            <a:avLst/>
          </a:prstGeom>
        </p:spPr>
        <p:txBody>
          <a:bodyPr vert="horz" wrap="square" lIns="0" tIns="121920" rIns="0" bIns="0" rtlCol="0">
            <a:spAutoFit/>
          </a:bodyPr>
          <a:lstStyle/>
          <a:p>
            <a:pPr marL="12700">
              <a:lnSpc>
                <a:spcPct val="100000"/>
              </a:lnSpc>
              <a:spcBef>
                <a:spcPts val="960"/>
              </a:spcBef>
            </a:pPr>
            <a:r>
              <a:rPr sz="2750" dirty="0">
                <a:latin typeface="Aptos (Body)"/>
                <a:cs typeface="Gill Sans MT"/>
              </a:rPr>
              <a:t>Define</a:t>
            </a:r>
            <a:r>
              <a:rPr sz="2750" spc="-130" dirty="0">
                <a:latin typeface="Aptos (Body)"/>
                <a:cs typeface="Gill Sans MT"/>
              </a:rPr>
              <a:t> </a:t>
            </a:r>
            <a:r>
              <a:rPr sz="2750" spc="-30" dirty="0">
                <a:latin typeface="Aptos (Body)"/>
                <a:cs typeface="Gill Sans MT"/>
              </a:rPr>
              <a:t>special</a:t>
            </a:r>
            <a:r>
              <a:rPr sz="2750" spc="-110" dirty="0">
                <a:latin typeface="Aptos (Body)"/>
                <a:cs typeface="Gill Sans MT"/>
              </a:rPr>
              <a:t> </a:t>
            </a:r>
            <a:r>
              <a:rPr sz="2750" spc="-35" dirty="0">
                <a:latin typeface="Aptos (Body)"/>
                <a:cs typeface="Gill Sans MT"/>
              </a:rPr>
              <a:t>states</a:t>
            </a:r>
            <a:r>
              <a:rPr sz="2750" spc="-65" dirty="0">
                <a:latin typeface="Aptos (Body)"/>
                <a:cs typeface="Gill Sans MT"/>
              </a:rPr>
              <a:t> </a:t>
            </a:r>
            <a:r>
              <a:rPr sz="2750" dirty="0">
                <a:latin typeface="Aptos (Body)"/>
                <a:cs typeface="Gill Sans MT"/>
              </a:rPr>
              <a:t>of</a:t>
            </a:r>
            <a:r>
              <a:rPr sz="2750" spc="-150" dirty="0">
                <a:latin typeface="Aptos (Body)"/>
                <a:cs typeface="Gill Sans MT"/>
              </a:rPr>
              <a:t> </a:t>
            </a:r>
            <a:r>
              <a:rPr sz="2750" spc="-10" dirty="0">
                <a:latin typeface="Aptos (Body)"/>
                <a:cs typeface="Gill Sans MT"/>
              </a:rPr>
              <a:t>elements</a:t>
            </a:r>
            <a:endParaRPr sz="2750" dirty="0">
              <a:latin typeface="Aptos (Body)"/>
              <a:cs typeface="Gill Sans MT"/>
            </a:endParaRPr>
          </a:p>
          <a:p>
            <a:pPr marL="193675">
              <a:lnSpc>
                <a:spcPct val="100000"/>
              </a:lnSpc>
              <a:spcBef>
                <a:spcPts val="730"/>
              </a:spcBef>
            </a:pPr>
            <a:r>
              <a:rPr sz="2400" dirty="0">
                <a:latin typeface="Courier New"/>
                <a:cs typeface="Courier New"/>
              </a:rPr>
              <a:t>:visited,</a:t>
            </a:r>
            <a:r>
              <a:rPr sz="2400" spc="-110" dirty="0">
                <a:latin typeface="Courier New"/>
                <a:cs typeface="Courier New"/>
              </a:rPr>
              <a:t> </a:t>
            </a:r>
            <a:r>
              <a:rPr sz="2400" dirty="0">
                <a:latin typeface="Courier New"/>
                <a:cs typeface="Courier New"/>
              </a:rPr>
              <a:t>:active,</a:t>
            </a:r>
            <a:r>
              <a:rPr sz="2400" spc="-110" dirty="0">
                <a:latin typeface="Courier New"/>
                <a:cs typeface="Courier New"/>
              </a:rPr>
              <a:t> </a:t>
            </a:r>
            <a:r>
              <a:rPr sz="2400" spc="-10" dirty="0">
                <a:latin typeface="Courier New"/>
                <a:cs typeface="Courier New"/>
              </a:rPr>
              <a:t>:hover</a:t>
            </a:r>
            <a:endParaRPr sz="2400" dirty="0">
              <a:latin typeface="Courier New"/>
              <a:cs typeface="Courier New"/>
            </a:endParaRPr>
          </a:p>
          <a:p>
            <a:pPr>
              <a:lnSpc>
                <a:spcPct val="100000"/>
              </a:lnSpc>
              <a:spcBef>
                <a:spcPts val="1635"/>
              </a:spcBef>
            </a:pPr>
            <a:endParaRPr sz="2400" dirty="0">
              <a:latin typeface="Courier New"/>
              <a:cs typeface="Courier New"/>
            </a:endParaRPr>
          </a:p>
          <a:p>
            <a:pPr marL="12700">
              <a:lnSpc>
                <a:spcPct val="100000"/>
              </a:lnSpc>
            </a:pPr>
            <a:r>
              <a:rPr sz="2750" dirty="0">
                <a:latin typeface="Aptos (Body)"/>
                <a:cs typeface="Gill Sans MT"/>
              </a:rPr>
              <a:t>Define</a:t>
            </a:r>
            <a:r>
              <a:rPr sz="2750" spc="-130" dirty="0">
                <a:latin typeface="Aptos (Body)"/>
                <a:cs typeface="Gill Sans MT"/>
              </a:rPr>
              <a:t> </a:t>
            </a:r>
            <a:r>
              <a:rPr sz="2750" spc="-30" dirty="0">
                <a:latin typeface="Aptos (Body)"/>
                <a:cs typeface="Gill Sans MT"/>
              </a:rPr>
              <a:t>special</a:t>
            </a:r>
            <a:r>
              <a:rPr sz="2750" spc="-114" dirty="0">
                <a:latin typeface="Aptos (Body)"/>
                <a:cs typeface="Gill Sans MT"/>
              </a:rPr>
              <a:t> </a:t>
            </a:r>
            <a:r>
              <a:rPr sz="2750" spc="-45" dirty="0">
                <a:latin typeface="Aptos (Body)"/>
                <a:cs typeface="Gill Sans MT"/>
              </a:rPr>
              <a:t>structure</a:t>
            </a:r>
            <a:r>
              <a:rPr sz="2750" spc="-10" dirty="0">
                <a:latin typeface="Aptos (Body)"/>
                <a:cs typeface="Gill Sans MT"/>
              </a:rPr>
              <a:t> </a:t>
            </a:r>
            <a:r>
              <a:rPr sz="2750" dirty="0">
                <a:latin typeface="Aptos (Body)"/>
                <a:cs typeface="Gill Sans MT"/>
              </a:rPr>
              <a:t>of</a:t>
            </a:r>
            <a:r>
              <a:rPr sz="2750" spc="-155" dirty="0">
                <a:latin typeface="Aptos (Body)"/>
                <a:cs typeface="Gill Sans MT"/>
              </a:rPr>
              <a:t> </a:t>
            </a:r>
            <a:r>
              <a:rPr sz="2750" spc="-10" dirty="0">
                <a:latin typeface="Aptos (Body)"/>
                <a:cs typeface="Gill Sans MT"/>
              </a:rPr>
              <a:t>elements</a:t>
            </a:r>
            <a:endParaRPr sz="2750" dirty="0">
              <a:latin typeface="Aptos (Body)"/>
              <a:cs typeface="Gill Sans MT"/>
            </a:endParaRPr>
          </a:p>
          <a:p>
            <a:pPr marL="193675">
              <a:lnSpc>
                <a:spcPct val="100000"/>
              </a:lnSpc>
              <a:spcBef>
                <a:spcPts val="730"/>
              </a:spcBef>
            </a:pPr>
            <a:r>
              <a:rPr sz="2400" spc="-25" dirty="0">
                <a:latin typeface="Courier New"/>
                <a:cs typeface="Courier New"/>
              </a:rPr>
              <a:t>:first-</a:t>
            </a:r>
            <a:r>
              <a:rPr sz="2400" dirty="0">
                <a:latin typeface="Courier New"/>
                <a:cs typeface="Courier New"/>
              </a:rPr>
              <a:t>child,</a:t>
            </a:r>
            <a:r>
              <a:rPr sz="2400" spc="40" dirty="0">
                <a:latin typeface="Courier New"/>
                <a:cs typeface="Courier New"/>
              </a:rPr>
              <a:t> </a:t>
            </a:r>
            <a:r>
              <a:rPr sz="2400" spc="-10" dirty="0">
                <a:latin typeface="Courier New"/>
                <a:cs typeface="Courier New"/>
              </a:rPr>
              <a:t>:last-</a:t>
            </a:r>
            <a:r>
              <a:rPr sz="2400" dirty="0">
                <a:latin typeface="Courier New"/>
                <a:cs typeface="Courier New"/>
              </a:rPr>
              <a:t>child,</a:t>
            </a:r>
            <a:r>
              <a:rPr sz="2400" spc="40" dirty="0">
                <a:latin typeface="Courier New"/>
                <a:cs typeface="Courier New"/>
              </a:rPr>
              <a:t> </a:t>
            </a:r>
            <a:r>
              <a:rPr sz="2400" spc="-10" dirty="0">
                <a:latin typeface="Courier New"/>
                <a:cs typeface="Courier New"/>
              </a:rPr>
              <a:t>:nth-child</a:t>
            </a:r>
            <a:endParaRPr sz="2400" dirty="0">
              <a:latin typeface="Courier New"/>
              <a:cs typeface="Courier New"/>
            </a:endParaRPr>
          </a:p>
        </p:txBody>
      </p:sp>
      <p:sp>
        <p:nvSpPr>
          <p:cNvPr id="8" name="Rectangle: Rounded Corners 7">
            <a:extLst>
              <a:ext uri="{FF2B5EF4-FFF2-40B4-BE49-F238E27FC236}">
                <a16:creationId xmlns:a16="http://schemas.microsoft.com/office/drawing/2014/main" id="{3F1CB1FF-2F41-0F39-9572-02E4F6A85389}"/>
              </a:ext>
            </a:extLst>
          </p:cNvPr>
          <p:cNvSpPr/>
          <p:nvPr/>
        </p:nvSpPr>
        <p:spPr>
          <a:xfrm>
            <a:off x="7346950" y="1027906"/>
            <a:ext cx="4343400" cy="1828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CSS offers pseudo-classes to define styles for different states of an element during user interaction. These pseudo-classes are useful for creating dynamic effects without using JavaScript.</a:t>
            </a:r>
          </a:p>
        </p:txBody>
      </p:sp>
      <p:pic>
        <p:nvPicPr>
          <p:cNvPr id="9" name="Picture 8">
            <a:extLst>
              <a:ext uri="{FF2B5EF4-FFF2-40B4-BE49-F238E27FC236}">
                <a16:creationId xmlns:a16="http://schemas.microsoft.com/office/drawing/2014/main" id="{1F76DC71-937E-129E-4456-3CCAF38ED35C}"/>
              </a:ext>
            </a:extLst>
          </p:cNvPr>
          <p:cNvPicPr>
            <a:picLocks noChangeAspect="1"/>
          </p:cNvPicPr>
          <p:nvPr/>
        </p:nvPicPr>
        <p:blipFill>
          <a:blip r:embed="rId2"/>
          <a:stretch>
            <a:fillRect/>
          </a:stretch>
        </p:blipFill>
        <p:spPr>
          <a:xfrm>
            <a:off x="475466" y="4061855"/>
            <a:ext cx="5620534" cy="771633"/>
          </a:xfrm>
          <a:prstGeom prst="rect">
            <a:avLst/>
          </a:prstGeom>
        </p:spPr>
      </p:pic>
      <p:pic>
        <p:nvPicPr>
          <p:cNvPr id="10" name="Picture 9">
            <a:extLst>
              <a:ext uri="{FF2B5EF4-FFF2-40B4-BE49-F238E27FC236}">
                <a16:creationId xmlns:a16="http://schemas.microsoft.com/office/drawing/2014/main" id="{C41EBFE8-DB0B-0395-C741-B45983F2238D}"/>
              </a:ext>
            </a:extLst>
          </p:cNvPr>
          <p:cNvPicPr>
            <a:picLocks noChangeAspect="1"/>
          </p:cNvPicPr>
          <p:nvPr/>
        </p:nvPicPr>
        <p:blipFill>
          <a:blip r:embed="rId3"/>
          <a:stretch>
            <a:fillRect/>
          </a:stretch>
        </p:blipFill>
        <p:spPr>
          <a:xfrm>
            <a:off x="6629400" y="3901449"/>
            <a:ext cx="5268060" cy="809738"/>
          </a:xfrm>
          <a:prstGeom prst="rect">
            <a:avLst/>
          </a:prstGeom>
        </p:spPr>
      </p:pic>
      <p:pic>
        <p:nvPicPr>
          <p:cNvPr id="13" name="Picture 12">
            <a:extLst>
              <a:ext uri="{FF2B5EF4-FFF2-40B4-BE49-F238E27FC236}">
                <a16:creationId xmlns:a16="http://schemas.microsoft.com/office/drawing/2014/main" id="{964378FA-E691-B235-65DD-EF23EF6ADF70}"/>
              </a:ext>
            </a:extLst>
          </p:cNvPr>
          <p:cNvPicPr>
            <a:picLocks noChangeAspect="1"/>
          </p:cNvPicPr>
          <p:nvPr/>
        </p:nvPicPr>
        <p:blipFill>
          <a:blip r:embed="rId4"/>
          <a:stretch>
            <a:fillRect/>
          </a:stretch>
        </p:blipFill>
        <p:spPr>
          <a:xfrm>
            <a:off x="6191212" y="4865902"/>
            <a:ext cx="5801535" cy="876422"/>
          </a:xfrm>
          <a:prstGeom prst="rect">
            <a:avLst/>
          </a:prstGeom>
        </p:spPr>
      </p:pic>
      <p:pic>
        <p:nvPicPr>
          <p:cNvPr id="14" name="Picture 13">
            <a:extLst>
              <a:ext uri="{FF2B5EF4-FFF2-40B4-BE49-F238E27FC236}">
                <a16:creationId xmlns:a16="http://schemas.microsoft.com/office/drawing/2014/main" id="{C684B0AE-16AA-B0F7-A059-08AEBE4D93A6}"/>
              </a:ext>
            </a:extLst>
          </p:cNvPr>
          <p:cNvPicPr>
            <a:picLocks noChangeAspect="1"/>
          </p:cNvPicPr>
          <p:nvPr/>
        </p:nvPicPr>
        <p:blipFill>
          <a:blip r:embed="rId5"/>
          <a:stretch>
            <a:fillRect/>
          </a:stretch>
        </p:blipFill>
        <p:spPr>
          <a:xfrm>
            <a:off x="5981633" y="5830094"/>
            <a:ext cx="6011114" cy="819264"/>
          </a:xfrm>
          <a:prstGeom prst="rect">
            <a:avLst/>
          </a:prstGeom>
        </p:spPr>
      </p:pic>
    </p:spTree>
    <p:extLst>
      <p:ext uri="{BB962C8B-B14F-4D97-AF65-F5344CB8AC3E}">
        <p14:creationId xmlns:p14="http://schemas.microsoft.com/office/powerpoint/2010/main" val="170939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5D973-D8D0-FF43-E64E-29CD2F4DE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05529-BA6A-D0FC-4BAB-BBB521862738}"/>
              </a:ext>
            </a:extLst>
          </p:cNvPr>
          <p:cNvSpPr>
            <a:spLocks noGrp="1"/>
          </p:cNvSpPr>
          <p:nvPr>
            <p:ph type="title"/>
          </p:nvPr>
        </p:nvSpPr>
        <p:spPr/>
        <p:txBody>
          <a:bodyPr/>
          <a:lstStyle/>
          <a:p>
            <a:r>
              <a:rPr lang="da-DK" spc="95" dirty="0"/>
              <a:t>CSS</a:t>
            </a:r>
            <a:r>
              <a:rPr lang="da-DK" spc="-140" dirty="0"/>
              <a:t> </a:t>
            </a:r>
            <a:r>
              <a:rPr lang="da-DK" dirty="0"/>
              <a:t>pseudo-</a:t>
            </a:r>
            <a:r>
              <a:rPr lang="da-DK" spc="-10" dirty="0"/>
              <a:t>elements</a:t>
            </a:r>
            <a:endParaRPr lang="da-DK" dirty="0"/>
          </a:p>
        </p:txBody>
      </p:sp>
      <p:sp>
        <p:nvSpPr>
          <p:cNvPr id="7" name="Content Placeholder 6">
            <a:extLst>
              <a:ext uri="{FF2B5EF4-FFF2-40B4-BE49-F238E27FC236}">
                <a16:creationId xmlns:a16="http://schemas.microsoft.com/office/drawing/2014/main" id="{61CD73E5-0E66-E09E-C340-77729B0D97BA}"/>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CC9E688A-D9E1-84CF-58AC-1771A5F692CB}"/>
              </a:ext>
            </a:extLst>
          </p:cNvPr>
          <p:cNvSpPr txBox="1"/>
          <p:nvPr/>
        </p:nvSpPr>
        <p:spPr>
          <a:xfrm>
            <a:off x="838200" y="1442441"/>
            <a:ext cx="9522460" cy="2443480"/>
          </a:xfrm>
          <a:prstGeom prst="rect">
            <a:avLst/>
          </a:prstGeom>
        </p:spPr>
        <p:txBody>
          <a:bodyPr vert="horz" wrap="square" lIns="0" tIns="121920" rIns="0" bIns="0" rtlCol="0">
            <a:spAutoFit/>
          </a:bodyPr>
          <a:lstStyle/>
          <a:p>
            <a:pPr marL="12700">
              <a:lnSpc>
                <a:spcPct val="100000"/>
              </a:lnSpc>
              <a:spcBef>
                <a:spcPts val="960"/>
              </a:spcBef>
            </a:pPr>
            <a:r>
              <a:rPr sz="2750" spc="-40" dirty="0">
                <a:latin typeface="Aptos (Body)"/>
                <a:cs typeface="Gill Sans MT"/>
              </a:rPr>
              <a:t>For</a:t>
            </a:r>
            <a:r>
              <a:rPr sz="2750" spc="-155" dirty="0">
                <a:latin typeface="Aptos (Body)"/>
                <a:cs typeface="Gill Sans MT"/>
              </a:rPr>
              <a:t> </a:t>
            </a:r>
            <a:r>
              <a:rPr sz="2750" spc="-20" dirty="0">
                <a:latin typeface="Aptos (Body)"/>
                <a:cs typeface="Gill Sans MT"/>
              </a:rPr>
              <a:t>specific</a:t>
            </a:r>
            <a:r>
              <a:rPr sz="2750" spc="-100" dirty="0">
                <a:latin typeface="Aptos (Body)"/>
                <a:cs typeface="Gill Sans MT"/>
              </a:rPr>
              <a:t> </a:t>
            </a:r>
            <a:r>
              <a:rPr sz="2750" dirty="0">
                <a:latin typeface="Aptos (Body)"/>
                <a:cs typeface="Gill Sans MT"/>
              </a:rPr>
              <a:t>parts</a:t>
            </a:r>
            <a:r>
              <a:rPr sz="2750" spc="-25" dirty="0">
                <a:latin typeface="Aptos (Body)"/>
                <a:cs typeface="Gill Sans MT"/>
              </a:rPr>
              <a:t> </a:t>
            </a:r>
            <a:r>
              <a:rPr sz="2750" dirty="0">
                <a:latin typeface="Aptos (Body)"/>
                <a:cs typeface="Gill Sans MT"/>
              </a:rPr>
              <a:t>of</a:t>
            </a:r>
            <a:r>
              <a:rPr sz="2750" spc="-120" dirty="0">
                <a:latin typeface="Aptos (Body)"/>
                <a:cs typeface="Gill Sans MT"/>
              </a:rPr>
              <a:t> </a:t>
            </a:r>
            <a:r>
              <a:rPr sz="2750" dirty="0">
                <a:latin typeface="Aptos (Body)"/>
                <a:cs typeface="Gill Sans MT"/>
              </a:rPr>
              <a:t>an</a:t>
            </a:r>
            <a:r>
              <a:rPr sz="2750" spc="-90" dirty="0">
                <a:latin typeface="Aptos (Body)"/>
                <a:cs typeface="Gill Sans MT"/>
              </a:rPr>
              <a:t> </a:t>
            </a:r>
            <a:r>
              <a:rPr sz="2750" spc="-10" dirty="0">
                <a:latin typeface="Aptos (Body)"/>
                <a:cs typeface="Gill Sans MT"/>
              </a:rPr>
              <a:t>element</a:t>
            </a:r>
            <a:endParaRPr sz="2750" dirty="0">
              <a:latin typeface="Aptos (Body)"/>
              <a:cs typeface="Gill Sans MT"/>
            </a:endParaRPr>
          </a:p>
          <a:p>
            <a:pPr marL="193675">
              <a:lnSpc>
                <a:spcPct val="100000"/>
              </a:lnSpc>
              <a:spcBef>
                <a:spcPts val="730"/>
              </a:spcBef>
            </a:pPr>
            <a:r>
              <a:rPr sz="2400" spc="-10" dirty="0">
                <a:latin typeface="Courier New"/>
                <a:cs typeface="Courier New"/>
              </a:rPr>
              <a:t>::first-</a:t>
            </a:r>
            <a:r>
              <a:rPr sz="2400" dirty="0">
                <a:latin typeface="Courier New"/>
                <a:cs typeface="Courier New"/>
              </a:rPr>
              <a:t>line,</a:t>
            </a:r>
            <a:r>
              <a:rPr sz="2400" spc="25" dirty="0">
                <a:latin typeface="Courier New"/>
                <a:cs typeface="Courier New"/>
              </a:rPr>
              <a:t> </a:t>
            </a:r>
            <a:r>
              <a:rPr sz="2400" spc="-10" dirty="0">
                <a:latin typeface="Courier New"/>
                <a:cs typeface="Courier New"/>
              </a:rPr>
              <a:t>::first-</a:t>
            </a:r>
            <a:r>
              <a:rPr sz="2400" dirty="0">
                <a:latin typeface="Courier New"/>
                <a:cs typeface="Courier New"/>
              </a:rPr>
              <a:t>letter,</a:t>
            </a:r>
            <a:r>
              <a:rPr sz="2400" spc="-45" dirty="0">
                <a:latin typeface="Courier New"/>
                <a:cs typeface="Courier New"/>
              </a:rPr>
              <a:t> </a:t>
            </a:r>
            <a:r>
              <a:rPr sz="2400" dirty="0">
                <a:latin typeface="Courier New"/>
                <a:cs typeface="Courier New"/>
              </a:rPr>
              <a:t>::marker,</a:t>
            </a:r>
            <a:r>
              <a:rPr sz="2400" spc="-50" dirty="0">
                <a:latin typeface="Courier New"/>
                <a:cs typeface="Courier New"/>
              </a:rPr>
              <a:t> </a:t>
            </a:r>
            <a:r>
              <a:rPr sz="2400" spc="-10" dirty="0">
                <a:latin typeface="Courier New"/>
                <a:cs typeface="Courier New"/>
              </a:rPr>
              <a:t>::selection</a:t>
            </a:r>
            <a:endParaRPr sz="2400" dirty="0">
              <a:latin typeface="Courier New"/>
              <a:cs typeface="Courier New"/>
            </a:endParaRPr>
          </a:p>
          <a:p>
            <a:pPr>
              <a:lnSpc>
                <a:spcPct val="100000"/>
              </a:lnSpc>
              <a:spcBef>
                <a:spcPts val="1635"/>
              </a:spcBef>
            </a:pPr>
            <a:endParaRPr sz="2400" dirty="0">
              <a:latin typeface="Courier New"/>
              <a:cs typeface="Courier New"/>
            </a:endParaRPr>
          </a:p>
          <a:p>
            <a:pPr marL="12700">
              <a:lnSpc>
                <a:spcPct val="100000"/>
              </a:lnSpc>
            </a:pPr>
            <a:r>
              <a:rPr sz="2750" spc="-25" dirty="0">
                <a:latin typeface="Aptos (Body)"/>
                <a:cs typeface="Gill Sans MT"/>
              </a:rPr>
              <a:t>Insert</a:t>
            </a:r>
            <a:r>
              <a:rPr sz="2750" spc="-155" dirty="0">
                <a:latin typeface="Aptos (Body)"/>
                <a:cs typeface="Gill Sans MT"/>
              </a:rPr>
              <a:t> </a:t>
            </a:r>
            <a:r>
              <a:rPr sz="2750" spc="-10" dirty="0">
                <a:latin typeface="Aptos (Body)"/>
                <a:cs typeface="Gill Sans MT"/>
              </a:rPr>
              <a:t>elements</a:t>
            </a:r>
            <a:endParaRPr sz="2750" dirty="0">
              <a:latin typeface="Aptos (Body)"/>
              <a:cs typeface="Gill Sans MT"/>
            </a:endParaRPr>
          </a:p>
          <a:p>
            <a:pPr marL="193675">
              <a:lnSpc>
                <a:spcPct val="100000"/>
              </a:lnSpc>
              <a:spcBef>
                <a:spcPts val="730"/>
              </a:spcBef>
            </a:pPr>
            <a:r>
              <a:rPr sz="2400" dirty="0">
                <a:latin typeface="Courier New"/>
                <a:cs typeface="Courier New"/>
              </a:rPr>
              <a:t>::before,</a:t>
            </a:r>
            <a:r>
              <a:rPr sz="2400" spc="-130" dirty="0">
                <a:latin typeface="Courier New"/>
                <a:cs typeface="Courier New"/>
              </a:rPr>
              <a:t> </a:t>
            </a:r>
            <a:r>
              <a:rPr sz="2400" spc="-10" dirty="0">
                <a:latin typeface="Courier New"/>
                <a:cs typeface="Courier New"/>
              </a:rPr>
              <a:t>::after</a:t>
            </a:r>
            <a:endParaRPr sz="2400" dirty="0">
              <a:latin typeface="Courier New"/>
              <a:cs typeface="Courier New"/>
            </a:endParaRPr>
          </a:p>
        </p:txBody>
      </p:sp>
      <p:pic>
        <p:nvPicPr>
          <p:cNvPr id="12" name="Picture 11">
            <a:extLst>
              <a:ext uri="{FF2B5EF4-FFF2-40B4-BE49-F238E27FC236}">
                <a16:creationId xmlns:a16="http://schemas.microsoft.com/office/drawing/2014/main" id="{738D29DD-698C-58F0-F50B-07296DE1A21C}"/>
              </a:ext>
            </a:extLst>
          </p:cNvPr>
          <p:cNvPicPr>
            <a:picLocks noChangeAspect="1"/>
          </p:cNvPicPr>
          <p:nvPr/>
        </p:nvPicPr>
        <p:blipFill>
          <a:blip r:embed="rId2"/>
          <a:stretch>
            <a:fillRect/>
          </a:stretch>
        </p:blipFill>
        <p:spPr>
          <a:xfrm>
            <a:off x="2343150" y="4063402"/>
            <a:ext cx="7135221" cy="2286319"/>
          </a:xfrm>
          <a:prstGeom prst="rect">
            <a:avLst/>
          </a:prstGeom>
        </p:spPr>
      </p:pic>
    </p:spTree>
    <p:extLst>
      <p:ext uri="{BB962C8B-B14F-4D97-AF65-F5344CB8AC3E}">
        <p14:creationId xmlns:p14="http://schemas.microsoft.com/office/powerpoint/2010/main" val="31540008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5B40B0-41BD-B93B-575F-8B94FDB0F9B3}"/>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F7B4C523-9FB9-207C-9290-9CD8860C8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DC5CC17C-00BD-C6EE-99FE-709D7E5D7042}"/>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Layout</a:t>
            </a:r>
          </a:p>
        </p:txBody>
      </p:sp>
      <p:sp>
        <p:nvSpPr>
          <p:cNvPr id="228" name="Rectangle 227">
            <a:extLst>
              <a:ext uri="{FF2B5EF4-FFF2-40B4-BE49-F238E27FC236}">
                <a16:creationId xmlns:a16="http://schemas.microsoft.com/office/drawing/2014/main" id="{9BECB822-0533-10CC-5470-583C185F6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D5DBD05F-4107-2A05-DC22-642C6AC6482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312C8B8-6325-076A-95D0-A9B2EE7963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6367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828D6-6F3C-01AB-E5CF-891ADC64A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F0AA9-E8BC-607A-A771-A600540EC552}"/>
              </a:ext>
            </a:extLst>
          </p:cNvPr>
          <p:cNvSpPr>
            <a:spLocks noGrp="1"/>
          </p:cNvSpPr>
          <p:nvPr>
            <p:ph type="title"/>
          </p:nvPr>
        </p:nvSpPr>
        <p:spPr/>
        <p:txBody>
          <a:bodyPr/>
          <a:lstStyle/>
          <a:p>
            <a:r>
              <a:rPr lang="da-DK" dirty="0"/>
              <a:t>Box</a:t>
            </a:r>
            <a:r>
              <a:rPr lang="da-DK" spc="-120" dirty="0"/>
              <a:t> </a:t>
            </a:r>
            <a:r>
              <a:rPr lang="da-DK" spc="-20" dirty="0"/>
              <a:t>Model</a:t>
            </a:r>
            <a:endParaRPr lang="da-DK" dirty="0"/>
          </a:p>
        </p:txBody>
      </p:sp>
      <p:sp>
        <p:nvSpPr>
          <p:cNvPr id="7" name="Content Placeholder 6">
            <a:extLst>
              <a:ext uri="{FF2B5EF4-FFF2-40B4-BE49-F238E27FC236}">
                <a16:creationId xmlns:a16="http://schemas.microsoft.com/office/drawing/2014/main" id="{996EDB2C-1235-2E75-93D6-E35802DC4F05}"/>
              </a:ext>
            </a:extLst>
          </p:cNvPr>
          <p:cNvSpPr>
            <a:spLocks noGrp="1"/>
          </p:cNvSpPr>
          <p:nvPr>
            <p:ph idx="1"/>
          </p:nvPr>
        </p:nvSpPr>
        <p:spPr/>
        <p:txBody>
          <a:bodyPr/>
          <a:lstStyle/>
          <a:p>
            <a:pPr marL="0" indent="0">
              <a:buNone/>
            </a:pPr>
            <a:r>
              <a:rPr lang="da-DK" dirty="0"/>
              <a:t> </a:t>
            </a:r>
          </a:p>
        </p:txBody>
      </p:sp>
      <p:pic>
        <p:nvPicPr>
          <p:cNvPr id="5" name="object 3">
            <a:extLst>
              <a:ext uri="{FF2B5EF4-FFF2-40B4-BE49-F238E27FC236}">
                <a16:creationId xmlns:a16="http://schemas.microsoft.com/office/drawing/2014/main" id="{1700081C-7F6B-9050-5F31-A6620CF130A0}"/>
              </a:ext>
            </a:extLst>
          </p:cNvPr>
          <p:cNvPicPr/>
          <p:nvPr/>
        </p:nvPicPr>
        <p:blipFill>
          <a:blip r:embed="rId2" cstate="print"/>
          <a:stretch>
            <a:fillRect/>
          </a:stretch>
        </p:blipFill>
        <p:spPr>
          <a:xfrm>
            <a:off x="1133475" y="1442228"/>
            <a:ext cx="9048750" cy="3396471"/>
          </a:xfrm>
          <a:prstGeom prst="rect">
            <a:avLst/>
          </a:prstGeom>
        </p:spPr>
      </p:pic>
      <p:sp>
        <p:nvSpPr>
          <p:cNvPr id="8" name="Rectangle: Rounded Corners 7">
            <a:extLst>
              <a:ext uri="{FF2B5EF4-FFF2-40B4-BE49-F238E27FC236}">
                <a16:creationId xmlns:a16="http://schemas.microsoft.com/office/drawing/2014/main" id="{C0112563-920D-3072-F4B0-C97433425614}"/>
              </a:ext>
            </a:extLst>
          </p:cNvPr>
          <p:cNvSpPr/>
          <p:nvPr/>
        </p:nvSpPr>
        <p:spPr>
          <a:xfrm>
            <a:off x="4105275" y="4973636"/>
            <a:ext cx="7696200" cy="1524000"/>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a:ln>
                  <a:noFill/>
                </a:ln>
                <a:solidFill>
                  <a:schemeClr val="tx1"/>
                </a:solidFill>
                <a:effectLst/>
                <a:latin typeface="Arial" panose="020B0604020202020204" pitchFamily="34" charset="0"/>
              </a:rPr>
              <a:t>Content</a:t>
            </a:r>
            <a:r>
              <a:rPr kumimoji="0" lang="da-DK" altLang="da-DK" sz="1800" b="0" i="0" u="none" strike="noStrike" cap="none" normalizeH="0" baseline="0" dirty="0">
                <a:ln>
                  <a:noFill/>
                </a:ln>
                <a:solidFill>
                  <a:schemeClr val="tx1"/>
                </a:solidFill>
                <a:effectLst/>
                <a:latin typeface="Arial" panose="020B0604020202020204" pitchFamily="34" charset="0"/>
              </a:rPr>
              <a:t>: </a:t>
            </a:r>
            <a:r>
              <a:rPr kumimoji="0" lang="da-DK" altLang="da-DK" sz="1800" b="0" i="0" u="none" strike="noStrike" cap="none" normalizeH="0" baseline="0" dirty="0" err="1">
                <a:ln>
                  <a:noFill/>
                </a:ln>
                <a:solidFill>
                  <a:schemeClr val="tx1"/>
                </a:solidFill>
                <a:effectLst/>
                <a:latin typeface="Arial" panose="020B0604020202020204" pitchFamily="34" charset="0"/>
              </a:rPr>
              <a:t>Where</a:t>
            </a:r>
            <a:r>
              <a:rPr kumimoji="0" lang="da-DK" altLang="da-DK" sz="1800" b="0" i="0" u="none" strike="noStrike" cap="none" normalizeH="0" baseline="0" dirty="0">
                <a:ln>
                  <a:noFill/>
                </a:ln>
                <a:solidFill>
                  <a:schemeClr val="tx1"/>
                </a:solidFill>
                <a:effectLst/>
                <a:latin typeface="Arial" panose="020B0604020202020204" pitchFamily="34" charset="0"/>
              </a:rPr>
              <a:t> the </a:t>
            </a:r>
            <a:r>
              <a:rPr kumimoji="0" lang="da-DK" altLang="da-DK" sz="1800" b="0" i="0" u="none" strike="noStrike" cap="none" normalizeH="0" baseline="0" dirty="0" err="1">
                <a:ln>
                  <a:noFill/>
                </a:ln>
                <a:solidFill>
                  <a:schemeClr val="tx1"/>
                </a:solidFill>
                <a:effectLst/>
                <a:latin typeface="Arial" panose="020B0604020202020204" pitchFamily="34" charset="0"/>
              </a:rPr>
              <a:t>actual</a:t>
            </a:r>
            <a:r>
              <a:rPr kumimoji="0" lang="da-DK" altLang="da-DK" sz="1800" b="0" i="0" u="none" strike="noStrike" cap="none" normalizeH="0" baseline="0" dirty="0">
                <a:ln>
                  <a:noFill/>
                </a:ln>
                <a:solidFill>
                  <a:schemeClr val="tx1"/>
                </a:solidFill>
                <a:effectLst/>
                <a:latin typeface="Arial" panose="020B0604020202020204" pitchFamily="34" charset="0"/>
              </a:rPr>
              <a:t> </a:t>
            </a:r>
            <a:r>
              <a:rPr kumimoji="0" lang="da-DK" altLang="da-DK" sz="1800" b="0" i="0" u="none" strike="noStrike" cap="none" normalizeH="0" baseline="0" dirty="0" err="1">
                <a:ln>
                  <a:noFill/>
                </a:ln>
                <a:solidFill>
                  <a:schemeClr val="tx1"/>
                </a:solidFill>
                <a:effectLst/>
                <a:latin typeface="Arial" panose="020B0604020202020204" pitchFamily="34" charset="0"/>
              </a:rPr>
              <a:t>text</a:t>
            </a:r>
            <a:r>
              <a:rPr kumimoji="0" lang="da-DK" altLang="da-DK" sz="1800" b="0" i="0" u="none" strike="noStrike" cap="none" normalizeH="0" baseline="0" dirty="0">
                <a:ln>
                  <a:noFill/>
                </a:ln>
                <a:solidFill>
                  <a:schemeClr val="tx1"/>
                </a:solidFill>
                <a:effectLst/>
                <a:latin typeface="Arial" panose="020B0604020202020204" pitchFamily="34" charset="0"/>
              </a:rPr>
              <a:t> or image </a:t>
            </a:r>
            <a:r>
              <a:rPr kumimoji="0" lang="da-DK" altLang="da-DK" sz="1800" b="0" i="0" u="none" strike="noStrike" cap="none" normalizeH="0" baseline="0" dirty="0" err="1">
                <a:ln>
                  <a:noFill/>
                </a:ln>
                <a:solidFill>
                  <a:schemeClr val="tx1"/>
                </a:solidFill>
                <a:effectLst/>
                <a:latin typeface="Arial" panose="020B0604020202020204" pitchFamily="34" charset="0"/>
              </a:rPr>
              <a:t>sits</a:t>
            </a:r>
            <a:r>
              <a:rPr kumimoji="0" lang="da-DK" altLang="da-D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err="1">
                <a:ln>
                  <a:noFill/>
                </a:ln>
                <a:solidFill>
                  <a:schemeClr val="tx1"/>
                </a:solidFill>
                <a:effectLst/>
                <a:latin typeface="Arial" panose="020B0604020202020204" pitchFamily="34" charset="0"/>
              </a:rPr>
              <a:t>Padding</a:t>
            </a:r>
            <a:r>
              <a:rPr kumimoji="0" lang="da-DK" altLang="da-DK" sz="1800" b="0" i="0" u="none" strike="noStrike" cap="none" normalizeH="0" baseline="0" dirty="0">
                <a:ln>
                  <a:noFill/>
                </a:ln>
                <a:solidFill>
                  <a:schemeClr val="tx1"/>
                </a:solidFill>
                <a:effectLst/>
                <a:latin typeface="Arial" panose="020B0604020202020204" pitchFamily="34" charset="0"/>
              </a:rPr>
              <a:t>: Space </a:t>
            </a:r>
            <a:r>
              <a:rPr kumimoji="0" lang="da-DK" altLang="da-DK" sz="1800" b="0" i="0" u="none" strike="noStrike" cap="none" normalizeH="0" baseline="0" dirty="0" err="1">
                <a:ln>
                  <a:noFill/>
                </a:ln>
                <a:solidFill>
                  <a:schemeClr val="tx1"/>
                </a:solidFill>
                <a:effectLst/>
                <a:latin typeface="Arial" panose="020B0604020202020204" pitchFamily="34" charset="0"/>
              </a:rPr>
              <a:t>between</a:t>
            </a:r>
            <a:r>
              <a:rPr kumimoji="0" lang="da-DK" altLang="da-DK" sz="1800" b="0" i="0" u="none" strike="noStrike" cap="none" normalizeH="0" baseline="0" dirty="0">
                <a:ln>
                  <a:noFill/>
                </a:ln>
                <a:solidFill>
                  <a:schemeClr val="tx1"/>
                </a:solidFill>
                <a:effectLst/>
                <a:latin typeface="Arial" panose="020B0604020202020204" pitchFamily="34" charset="0"/>
              </a:rPr>
              <a:t> the content and the border.</a:t>
            </a:r>
          </a:p>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a:ln>
                  <a:noFill/>
                </a:ln>
                <a:solidFill>
                  <a:schemeClr val="tx1"/>
                </a:solidFill>
                <a:effectLst/>
                <a:latin typeface="Arial" panose="020B0604020202020204" pitchFamily="34" charset="0"/>
              </a:rPr>
              <a:t>Border</a:t>
            </a:r>
            <a:r>
              <a:rPr kumimoji="0" lang="da-DK" altLang="da-DK" sz="1800" b="0" i="0" u="none" strike="noStrike" cap="none" normalizeH="0" baseline="0" dirty="0">
                <a:ln>
                  <a:noFill/>
                </a:ln>
                <a:solidFill>
                  <a:schemeClr val="tx1"/>
                </a:solidFill>
                <a:effectLst/>
                <a:latin typeface="Arial" panose="020B0604020202020204" pitchFamily="34" charset="0"/>
              </a:rPr>
              <a:t>: The </a:t>
            </a:r>
            <a:r>
              <a:rPr kumimoji="0" lang="da-DK" altLang="da-DK" sz="1800" b="0" i="0" u="none" strike="noStrike" cap="none" normalizeH="0" baseline="0" dirty="0" err="1">
                <a:ln>
                  <a:noFill/>
                </a:ln>
                <a:solidFill>
                  <a:schemeClr val="tx1"/>
                </a:solidFill>
                <a:effectLst/>
                <a:latin typeface="Arial" panose="020B0604020202020204" pitchFamily="34" charset="0"/>
              </a:rPr>
              <a:t>visual</a:t>
            </a:r>
            <a:r>
              <a:rPr kumimoji="0" lang="da-DK" altLang="da-DK" sz="1800" b="0" i="0" u="none" strike="noStrike" cap="none" normalizeH="0" baseline="0" dirty="0">
                <a:ln>
                  <a:noFill/>
                </a:ln>
                <a:solidFill>
                  <a:schemeClr val="tx1"/>
                </a:solidFill>
                <a:effectLst/>
                <a:latin typeface="Arial" panose="020B0604020202020204" pitchFamily="34" charset="0"/>
              </a:rPr>
              <a:t> </a:t>
            </a:r>
            <a:r>
              <a:rPr kumimoji="0" lang="da-DK" altLang="da-DK" sz="1800" b="0" i="0" u="none" strike="noStrike" cap="none" normalizeH="0" baseline="0" dirty="0" err="1">
                <a:ln>
                  <a:noFill/>
                </a:ln>
                <a:solidFill>
                  <a:schemeClr val="tx1"/>
                </a:solidFill>
                <a:effectLst/>
                <a:latin typeface="Arial" panose="020B0604020202020204" pitchFamily="34" charset="0"/>
              </a:rPr>
              <a:t>outline</a:t>
            </a:r>
            <a:r>
              <a:rPr kumimoji="0" lang="da-DK" altLang="da-DK" sz="1800" b="0" i="0" u="none" strike="noStrike" cap="none" normalizeH="0" baseline="0" dirty="0">
                <a:ln>
                  <a:noFill/>
                </a:ln>
                <a:solidFill>
                  <a:schemeClr val="tx1"/>
                </a:solidFill>
                <a:effectLst/>
                <a:latin typeface="Arial" panose="020B0604020202020204" pitchFamily="34" charset="0"/>
              </a:rPr>
              <a:t> of the element.</a:t>
            </a:r>
          </a:p>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a:ln>
                  <a:noFill/>
                </a:ln>
                <a:solidFill>
                  <a:schemeClr val="tx1"/>
                </a:solidFill>
                <a:effectLst/>
                <a:latin typeface="Arial" panose="020B0604020202020204" pitchFamily="34" charset="0"/>
              </a:rPr>
              <a:t>Margin</a:t>
            </a:r>
            <a:r>
              <a:rPr kumimoji="0" lang="da-DK" altLang="da-DK" sz="1800" b="0" i="0" u="none" strike="noStrike" cap="none" normalizeH="0" baseline="0" dirty="0">
                <a:ln>
                  <a:noFill/>
                </a:ln>
                <a:solidFill>
                  <a:schemeClr val="tx1"/>
                </a:solidFill>
                <a:effectLst/>
                <a:latin typeface="Arial" panose="020B0604020202020204" pitchFamily="34" charset="0"/>
              </a:rPr>
              <a:t>: Space </a:t>
            </a:r>
            <a:r>
              <a:rPr kumimoji="0" lang="da-DK" altLang="da-DK" sz="1800" b="0" i="0" u="none" strike="noStrike" cap="none" normalizeH="0" baseline="0" dirty="0" err="1">
                <a:ln>
                  <a:noFill/>
                </a:ln>
                <a:solidFill>
                  <a:schemeClr val="tx1"/>
                </a:solidFill>
                <a:effectLst/>
                <a:latin typeface="Arial" panose="020B0604020202020204" pitchFamily="34" charset="0"/>
              </a:rPr>
              <a:t>outside</a:t>
            </a:r>
            <a:r>
              <a:rPr kumimoji="0" lang="da-DK" altLang="da-DK" sz="1800" b="0" i="0" u="none" strike="noStrike" cap="none" normalizeH="0" baseline="0" dirty="0">
                <a:ln>
                  <a:noFill/>
                </a:ln>
                <a:solidFill>
                  <a:schemeClr val="tx1"/>
                </a:solidFill>
                <a:effectLst/>
                <a:latin typeface="Arial" panose="020B0604020202020204" pitchFamily="34" charset="0"/>
              </a:rPr>
              <a:t> the border, </a:t>
            </a:r>
            <a:r>
              <a:rPr kumimoji="0" lang="da-DK" altLang="da-DK" sz="1800" b="0" i="0" u="none" strike="noStrike" cap="none" normalizeH="0" baseline="0" dirty="0" err="1">
                <a:ln>
                  <a:noFill/>
                </a:ln>
                <a:solidFill>
                  <a:schemeClr val="tx1"/>
                </a:solidFill>
                <a:effectLst/>
                <a:latin typeface="Arial" panose="020B0604020202020204" pitchFamily="34" charset="0"/>
              </a:rPr>
              <a:t>affecting</a:t>
            </a:r>
            <a:r>
              <a:rPr kumimoji="0" lang="da-DK" altLang="da-DK" sz="1800" b="0" i="0" u="none" strike="noStrike" cap="none" normalizeH="0" baseline="0" dirty="0">
                <a:ln>
                  <a:noFill/>
                </a:ln>
                <a:solidFill>
                  <a:schemeClr val="tx1"/>
                </a:solidFill>
                <a:effectLst/>
                <a:latin typeface="Arial" panose="020B0604020202020204" pitchFamily="34" charset="0"/>
              </a:rPr>
              <a:t> </a:t>
            </a:r>
            <a:r>
              <a:rPr kumimoji="0" lang="da-DK" altLang="da-DK" sz="1800" b="0" i="0" u="none" strike="noStrike" cap="none" normalizeH="0" baseline="0" dirty="0" err="1">
                <a:ln>
                  <a:noFill/>
                </a:ln>
                <a:solidFill>
                  <a:schemeClr val="tx1"/>
                </a:solidFill>
                <a:effectLst/>
                <a:latin typeface="Arial" panose="020B0604020202020204" pitchFamily="34" charset="0"/>
              </a:rPr>
              <a:t>spacing</a:t>
            </a:r>
            <a:r>
              <a:rPr kumimoji="0" lang="da-DK" altLang="da-DK" sz="1800" b="0" i="0" u="none" strike="noStrike" cap="none" normalizeH="0" baseline="0" dirty="0">
                <a:ln>
                  <a:noFill/>
                </a:ln>
                <a:solidFill>
                  <a:schemeClr val="tx1"/>
                </a:solidFill>
                <a:effectLst/>
                <a:latin typeface="Arial" panose="020B0604020202020204" pitchFamily="34" charset="0"/>
              </a:rPr>
              <a:t> </a:t>
            </a:r>
            <a:r>
              <a:rPr kumimoji="0" lang="da-DK" altLang="da-DK" sz="1800" b="0" i="0" u="none" strike="noStrike" cap="none" normalizeH="0" baseline="0" dirty="0" err="1">
                <a:ln>
                  <a:noFill/>
                </a:ln>
                <a:solidFill>
                  <a:schemeClr val="tx1"/>
                </a:solidFill>
                <a:effectLst/>
                <a:latin typeface="Arial" panose="020B0604020202020204" pitchFamily="34" charset="0"/>
              </a:rPr>
              <a:t>between</a:t>
            </a:r>
            <a:r>
              <a:rPr kumimoji="0" lang="da-DK" altLang="da-DK" sz="1800" b="0" i="0" u="none" strike="noStrike" cap="none" normalizeH="0" baseline="0" dirty="0">
                <a:ln>
                  <a:noFill/>
                </a:ln>
                <a:solidFill>
                  <a:schemeClr val="tx1"/>
                </a:solidFill>
                <a:effectLst/>
                <a:latin typeface="Arial" panose="020B0604020202020204" pitchFamily="34" charset="0"/>
              </a:rPr>
              <a:t> elements</a:t>
            </a:r>
            <a:endParaRPr lang="en-US" dirty="0"/>
          </a:p>
        </p:txBody>
      </p:sp>
      <p:sp>
        <p:nvSpPr>
          <p:cNvPr id="10" name="object 4">
            <a:extLst>
              <a:ext uri="{FF2B5EF4-FFF2-40B4-BE49-F238E27FC236}">
                <a16:creationId xmlns:a16="http://schemas.microsoft.com/office/drawing/2014/main" id="{41680E8B-4E58-48DE-71A4-D070BD13A48D}"/>
              </a:ext>
            </a:extLst>
          </p:cNvPr>
          <p:cNvSpPr txBox="1"/>
          <p:nvPr/>
        </p:nvSpPr>
        <p:spPr>
          <a:xfrm>
            <a:off x="228600" y="6481445"/>
            <a:ext cx="4860290" cy="182101"/>
          </a:xfrm>
          <a:prstGeom prst="rect">
            <a:avLst/>
          </a:prstGeom>
        </p:spPr>
        <p:txBody>
          <a:bodyPr vert="horz" wrap="square" lIns="0" tIns="12700" rIns="0" bIns="0" rtlCol="0">
            <a:spAutoFit/>
          </a:bodyPr>
          <a:lstStyle/>
          <a:p>
            <a:pPr marL="12700">
              <a:lnSpc>
                <a:spcPct val="100000"/>
              </a:lnSpc>
              <a:spcBef>
                <a:spcPts val="100"/>
              </a:spcBef>
            </a:pPr>
            <a:r>
              <a:rPr sz="1100" spc="-10" dirty="0">
                <a:latin typeface="Calibri"/>
                <a:cs typeface="Calibri"/>
              </a:rPr>
              <a:t>https://</a:t>
            </a:r>
            <a:r>
              <a:rPr sz="1100" spc="-10" dirty="0">
                <a:latin typeface="Calibri"/>
                <a:cs typeface="Calibri"/>
                <a:hlinkClick r:id="rId3"/>
              </a:rPr>
              <a:t>www.w3schools.com/Css/css_boxmodel.asp</a:t>
            </a:r>
            <a:endParaRPr sz="1100" dirty="0">
              <a:latin typeface="Calibri"/>
              <a:cs typeface="Calibri"/>
            </a:endParaRPr>
          </a:p>
        </p:txBody>
      </p:sp>
    </p:spTree>
    <p:extLst>
      <p:ext uri="{BB962C8B-B14F-4D97-AF65-F5344CB8AC3E}">
        <p14:creationId xmlns:p14="http://schemas.microsoft.com/office/powerpoint/2010/main" val="16186739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EA453-9154-8DE5-C4EC-82FE1A032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5E53B-15FC-37FE-B18B-FABF7188B662}"/>
              </a:ext>
            </a:extLst>
          </p:cNvPr>
          <p:cNvSpPr>
            <a:spLocks noGrp="1"/>
          </p:cNvSpPr>
          <p:nvPr>
            <p:ph type="title"/>
          </p:nvPr>
        </p:nvSpPr>
        <p:spPr/>
        <p:txBody>
          <a:bodyPr/>
          <a:lstStyle/>
          <a:p>
            <a:r>
              <a:rPr lang="da-DK" dirty="0"/>
              <a:t>Box</a:t>
            </a:r>
            <a:r>
              <a:rPr lang="da-DK" spc="-120" dirty="0"/>
              <a:t> </a:t>
            </a:r>
            <a:r>
              <a:rPr lang="da-DK" spc="-20" dirty="0"/>
              <a:t>Model</a:t>
            </a:r>
            <a:endParaRPr lang="da-DK" dirty="0"/>
          </a:p>
        </p:txBody>
      </p:sp>
      <p:sp>
        <p:nvSpPr>
          <p:cNvPr id="7" name="Content Placeholder 6">
            <a:extLst>
              <a:ext uri="{FF2B5EF4-FFF2-40B4-BE49-F238E27FC236}">
                <a16:creationId xmlns:a16="http://schemas.microsoft.com/office/drawing/2014/main" id="{573E09A0-590D-8485-7D91-24E7BC9F67DF}"/>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12D52135-FC4D-9E59-589E-06C4986958C4}"/>
              </a:ext>
            </a:extLst>
          </p:cNvPr>
          <p:cNvSpPr txBox="1"/>
          <p:nvPr/>
        </p:nvSpPr>
        <p:spPr>
          <a:xfrm>
            <a:off x="496647" y="2209800"/>
            <a:ext cx="4450715" cy="2038985"/>
          </a:xfrm>
          <a:prstGeom prst="rect">
            <a:avLst/>
          </a:prstGeom>
        </p:spPr>
        <p:txBody>
          <a:bodyPr vert="horz" wrap="square" lIns="0" tIns="107950" rIns="0" bIns="0" rtlCol="0">
            <a:spAutoFit/>
          </a:bodyPr>
          <a:lstStyle/>
          <a:p>
            <a:pPr marL="12700">
              <a:lnSpc>
                <a:spcPct val="100000"/>
              </a:lnSpc>
              <a:spcBef>
                <a:spcPts val="850"/>
              </a:spcBef>
            </a:pPr>
            <a:r>
              <a:rPr sz="2000" dirty="0">
                <a:latin typeface="Courier New"/>
                <a:cs typeface="Courier New"/>
              </a:rPr>
              <a:t>div</a:t>
            </a:r>
            <a:r>
              <a:rPr sz="2000" spc="-20" dirty="0">
                <a:latin typeface="Courier New"/>
                <a:cs typeface="Courier New"/>
              </a:rPr>
              <a:t> </a:t>
            </a:r>
            <a:r>
              <a:rPr sz="2000" spc="-50" dirty="0">
                <a:latin typeface="Courier New"/>
                <a:cs typeface="Courier New"/>
              </a:rPr>
              <a:t>{</a:t>
            </a:r>
            <a:endParaRPr sz="2000" dirty="0">
              <a:latin typeface="Courier New"/>
              <a:cs typeface="Courier New"/>
            </a:endParaRPr>
          </a:p>
          <a:p>
            <a:pPr marL="317500" marR="5080">
              <a:lnSpc>
                <a:spcPts val="3160"/>
              </a:lnSpc>
              <a:spcBef>
                <a:spcPts val="229"/>
              </a:spcBef>
            </a:pPr>
            <a:r>
              <a:rPr sz="2000" dirty="0">
                <a:latin typeface="Courier New"/>
                <a:cs typeface="Courier New"/>
              </a:rPr>
              <a:t>padding</a:t>
            </a:r>
            <a:r>
              <a:rPr sz="2000" spc="-25" dirty="0">
                <a:latin typeface="Courier New"/>
                <a:cs typeface="Courier New"/>
              </a:rPr>
              <a:t> </a:t>
            </a:r>
            <a:r>
              <a:rPr sz="2000" dirty="0">
                <a:latin typeface="Courier New"/>
                <a:cs typeface="Courier New"/>
              </a:rPr>
              <a:t>:</a:t>
            </a:r>
            <a:r>
              <a:rPr sz="2000" spc="-25" dirty="0">
                <a:latin typeface="Courier New"/>
                <a:cs typeface="Courier New"/>
              </a:rPr>
              <a:t> </a:t>
            </a:r>
            <a:r>
              <a:rPr sz="2000" dirty="0">
                <a:latin typeface="Courier New"/>
                <a:cs typeface="Courier New"/>
              </a:rPr>
              <a:t>0</a:t>
            </a:r>
            <a:r>
              <a:rPr sz="2000" spc="-25" dirty="0">
                <a:latin typeface="Courier New"/>
                <a:cs typeface="Courier New"/>
              </a:rPr>
              <a:t> </a:t>
            </a:r>
            <a:r>
              <a:rPr sz="2000" dirty="0">
                <a:latin typeface="Courier New"/>
                <a:cs typeface="Courier New"/>
              </a:rPr>
              <a:t>20px</a:t>
            </a:r>
            <a:r>
              <a:rPr sz="2000" spc="-10" dirty="0">
                <a:latin typeface="Courier New"/>
                <a:cs typeface="Courier New"/>
              </a:rPr>
              <a:t> </a:t>
            </a:r>
            <a:r>
              <a:rPr sz="2000" dirty="0">
                <a:latin typeface="Courier New"/>
                <a:cs typeface="Courier New"/>
              </a:rPr>
              <a:t>20px</a:t>
            </a:r>
            <a:r>
              <a:rPr sz="2000" spc="-25" dirty="0">
                <a:latin typeface="Courier New"/>
                <a:cs typeface="Courier New"/>
              </a:rPr>
              <a:t> </a:t>
            </a:r>
            <a:r>
              <a:rPr sz="2000" spc="-10" dirty="0">
                <a:latin typeface="Courier New"/>
                <a:cs typeface="Courier New"/>
              </a:rPr>
              <a:t>20px; </a:t>
            </a:r>
            <a:r>
              <a:rPr sz="2000" dirty="0">
                <a:latin typeface="Courier New"/>
                <a:cs typeface="Courier New"/>
              </a:rPr>
              <a:t>border:</a:t>
            </a:r>
            <a:r>
              <a:rPr sz="2000" spc="-40" dirty="0">
                <a:latin typeface="Courier New"/>
                <a:cs typeface="Courier New"/>
              </a:rPr>
              <a:t> </a:t>
            </a:r>
            <a:r>
              <a:rPr sz="2000" dirty="0">
                <a:latin typeface="Courier New"/>
                <a:cs typeface="Courier New"/>
              </a:rPr>
              <a:t>5px</a:t>
            </a:r>
            <a:r>
              <a:rPr sz="2000" spc="-40" dirty="0">
                <a:latin typeface="Courier New"/>
                <a:cs typeface="Courier New"/>
              </a:rPr>
              <a:t> </a:t>
            </a:r>
            <a:r>
              <a:rPr sz="2000" dirty="0">
                <a:latin typeface="Courier New"/>
                <a:cs typeface="Courier New"/>
              </a:rPr>
              <a:t>solid</a:t>
            </a:r>
            <a:r>
              <a:rPr sz="2000" spc="-40" dirty="0">
                <a:latin typeface="Courier New"/>
                <a:cs typeface="Courier New"/>
              </a:rPr>
              <a:t> </a:t>
            </a:r>
            <a:r>
              <a:rPr sz="2000" spc="-10" dirty="0">
                <a:latin typeface="Courier New"/>
                <a:cs typeface="Courier New"/>
              </a:rPr>
              <a:t>black;</a:t>
            </a:r>
            <a:endParaRPr sz="2000" dirty="0">
              <a:latin typeface="Courier New"/>
              <a:cs typeface="Courier New"/>
            </a:endParaRPr>
          </a:p>
          <a:p>
            <a:pPr marL="317500">
              <a:lnSpc>
                <a:spcPct val="100000"/>
              </a:lnSpc>
              <a:spcBef>
                <a:spcPts val="590"/>
              </a:spcBef>
            </a:pPr>
            <a:r>
              <a:rPr sz="2000" dirty="0">
                <a:latin typeface="Courier New"/>
                <a:cs typeface="Courier New"/>
              </a:rPr>
              <a:t>margin:</a:t>
            </a:r>
            <a:r>
              <a:rPr sz="2000" spc="-35" dirty="0">
                <a:latin typeface="Courier New"/>
                <a:cs typeface="Courier New"/>
              </a:rPr>
              <a:t> </a:t>
            </a:r>
            <a:r>
              <a:rPr sz="2000" dirty="0">
                <a:latin typeface="Courier New"/>
                <a:cs typeface="Courier New"/>
              </a:rPr>
              <a:t>0</a:t>
            </a:r>
            <a:r>
              <a:rPr sz="2000" spc="-30" dirty="0">
                <a:latin typeface="Courier New"/>
                <a:cs typeface="Courier New"/>
              </a:rPr>
              <a:t> </a:t>
            </a:r>
            <a:r>
              <a:rPr sz="2000" dirty="0">
                <a:latin typeface="Courier New"/>
                <a:cs typeface="Courier New"/>
              </a:rPr>
              <a:t>20px</a:t>
            </a:r>
            <a:r>
              <a:rPr sz="2000" spc="-20" dirty="0">
                <a:latin typeface="Courier New"/>
                <a:cs typeface="Courier New"/>
              </a:rPr>
              <a:t> </a:t>
            </a:r>
            <a:r>
              <a:rPr sz="2000" dirty="0">
                <a:latin typeface="Courier New"/>
                <a:cs typeface="Courier New"/>
              </a:rPr>
              <a:t>20px</a:t>
            </a:r>
            <a:r>
              <a:rPr sz="2000" spc="-25" dirty="0">
                <a:latin typeface="Courier New"/>
                <a:cs typeface="Courier New"/>
              </a:rPr>
              <a:t> </a:t>
            </a:r>
            <a:r>
              <a:rPr sz="2000" spc="-10" dirty="0">
                <a:latin typeface="Courier New"/>
                <a:cs typeface="Courier New"/>
              </a:rPr>
              <a:t>20px;</a:t>
            </a:r>
            <a:endParaRPr sz="2000" dirty="0">
              <a:latin typeface="Courier New"/>
              <a:cs typeface="Courier New"/>
            </a:endParaRPr>
          </a:p>
          <a:p>
            <a:pPr marL="12700">
              <a:lnSpc>
                <a:spcPct val="100000"/>
              </a:lnSpc>
              <a:spcBef>
                <a:spcPts val="755"/>
              </a:spcBef>
            </a:pPr>
            <a:r>
              <a:rPr sz="2000" spc="-50" dirty="0">
                <a:latin typeface="Courier New"/>
                <a:cs typeface="Courier New"/>
              </a:rPr>
              <a:t>}</a:t>
            </a:r>
            <a:endParaRPr sz="2000" dirty="0">
              <a:latin typeface="Courier New"/>
              <a:cs typeface="Courier New"/>
            </a:endParaRPr>
          </a:p>
        </p:txBody>
      </p:sp>
      <p:pic>
        <p:nvPicPr>
          <p:cNvPr id="12" name="object 4">
            <a:extLst>
              <a:ext uri="{FF2B5EF4-FFF2-40B4-BE49-F238E27FC236}">
                <a16:creationId xmlns:a16="http://schemas.microsoft.com/office/drawing/2014/main" id="{C874EEAB-6603-A427-60DD-75216B86E20D}"/>
              </a:ext>
            </a:extLst>
          </p:cNvPr>
          <p:cNvPicPr/>
          <p:nvPr/>
        </p:nvPicPr>
        <p:blipFill>
          <a:blip r:embed="rId2" cstate="print"/>
          <a:stretch>
            <a:fillRect/>
          </a:stretch>
        </p:blipFill>
        <p:spPr>
          <a:xfrm>
            <a:off x="5813297" y="1825625"/>
            <a:ext cx="4882242" cy="3813048"/>
          </a:xfrm>
          <a:prstGeom prst="rect">
            <a:avLst/>
          </a:prstGeom>
        </p:spPr>
      </p:pic>
      <p:sp>
        <p:nvSpPr>
          <p:cNvPr id="14" name="object 5">
            <a:extLst>
              <a:ext uri="{FF2B5EF4-FFF2-40B4-BE49-F238E27FC236}">
                <a16:creationId xmlns:a16="http://schemas.microsoft.com/office/drawing/2014/main" id="{7AE14CFC-CE99-96A8-ADC7-61B3DE2F4B48}"/>
              </a:ext>
            </a:extLst>
          </p:cNvPr>
          <p:cNvSpPr txBox="1"/>
          <p:nvPr/>
        </p:nvSpPr>
        <p:spPr>
          <a:xfrm>
            <a:off x="5689853" y="5757640"/>
            <a:ext cx="5878830" cy="300355"/>
          </a:xfrm>
          <a:prstGeom prst="rect">
            <a:avLst/>
          </a:prstGeom>
        </p:spPr>
        <p:txBody>
          <a:bodyPr vert="horz" wrap="square" lIns="0" tIns="12700" rIns="0" bIns="0" rtlCol="0">
            <a:spAutoFit/>
          </a:bodyPr>
          <a:lstStyle/>
          <a:p>
            <a:pPr marL="12700">
              <a:lnSpc>
                <a:spcPct val="100000"/>
              </a:lnSpc>
              <a:spcBef>
                <a:spcPts val="100"/>
              </a:spcBef>
            </a:pPr>
            <a:r>
              <a:rPr sz="1800" spc="-25" dirty="0">
                <a:latin typeface="Gill Sans MT Condensed"/>
                <a:cs typeface="Gill Sans MT Condensed"/>
              </a:rPr>
              <a:t>https://developer.mozilla.org/en-</a:t>
            </a:r>
            <a:r>
              <a:rPr sz="1800" spc="-10" dirty="0">
                <a:latin typeface="Gill Sans MT Condensed"/>
                <a:cs typeface="Gill Sans MT Condensed"/>
              </a:rPr>
              <a:t>US/docs/Learn/Getting_started_with_the_web/CSS_basics</a:t>
            </a:r>
            <a:endParaRPr sz="1800" dirty="0">
              <a:latin typeface="Gill Sans MT Condensed"/>
              <a:cs typeface="Gill Sans MT Condensed"/>
            </a:endParaRPr>
          </a:p>
        </p:txBody>
      </p:sp>
    </p:spTree>
    <p:extLst>
      <p:ext uri="{BB962C8B-B14F-4D97-AF65-F5344CB8AC3E}">
        <p14:creationId xmlns:p14="http://schemas.microsoft.com/office/powerpoint/2010/main" val="11147925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4B4D-4BDE-F9B0-1007-91E9ED9C8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6F5B5-2B8A-59F7-BC57-D2AE437C0FF8}"/>
              </a:ext>
            </a:extLst>
          </p:cNvPr>
          <p:cNvSpPr>
            <a:spLocks noGrp="1"/>
          </p:cNvSpPr>
          <p:nvPr>
            <p:ph type="title"/>
          </p:nvPr>
        </p:nvSpPr>
        <p:spPr/>
        <p:txBody>
          <a:bodyPr/>
          <a:lstStyle/>
          <a:p>
            <a:r>
              <a:rPr lang="da-DK" dirty="0"/>
              <a:t>Layout</a:t>
            </a:r>
          </a:p>
        </p:txBody>
      </p:sp>
      <p:sp>
        <p:nvSpPr>
          <p:cNvPr id="7" name="Content Placeholder 6">
            <a:extLst>
              <a:ext uri="{FF2B5EF4-FFF2-40B4-BE49-F238E27FC236}">
                <a16:creationId xmlns:a16="http://schemas.microsoft.com/office/drawing/2014/main" id="{5283E30C-E636-38B1-BEDF-A83CA72B2391}"/>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15D60CD1-93A7-4566-388E-D5B95AF30C07}"/>
              </a:ext>
            </a:extLst>
          </p:cNvPr>
          <p:cNvSpPr txBox="1"/>
          <p:nvPr/>
        </p:nvSpPr>
        <p:spPr>
          <a:xfrm>
            <a:off x="946150" y="1490066"/>
            <a:ext cx="9102725" cy="2462213"/>
          </a:xfrm>
          <a:prstGeom prst="rect">
            <a:avLst/>
          </a:prstGeom>
        </p:spPr>
        <p:txBody>
          <a:bodyPr vert="horz" wrap="square" lIns="0" tIns="121920" rIns="0" bIns="0" rtlCol="0">
            <a:spAutoFit/>
          </a:bodyPr>
          <a:lstStyle/>
          <a:p>
            <a:pPr marL="12700">
              <a:lnSpc>
                <a:spcPct val="100000"/>
              </a:lnSpc>
              <a:spcBef>
                <a:spcPts val="960"/>
              </a:spcBef>
            </a:pPr>
            <a:r>
              <a:rPr sz="2750" spc="-80" dirty="0">
                <a:latin typeface="Aptos (Body)"/>
                <a:cs typeface="Gill Sans MT"/>
              </a:rPr>
              <a:t>Block-</a:t>
            </a:r>
            <a:r>
              <a:rPr sz="2750" spc="-35" dirty="0">
                <a:latin typeface="Aptos (Body)"/>
                <a:cs typeface="Gill Sans MT"/>
              </a:rPr>
              <a:t>level</a:t>
            </a:r>
            <a:r>
              <a:rPr sz="2750" spc="-150" dirty="0">
                <a:latin typeface="Aptos (Body)"/>
                <a:cs typeface="Gill Sans MT"/>
              </a:rPr>
              <a:t> </a:t>
            </a:r>
            <a:r>
              <a:rPr sz="2750" spc="-40" dirty="0">
                <a:latin typeface="Aptos (Body)"/>
                <a:cs typeface="Gill Sans MT"/>
              </a:rPr>
              <a:t>elements:</a:t>
            </a:r>
            <a:r>
              <a:rPr sz="2750" spc="-55" dirty="0">
                <a:latin typeface="Aptos (Body)"/>
                <a:cs typeface="Gill Sans MT"/>
              </a:rPr>
              <a:t> </a:t>
            </a:r>
            <a:r>
              <a:rPr sz="2750" dirty="0">
                <a:latin typeface="Aptos (Body)"/>
                <a:cs typeface="Gill Sans MT"/>
              </a:rPr>
              <a:t>new</a:t>
            </a:r>
            <a:r>
              <a:rPr sz="2750" spc="-85" dirty="0">
                <a:latin typeface="Aptos (Body)"/>
                <a:cs typeface="Gill Sans MT"/>
              </a:rPr>
              <a:t> </a:t>
            </a:r>
            <a:r>
              <a:rPr sz="2750" spc="-25" dirty="0">
                <a:latin typeface="Aptos (Body)"/>
                <a:cs typeface="Gill Sans MT"/>
              </a:rPr>
              <a:t>line</a:t>
            </a:r>
            <a:r>
              <a:rPr sz="2750" spc="-165" dirty="0">
                <a:latin typeface="Aptos (Body)"/>
                <a:cs typeface="Gill Sans MT"/>
              </a:rPr>
              <a:t> </a:t>
            </a:r>
            <a:r>
              <a:rPr sz="2750" dirty="0">
                <a:latin typeface="Aptos (Body)"/>
                <a:cs typeface="Gill Sans MT"/>
              </a:rPr>
              <a:t>and</a:t>
            </a:r>
            <a:r>
              <a:rPr sz="2750" spc="-130" dirty="0">
                <a:latin typeface="Aptos (Body)"/>
                <a:cs typeface="Gill Sans MT"/>
              </a:rPr>
              <a:t> </a:t>
            </a:r>
            <a:r>
              <a:rPr sz="2750" spc="-45" dirty="0">
                <a:latin typeface="Aptos (Body)"/>
                <a:cs typeface="Gill Sans MT"/>
              </a:rPr>
              <a:t>takes </a:t>
            </a:r>
            <a:r>
              <a:rPr sz="2750" dirty="0">
                <a:latin typeface="Aptos (Body)"/>
                <a:cs typeface="Gill Sans MT"/>
              </a:rPr>
              <a:t>full</a:t>
            </a:r>
            <a:r>
              <a:rPr sz="2750" spc="-150" dirty="0">
                <a:latin typeface="Aptos (Body)"/>
                <a:cs typeface="Gill Sans MT"/>
              </a:rPr>
              <a:t> </a:t>
            </a:r>
            <a:r>
              <a:rPr sz="2750" spc="-35" dirty="0">
                <a:latin typeface="Aptos (Body)"/>
                <a:cs typeface="Gill Sans MT"/>
              </a:rPr>
              <a:t>available</a:t>
            </a:r>
            <a:r>
              <a:rPr sz="2750" spc="-45" dirty="0">
                <a:latin typeface="Aptos (Body)"/>
                <a:cs typeface="Gill Sans MT"/>
              </a:rPr>
              <a:t> </a:t>
            </a:r>
            <a:r>
              <a:rPr sz="2750" spc="-10" dirty="0">
                <a:latin typeface="Aptos (Body)"/>
                <a:cs typeface="Gill Sans MT"/>
              </a:rPr>
              <a:t>width</a:t>
            </a:r>
            <a:endParaRPr sz="2750" dirty="0">
              <a:latin typeface="Aptos (Body)"/>
              <a:cs typeface="Gill Sans MT"/>
            </a:endParaRPr>
          </a:p>
          <a:p>
            <a:pPr marL="193675">
              <a:lnSpc>
                <a:spcPct val="100000"/>
              </a:lnSpc>
              <a:spcBef>
                <a:spcPts val="730"/>
              </a:spcBef>
            </a:pPr>
            <a:r>
              <a:rPr sz="2400" dirty="0">
                <a:latin typeface="Courier New"/>
                <a:cs typeface="Courier New"/>
              </a:rPr>
              <a:t>div,</a:t>
            </a:r>
            <a:r>
              <a:rPr sz="2400" spc="-65" dirty="0">
                <a:latin typeface="Courier New"/>
                <a:cs typeface="Courier New"/>
              </a:rPr>
              <a:t> </a:t>
            </a:r>
            <a:r>
              <a:rPr sz="2400" dirty="0">
                <a:latin typeface="Courier New"/>
                <a:cs typeface="Courier New"/>
              </a:rPr>
              <a:t>hx, p,</a:t>
            </a:r>
            <a:r>
              <a:rPr sz="2400" spc="-65" dirty="0">
                <a:latin typeface="Courier New"/>
                <a:cs typeface="Courier New"/>
              </a:rPr>
              <a:t> </a:t>
            </a:r>
            <a:r>
              <a:rPr sz="2400" dirty="0">
                <a:latin typeface="Courier New"/>
                <a:cs typeface="Courier New"/>
              </a:rPr>
              <a:t>form,</a:t>
            </a:r>
            <a:r>
              <a:rPr sz="2400" spc="-70" dirty="0">
                <a:latin typeface="Courier New"/>
                <a:cs typeface="Courier New"/>
              </a:rPr>
              <a:t> </a:t>
            </a:r>
            <a:r>
              <a:rPr sz="2400" dirty="0">
                <a:latin typeface="Courier New"/>
                <a:cs typeface="Courier New"/>
              </a:rPr>
              <a:t>header,</a:t>
            </a:r>
            <a:r>
              <a:rPr sz="2400" spc="5" dirty="0">
                <a:latin typeface="Courier New"/>
                <a:cs typeface="Courier New"/>
              </a:rPr>
              <a:t> </a:t>
            </a:r>
            <a:r>
              <a:rPr sz="2400" spc="-10" dirty="0">
                <a:latin typeface="Courier New"/>
                <a:cs typeface="Courier New"/>
              </a:rPr>
              <a:t>footer</a:t>
            </a:r>
            <a:endParaRPr sz="2400" dirty="0">
              <a:latin typeface="Courier New"/>
              <a:cs typeface="Courier New"/>
            </a:endParaRPr>
          </a:p>
          <a:p>
            <a:pPr>
              <a:lnSpc>
                <a:spcPct val="100000"/>
              </a:lnSpc>
              <a:spcBef>
                <a:spcPts val="1635"/>
              </a:spcBef>
            </a:pPr>
            <a:endParaRPr sz="2400" dirty="0">
              <a:latin typeface="Courier New"/>
              <a:cs typeface="Courier New"/>
            </a:endParaRPr>
          </a:p>
          <a:p>
            <a:pPr marL="12700">
              <a:lnSpc>
                <a:spcPct val="100000"/>
              </a:lnSpc>
            </a:pPr>
            <a:r>
              <a:rPr sz="2750" spc="-40" dirty="0">
                <a:latin typeface="Aptos (Body)"/>
                <a:cs typeface="Gill Sans MT"/>
              </a:rPr>
              <a:t>Inline</a:t>
            </a:r>
            <a:r>
              <a:rPr sz="2750" spc="-155" dirty="0">
                <a:latin typeface="Aptos (Body)"/>
                <a:cs typeface="Gill Sans MT"/>
              </a:rPr>
              <a:t> </a:t>
            </a:r>
            <a:r>
              <a:rPr sz="2750" spc="-40" dirty="0">
                <a:latin typeface="Aptos (Body)"/>
                <a:cs typeface="Gill Sans MT"/>
              </a:rPr>
              <a:t>elements:</a:t>
            </a:r>
            <a:r>
              <a:rPr sz="2750" spc="-55" dirty="0">
                <a:latin typeface="Aptos (Body)"/>
                <a:cs typeface="Gill Sans MT"/>
              </a:rPr>
              <a:t> </a:t>
            </a:r>
            <a:r>
              <a:rPr sz="2750" i="1" dirty="0">
                <a:latin typeface="Aptos (Body)"/>
                <a:cs typeface="Gill Sans MT"/>
              </a:rPr>
              <a:t>no</a:t>
            </a:r>
            <a:r>
              <a:rPr sz="2750" i="1" spc="-120" dirty="0">
                <a:latin typeface="Aptos (Body)"/>
                <a:cs typeface="Gill Sans MT"/>
              </a:rPr>
              <a:t> </a:t>
            </a:r>
            <a:r>
              <a:rPr sz="2750" dirty="0">
                <a:latin typeface="Aptos (Body)"/>
                <a:cs typeface="Gill Sans MT"/>
              </a:rPr>
              <a:t>new</a:t>
            </a:r>
            <a:r>
              <a:rPr sz="2750" spc="-140" dirty="0">
                <a:latin typeface="Aptos (Body)"/>
                <a:cs typeface="Gill Sans MT"/>
              </a:rPr>
              <a:t> </a:t>
            </a:r>
            <a:r>
              <a:rPr sz="2750" spc="-10" dirty="0">
                <a:latin typeface="Aptos (Body)"/>
                <a:cs typeface="Gill Sans MT"/>
              </a:rPr>
              <a:t>line</a:t>
            </a:r>
            <a:r>
              <a:rPr sz="2750" spc="-114" dirty="0">
                <a:latin typeface="Aptos (Body)"/>
                <a:cs typeface="Gill Sans MT"/>
              </a:rPr>
              <a:t> </a:t>
            </a:r>
            <a:r>
              <a:rPr sz="2750" dirty="0">
                <a:latin typeface="Aptos (Body)"/>
                <a:cs typeface="Gill Sans MT"/>
              </a:rPr>
              <a:t>and</a:t>
            </a:r>
            <a:r>
              <a:rPr sz="2750" spc="-130" dirty="0">
                <a:latin typeface="Aptos (Body)"/>
                <a:cs typeface="Gill Sans MT"/>
              </a:rPr>
              <a:t> </a:t>
            </a:r>
            <a:r>
              <a:rPr sz="2750" spc="-45" dirty="0">
                <a:latin typeface="Aptos (Body)"/>
                <a:cs typeface="Gill Sans MT"/>
              </a:rPr>
              <a:t>takes</a:t>
            </a:r>
            <a:r>
              <a:rPr sz="2750" spc="-40" dirty="0">
                <a:latin typeface="Aptos (Body)"/>
                <a:cs typeface="Gill Sans MT"/>
              </a:rPr>
              <a:t> </a:t>
            </a:r>
            <a:r>
              <a:rPr sz="2750" spc="-35" dirty="0">
                <a:latin typeface="Aptos (Body)"/>
                <a:cs typeface="Gill Sans MT"/>
              </a:rPr>
              <a:t>necessary</a:t>
            </a:r>
            <a:r>
              <a:rPr sz="2750" spc="-80" dirty="0">
                <a:latin typeface="Aptos (Body)"/>
                <a:cs typeface="Gill Sans MT"/>
              </a:rPr>
              <a:t> </a:t>
            </a:r>
            <a:r>
              <a:rPr sz="2750" spc="-10" dirty="0">
                <a:latin typeface="Aptos (Body)"/>
                <a:cs typeface="Gill Sans MT"/>
              </a:rPr>
              <a:t>width</a:t>
            </a:r>
            <a:endParaRPr sz="2750" dirty="0">
              <a:latin typeface="Aptos (Body)"/>
              <a:cs typeface="Gill Sans MT"/>
            </a:endParaRPr>
          </a:p>
          <a:p>
            <a:pPr marL="193675">
              <a:lnSpc>
                <a:spcPct val="100000"/>
              </a:lnSpc>
              <a:spcBef>
                <a:spcPts val="730"/>
              </a:spcBef>
            </a:pPr>
            <a:r>
              <a:rPr sz="2400" dirty="0">
                <a:latin typeface="Courier New"/>
                <a:cs typeface="Courier New"/>
              </a:rPr>
              <a:t>span,</a:t>
            </a:r>
            <a:r>
              <a:rPr sz="2400" spc="-85" dirty="0">
                <a:latin typeface="Courier New"/>
                <a:cs typeface="Courier New"/>
              </a:rPr>
              <a:t> </a:t>
            </a:r>
            <a:r>
              <a:rPr sz="2400" dirty="0">
                <a:latin typeface="Courier New"/>
                <a:cs typeface="Courier New"/>
              </a:rPr>
              <a:t>a, </a:t>
            </a:r>
            <a:r>
              <a:rPr sz="2400" spc="-25" dirty="0">
                <a:latin typeface="Courier New"/>
                <a:cs typeface="Courier New"/>
              </a:rPr>
              <a:t>img</a:t>
            </a:r>
            <a:endParaRPr sz="2400" dirty="0">
              <a:latin typeface="Courier New"/>
              <a:cs typeface="Courier New"/>
            </a:endParaRPr>
          </a:p>
        </p:txBody>
      </p:sp>
      <p:pic>
        <p:nvPicPr>
          <p:cNvPr id="8" name="Picture 7">
            <a:extLst>
              <a:ext uri="{FF2B5EF4-FFF2-40B4-BE49-F238E27FC236}">
                <a16:creationId xmlns:a16="http://schemas.microsoft.com/office/drawing/2014/main" id="{AC8C9A77-9A1A-622E-8792-B8E1A0F3C62A}"/>
              </a:ext>
            </a:extLst>
          </p:cNvPr>
          <p:cNvPicPr>
            <a:picLocks noChangeAspect="1"/>
          </p:cNvPicPr>
          <p:nvPr/>
        </p:nvPicPr>
        <p:blipFill rotWithShape="1">
          <a:blip r:embed="rId2"/>
          <a:srcRect l="2325" t="3493"/>
          <a:stretch/>
        </p:blipFill>
        <p:spPr>
          <a:xfrm>
            <a:off x="2000250" y="4087216"/>
            <a:ext cx="7835199" cy="2348075"/>
          </a:xfrm>
          <a:prstGeom prst="rect">
            <a:avLst/>
          </a:prstGeom>
        </p:spPr>
      </p:pic>
    </p:spTree>
    <p:extLst>
      <p:ext uri="{BB962C8B-B14F-4D97-AF65-F5344CB8AC3E}">
        <p14:creationId xmlns:p14="http://schemas.microsoft.com/office/powerpoint/2010/main" val="1302674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838F8-7271-287A-318C-EF3A05984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87FB3-3ED0-DC19-33DD-6A5210380794}"/>
              </a:ext>
            </a:extLst>
          </p:cNvPr>
          <p:cNvSpPr>
            <a:spLocks noGrp="1"/>
          </p:cNvSpPr>
          <p:nvPr>
            <p:ph type="title"/>
          </p:nvPr>
        </p:nvSpPr>
        <p:spPr/>
        <p:txBody>
          <a:bodyPr/>
          <a:lstStyle/>
          <a:p>
            <a:r>
              <a:rPr lang="da-DK" dirty="0"/>
              <a:t>Layout</a:t>
            </a:r>
          </a:p>
        </p:txBody>
      </p:sp>
      <p:sp>
        <p:nvSpPr>
          <p:cNvPr id="7" name="Content Placeholder 6">
            <a:extLst>
              <a:ext uri="{FF2B5EF4-FFF2-40B4-BE49-F238E27FC236}">
                <a16:creationId xmlns:a16="http://schemas.microsoft.com/office/drawing/2014/main" id="{5C290BEC-D5D5-40EC-D15D-2E1F4CAB3B32}"/>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26F3FE2B-A350-9895-9B46-1AC00605DB36}"/>
              </a:ext>
            </a:extLst>
          </p:cNvPr>
          <p:cNvSpPr txBox="1"/>
          <p:nvPr/>
        </p:nvSpPr>
        <p:spPr>
          <a:xfrm>
            <a:off x="917574" y="2034222"/>
            <a:ext cx="5336221" cy="439223"/>
          </a:xfrm>
          <a:prstGeom prst="rect">
            <a:avLst/>
          </a:prstGeom>
        </p:spPr>
        <p:txBody>
          <a:bodyPr vert="horz" wrap="square" lIns="0" tIns="15875" rIns="0" bIns="0" rtlCol="0">
            <a:spAutoFit/>
          </a:bodyPr>
          <a:lstStyle/>
          <a:p>
            <a:pPr marL="12700">
              <a:lnSpc>
                <a:spcPct val="100000"/>
              </a:lnSpc>
              <a:spcBef>
                <a:spcPts val="125"/>
              </a:spcBef>
            </a:pPr>
            <a:r>
              <a:rPr sz="2750" spc="-20" dirty="0">
                <a:latin typeface="Aptos (Body)"/>
                <a:cs typeface="Gill Sans MT"/>
              </a:rPr>
              <a:t>Changing</a:t>
            </a:r>
            <a:r>
              <a:rPr sz="2750" spc="-114" dirty="0">
                <a:latin typeface="Aptos (Body)"/>
                <a:cs typeface="Gill Sans MT"/>
              </a:rPr>
              <a:t> </a:t>
            </a:r>
            <a:r>
              <a:rPr sz="2750" dirty="0">
                <a:latin typeface="Aptos (Body)"/>
                <a:cs typeface="Gill Sans MT"/>
              </a:rPr>
              <a:t>the</a:t>
            </a:r>
            <a:r>
              <a:rPr sz="2750" spc="-155" dirty="0">
                <a:latin typeface="Aptos (Body)"/>
                <a:cs typeface="Gill Sans MT"/>
              </a:rPr>
              <a:t> </a:t>
            </a:r>
            <a:r>
              <a:rPr sz="2750" spc="-10" dirty="0">
                <a:latin typeface="Aptos (Body)"/>
                <a:cs typeface="Gill Sans MT"/>
              </a:rPr>
              <a:t>default</a:t>
            </a:r>
            <a:r>
              <a:rPr sz="2750" spc="-165" dirty="0">
                <a:latin typeface="Aptos (Body)"/>
                <a:cs typeface="Gill Sans MT"/>
              </a:rPr>
              <a:t> </a:t>
            </a:r>
            <a:r>
              <a:rPr sz="2750" spc="-20" dirty="0">
                <a:latin typeface="Aptos (Body)"/>
                <a:cs typeface="Gill Sans MT"/>
              </a:rPr>
              <a:t>display</a:t>
            </a:r>
            <a:r>
              <a:rPr sz="2750" spc="-125" dirty="0">
                <a:latin typeface="Aptos (Body)"/>
                <a:cs typeface="Gill Sans MT"/>
              </a:rPr>
              <a:t> </a:t>
            </a:r>
            <a:r>
              <a:rPr sz="2750" spc="-10" dirty="0">
                <a:latin typeface="Aptos (Body)"/>
                <a:cs typeface="Gill Sans MT"/>
              </a:rPr>
              <a:t>value</a:t>
            </a:r>
            <a:endParaRPr sz="2750" dirty="0">
              <a:latin typeface="Aptos (Body)"/>
              <a:cs typeface="Gill Sans MT"/>
            </a:endParaRPr>
          </a:p>
        </p:txBody>
      </p:sp>
      <p:graphicFrame>
        <p:nvGraphicFramePr>
          <p:cNvPr id="9" name="object 4">
            <a:extLst>
              <a:ext uri="{FF2B5EF4-FFF2-40B4-BE49-F238E27FC236}">
                <a16:creationId xmlns:a16="http://schemas.microsoft.com/office/drawing/2014/main" id="{BE20FFD6-2D84-8548-13CB-472CB40368DF}"/>
              </a:ext>
            </a:extLst>
          </p:cNvPr>
          <p:cNvGraphicFramePr>
            <a:graphicFrameLocks noGrp="1"/>
          </p:cNvGraphicFramePr>
          <p:nvPr>
            <p:extLst>
              <p:ext uri="{D42A27DB-BD31-4B8C-83A1-F6EECF244321}">
                <p14:modId xmlns:p14="http://schemas.microsoft.com/office/powerpoint/2010/main" val="857416829"/>
              </p:ext>
            </p:extLst>
          </p:nvPr>
        </p:nvGraphicFramePr>
        <p:xfrm>
          <a:off x="1079817" y="2613008"/>
          <a:ext cx="5173979" cy="1336040"/>
        </p:xfrm>
        <a:graphic>
          <a:graphicData uri="http://schemas.openxmlformats.org/drawingml/2006/table">
            <a:tbl>
              <a:tblPr firstRow="1" bandRow="1">
                <a:tableStyleId>{2D5ABB26-0587-4C30-8999-92F81FD0307C}</a:tableStyleId>
              </a:tblPr>
              <a:tblGrid>
                <a:gridCol w="665480">
                  <a:extLst>
                    <a:ext uri="{9D8B030D-6E8A-4147-A177-3AD203B41FA5}">
                      <a16:colId xmlns:a16="http://schemas.microsoft.com/office/drawing/2014/main" val="20000"/>
                    </a:ext>
                  </a:extLst>
                </a:gridCol>
                <a:gridCol w="1824989">
                  <a:extLst>
                    <a:ext uri="{9D8B030D-6E8A-4147-A177-3AD203B41FA5}">
                      <a16:colId xmlns:a16="http://schemas.microsoft.com/office/drawing/2014/main" val="20001"/>
                    </a:ext>
                  </a:extLst>
                </a:gridCol>
                <a:gridCol w="2683510">
                  <a:extLst>
                    <a:ext uri="{9D8B030D-6E8A-4147-A177-3AD203B41FA5}">
                      <a16:colId xmlns:a16="http://schemas.microsoft.com/office/drawing/2014/main" val="20002"/>
                    </a:ext>
                  </a:extLst>
                </a:gridCol>
              </a:tblGrid>
              <a:tr h="339090">
                <a:tc>
                  <a:txBody>
                    <a:bodyPr/>
                    <a:lstStyle/>
                    <a:p>
                      <a:pPr marR="50800" algn="ctr">
                        <a:lnSpc>
                          <a:spcPts val="2480"/>
                        </a:lnSpc>
                      </a:pPr>
                      <a:r>
                        <a:rPr sz="2400" spc="-25" dirty="0">
                          <a:latin typeface="Courier New"/>
                          <a:cs typeface="Courier New"/>
                        </a:rPr>
                        <a:t>div</a:t>
                      </a:r>
                      <a:endParaRPr sz="2400">
                        <a:latin typeface="Courier New"/>
                        <a:cs typeface="Courier New"/>
                      </a:endParaRPr>
                    </a:p>
                  </a:txBody>
                  <a:tcPr marL="0" marR="0" marT="0" marB="0"/>
                </a:tc>
                <a:tc>
                  <a:txBody>
                    <a:bodyPr/>
                    <a:lstStyle/>
                    <a:p>
                      <a:pPr algn="ctr">
                        <a:lnSpc>
                          <a:spcPts val="2480"/>
                        </a:lnSpc>
                      </a:pPr>
                      <a:r>
                        <a:rPr sz="2400" spc="-10" dirty="0">
                          <a:latin typeface="Courier New"/>
                          <a:cs typeface="Courier New"/>
                        </a:rPr>
                        <a:t>{display:</a:t>
                      </a:r>
                      <a:endParaRPr sz="2400">
                        <a:latin typeface="Courier New"/>
                        <a:cs typeface="Courier New"/>
                      </a:endParaRPr>
                    </a:p>
                  </a:txBody>
                  <a:tcPr marL="0" marR="0" marT="0" marB="0"/>
                </a:tc>
                <a:tc>
                  <a:txBody>
                    <a:bodyPr/>
                    <a:lstStyle/>
                    <a:p>
                      <a:pPr marL="95885">
                        <a:lnSpc>
                          <a:spcPts val="2480"/>
                        </a:lnSpc>
                      </a:pPr>
                      <a:r>
                        <a:rPr sz="2400" spc="-10" dirty="0">
                          <a:latin typeface="Courier New"/>
                          <a:cs typeface="Courier New"/>
                        </a:rPr>
                        <a:t>none;}</a:t>
                      </a:r>
                      <a:endParaRPr sz="2400">
                        <a:latin typeface="Courier New"/>
                        <a:cs typeface="Courier New"/>
                      </a:endParaRPr>
                    </a:p>
                  </a:txBody>
                  <a:tcPr marL="0" marR="0" marT="0" marB="0"/>
                </a:tc>
                <a:extLst>
                  <a:ext uri="{0D108BD9-81ED-4DB2-BD59-A6C34878D82A}">
                    <a16:rowId xmlns:a16="http://schemas.microsoft.com/office/drawing/2014/main" val="10000"/>
                  </a:ext>
                </a:extLst>
              </a:tr>
              <a:tr h="328930">
                <a:tc>
                  <a:txBody>
                    <a:bodyPr/>
                    <a:lstStyle/>
                    <a:p>
                      <a:pPr marR="50800" algn="ctr">
                        <a:lnSpc>
                          <a:spcPts val="2435"/>
                        </a:lnSpc>
                      </a:pPr>
                      <a:r>
                        <a:rPr sz="2400" spc="-25" dirty="0">
                          <a:latin typeface="Courier New"/>
                          <a:cs typeface="Courier New"/>
                        </a:rPr>
                        <a:t>div</a:t>
                      </a:r>
                      <a:endParaRPr sz="2400">
                        <a:latin typeface="Courier New"/>
                        <a:cs typeface="Courier New"/>
                      </a:endParaRPr>
                    </a:p>
                  </a:txBody>
                  <a:tcPr marL="0" marR="0" marT="0" marB="0"/>
                </a:tc>
                <a:tc>
                  <a:txBody>
                    <a:bodyPr/>
                    <a:lstStyle/>
                    <a:p>
                      <a:pPr algn="ctr">
                        <a:lnSpc>
                          <a:spcPts val="2435"/>
                        </a:lnSpc>
                      </a:pPr>
                      <a:r>
                        <a:rPr sz="2400" spc="-10" dirty="0">
                          <a:latin typeface="Courier New"/>
                          <a:cs typeface="Courier New"/>
                        </a:rPr>
                        <a:t>{display:</a:t>
                      </a:r>
                      <a:endParaRPr sz="2400" dirty="0">
                        <a:latin typeface="Courier New"/>
                        <a:cs typeface="Courier New"/>
                      </a:endParaRPr>
                    </a:p>
                  </a:txBody>
                  <a:tcPr marL="0" marR="0" marT="0" marB="0"/>
                </a:tc>
                <a:tc>
                  <a:txBody>
                    <a:bodyPr/>
                    <a:lstStyle/>
                    <a:p>
                      <a:pPr marL="95885">
                        <a:lnSpc>
                          <a:spcPts val="2435"/>
                        </a:lnSpc>
                      </a:pPr>
                      <a:r>
                        <a:rPr sz="2400" spc="-10" dirty="0">
                          <a:latin typeface="Courier New"/>
                          <a:cs typeface="Courier New"/>
                        </a:rPr>
                        <a:t>inline;}</a:t>
                      </a:r>
                      <a:endParaRPr sz="2400" dirty="0">
                        <a:latin typeface="Courier New"/>
                        <a:cs typeface="Courier New"/>
                      </a:endParaRPr>
                    </a:p>
                  </a:txBody>
                  <a:tcPr marL="0" marR="0" marT="0" marB="0"/>
                </a:tc>
                <a:extLst>
                  <a:ext uri="{0D108BD9-81ED-4DB2-BD59-A6C34878D82A}">
                    <a16:rowId xmlns:a16="http://schemas.microsoft.com/office/drawing/2014/main" val="10001"/>
                  </a:ext>
                </a:extLst>
              </a:tr>
              <a:tr h="328930">
                <a:tc>
                  <a:txBody>
                    <a:bodyPr/>
                    <a:lstStyle/>
                    <a:p>
                      <a:pPr marR="50800" algn="ctr">
                        <a:lnSpc>
                          <a:spcPts val="2395"/>
                        </a:lnSpc>
                      </a:pPr>
                      <a:r>
                        <a:rPr sz="2400" spc="-25" dirty="0">
                          <a:latin typeface="Courier New"/>
                          <a:cs typeface="Courier New"/>
                        </a:rPr>
                        <a:t>div</a:t>
                      </a:r>
                      <a:endParaRPr sz="2400">
                        <a:latin typeface="Courier New"/>
                        <a:cs typeface="Courier New"/>
                      </a:endParaRPr>
                    </a:p>
                  </a:txBody>
                  <a:tcPr marL="0" marR="0" marT="0" marB="0"/>
                </a:tc>
                <a:tc>
                  <a:txBody>
                    <a:bodyPr/>
                    <a:lstStyle/>
                    <a:p>
                      <a:pPr algn="ctr">
                        <a:lnSpc>
                          <a:spcPts val="2395"/>
                        </a:lnSpc>
                      </a:pPr>
                      <a:r>
                        <a:rPr sz="2400" spc="-10" dirty="0">
                          <a:latin typeface="Courier New"/>
                          <a:cs typeface="Courier New"/>
                        </a:rPr>
                        <a:t>{display:</a:t>
                      </a:r>
                      <a:endParaRPr sz="2400" dirty="0">
                        <a:latin typeface="Courier New"/>
                        <a:cs typeface="Courier New"/>
                      </a:endParaRPr>
                    </a:p>
                  </a:txBody>
                  <a:tcPr marL="0" marR="0" marT="0" marB="0"/>
                </a:tc>
                <a:tc>
                  <a:txBody>
                    <a:bodyPr/>
                    <a:lstStyle/>
                    <a:p>
                      <a:pPr marL="95885">
                        <a:lnSpc>
                          <a:spcPts val="2395"/>
                        </a:lnSpc>
                      </a:pPr>
                      <a:r>
                        <a:rPr sz="2400" spc="-10" dirty="0">
                          <a:latin typeface="Courier New"/>
                          <a:cs typeface="Courier New"/>
                        </a:rPr>
                        <a:t>block;}</a:t>
                      </a:r>
                      <a:endParaRPr sz="2400">
                        <a:latin typeface="Courier New"/>
                        <a:cs typeface="Courier New"/>
                      </a:endParaRPr>
                    </a:p>
                  </a:txBody>
                  <a:tcPr marL="0" marR="0" marT="0" marB="0"/>
                </a:tc>
                <a:extLst>
                  <a:ext uri="{0D108BD9-81ED-4DB2-BD59-A6C34878D82A}">
                    <a16:rowId xmlns:a16="http://schemas.microsoft.com/office/drawing/2014/main" val="10002"/>
                  </a:ext>
                </a:extLst>
              </a:tr>
              <a:tr h="339090">
                <a:tc>
                  <a:txBody>
                    <a:bodyPr/>
                    <a:lstStyle/>
                    <a:p>
                      <a:pPr marR="50800" algn="ctr">
                        <a:lnSpc>
                          <a:spcPts val="2435"/>
                        </a:lnSpc>
                      </a:pPr>
                      <a:r>
                        <a:rPr sz="2400" spc="-25" dirty="0">
                          <a:latin typeface="Courier New"/>
                          <a:cs typeface="Courier New"/>
                        </a:rPr>
                        <a:t>div</a:t>
                      </a:r>
                      <a:endParaRPr sz="2400">
                        <a:latin typeface="Courier New"/>
                        <a:cs typeface="Courier New"/>
                      </a:endParaRPr>
                    </a:p>
                  </a:txBody>
                  <a:tcPr marL="0" marR="0" marT="0" marB="0"/>
                </a:tc>
                <a:tc>
                  <a:txBody>
                    <a:bodyPr/>
                    <a:lstStyle/>
                    <a:p>
                      <a:pPr algn="ctr">
                        <a:lnSpc>
                          <a:spcPts val="2435"/>
                        </a:lnSpc>
                      </a:pPr>
                      <a:r>
                        <a:rPr sz="2400" spc="-10" dirty="0">
                          <a:latin typeface="Courier New"/>
                          <a:cs typeface="Courier New"/>
                        </a:rPr>
                        <a:t>{display:</a:t>
                      </a:r>
                      <a:endParaRPr sz="2400" dirty="0">
                        <a:latin typeface="Courier New"/>
                        <a:cs typeface="Courier New"/>
                      </a:endParaRPr>
                    </a:p>
                  </a:txBody>
                  <a:tcPr marL="0" marR="0" marT="0" marB="0"/>
                </a:tc>
                <a:tc>
                  <a:txBody>
                    <a:bodyPr/>
                    <a:lstStyle/>
                    <a:p>
                      <a:pPr marL="95885">
                        <a:lnSpc>
                          <a:spcPts val="2435"/>
                        </a:lnSpc>
                      </a:pPr>
                      <a:r>
                        <a:rPr sz="2400" spc="-10" dirty="0">
                          <a:latin typeface="Courier New"/>
                          <a:cs typeface="Courier New"/>
                        </a:rPr>
                        <a:t>inline-block;}</a:t>
                      </a:r>
                      <a:endParaRPr sz="2400" dirty="0">
                        <a:latin typeface="Courier New"/>
                        <a:cs typeface="Courier New"/>
                      </a:endParaRPr>
                    </a:p>
                  </a:txBody>
                  <a:tcPr marL="0" marR="0" marT="0" marB="0"/>
                </a:tc>
                <a:extLst>
                  <a:ext uri="{0D108BD9-81ED-4DB2-BD59-A6C34878D82A}">
                    <a16:rowId xmlns:a16="http://schemas.microsoft.com/office/drawing/2014/main" val="10003"/>
                  </a:ext>
                </a:extLst>
              </a:tr>
            </a:tbl>
          </a:graphicData>
        </a:graphic>
      </p:graphicFrame>
      <p:sp>
        <p:nvSpPr>
          <p:cNvPr id="11" name="object 5">
            <a:extLst>
              <a:ext uri="{FF2B5EF4-FFF2-40B4-BE49-F238E27FC236}">
                <a16:creationId xmlns:a16="http://schemas.microsoft.com/office/drawing/2014/main" id="{4E69B257-C867-E130-31BA-0F2947349A66}"/>
              </a:ext>
            </a:extLst>
          </p:cNvPr>
          <p:cNvSpPr txBox="1"/>
          <p:nvPr/>
        </p:nvSpPr>
        <p:spPr>
          <a:xfrm>
            <a:off x="917575" y="4286303"/>
            <a:ext cx="4760595" cy="1630680"/>
          </a:xfrm>
          <a:prstGeom prst="rect">
            <a:avLst/>
          </a:prstGeom>
        </p:spPr>
        <p:txBody>
          <a:bodyPr vert="horz" wrap="square" lIns="0" tIns="177165" rIns="0" bIns="0" rtlCol="0">
            <a:spAutoFit/>
          </a:bodyPr>
          <a:lstStyle/>
          <a:p>
            <a:pPr marL="12700">
              <a:lnSpc>
                <a:spcPct val="100000"/>
              </a:lnSpc>
              <a:spcBef>
                <a:spcPts val="1395"/>
              </a:spcBef>
            </a:pPr>
            <a:r>
              <a:rPr sz="2750" i="1" spc="-10" dirty="0">
                <a:latin typeface="Aptos (Body)"/>
                <a:cs typeface="Gill Sans MT"/>
              </a:rPr>
              <a:t>Remove</a:t>
            </a:r>
            <a:r>
              <a:rPr sz="2750" i="1" spc="-155" dirty="0">
                <a:latin typeface="Aptos (Body)"/>
                <a:cs typeface="Gill Sans MT"/>
              </a:rPr>
              <a:t> </a:t>
            </a:r>
            <a:r>
              <a:rPr sz="2750" spc="-10" dirty="0">
                <a:latin typeface="Aptos (Body)"/>
                <a:cs typeface="Gill Sans MT"/>
              </a:rPr>
              <a:t>elements</a:t>
            </a:r>
            <a:endParaRPr sz="2750" dirty="0">
              <a:latin typeface="Aptos (Body)"/>
              <a:cs typeface="Gill Sans MT"/>
            </a:endParaRPr>
          </a:p>
          <a:p>
            <a:pPr marL="193675">
              <a:lnSpc>
                <a:spcPct val="100000"/>
              </a:lnSpc>
              <a:spcBef>
                <a:spcPts val="1105"/>
              </a:spcBef>
            </a:pPr>
            <a:r>
              <a:rPr sz="2400" dirty="0">
                <a:latin typeface="Courier New"/>
                <a:cs typeface="Courier New"/>
              </a:rPr>
              <a:t>div</a:t>
            </a:r>
            <a:r>
              <a:rPr sz="2400" spc="-70" dirty="0">
                <a:latin typeface="Courier New"/>
                <a:cs typeface="Courier New"/>
              </a:rPr>
              <a:t> </a:t>
            </a:r>
            <a:r>
              <a:rPr sz="2400" dirty="0">
                <a:latin typeface="Courier New"/>
                <a:cs typeface="Courier New"/>
              </a:rPr>
              <a:t>{display:</a:t>
            </a:r>
            <a:r>
              <a:rPr sz="2400" spc="-60" dirty="0">
                <a:latin typeface="Courier New"/>
                <a:cs typeface="Courier New"/>
              </a:rPr>
              <a:t> </a:t>
            </a:r>
            <a:r>
              <a:rPr sz="2400" spc="-10" dirty="0">
                <a:latin typeface="Courier New"/>
                <a:cs typeface="Courier New"/>
              </a:rPr>
              <a:t>none;}</a:t>
            </a:r>
            <a:endParaRPr sz="2400" dirty="0">
              <a:latin typeface="Courier New"/>
              <a:cs typeface="Courier New"/>
            </a:endParaRPr>
          </a:p>
          <a:p>
            <a:pPr marL="193675">
              <a:lnSpc>
                <a:spcPct val="100000"/>
              </a:lnSpc>
              <a:spcBef>
                <a:spcPts val="1175"/>
              </a:spcBef>
            </a:pPr>
            <a:r>
              <a:rPr sz="2400" dirty="0">
                <a:latin typeface="Courier New"/>
                <a:cs typeface="Courier New"/>
              </a:rPr>
              <a:t>div</a:t>
            </a:r>
            <a:r>
              <a:rPr sz="2400" spc="-95" dirty="0">
                <a:latin typeface="Courier New"/>
                <a:cs typeface="Courier New"/>
              </a:rPr>
              <a:t> </a:t>
            </a:r>
            <a:r>
              <a:rPr sz="2400" dirty="0">
                <a:latin typeface="Courier New"/>
                <a:cs typeface="Courier New"/>
              </a:rPr>
              <a:t>{visibility:</a:t>
            </a:r>
            <a:r>
              <a:rPr sz="2400" spc="-15" dirty="0">
                <a:latin typeface="Courier New"/>
                <a:cs typeface="Courier New"/>
              </a:rPr>
              <a:t> </a:t>
            </a:r>
            <a:r>
              <a:rPr sz="2400" spc="-10" dirty="0">
                <a:latin typeface="Courier New"/>
                <a:cs typeface="Courier New"/>
              </a:rPr>
              <a:t>hidden;}</a:t>
            </a:r>
            <a:endParaRPr sz="2400" dirty="0">
              <a:latin typeface="Courier New"/>
              <a:cs typeface="Courier New"/>
            </a:endParaRPr>
          </a:p>
        </p:txBody>
      </p:sp>
      <p:sp>
        <p:nvSpPr>
          <p:cNvPr id="13" name="object 6">
            <a:extLst>
              <a:ext uri="{FF2B5EF4-FFF2-40B4-BE49-F238E27FC236}">
                <a16:creationId xmlns:a16="http://schemas.microsoft.com/office/drawing/2014/main" id="{E71F0B7B-3ACB-9477-FF6D-446FE78DA174}"/>
              </a:ext>
            </a:extLst>
          </p:cNvPr>
          <p:cNvSpPr txBox="1"/>
          <p:nvPr/>
        </p:nvSpPr>
        <p:spPr>
          <a:xfrm>
            <a:off x="6036564" y="4869795"/>
            <a:ext cx="5012436" cy="1020857"/>
          </a:xfrm>
          <a:prstGeom prst="rect">
            <a:avLst/>
          </a:prstGeom>
        </p:spPr>
        <p:txBody>
          <a:bodyPr vert="horz" wrap="square" lIns="0" tIns="12065" rIns="0" bIns="0" rtlCol="0">
            <a:spAutoFit/>
          </a:bodyPr>
          <a:lstStyle/>
          <a:p>
            <a:pPr marL="12700" marR="5080">
              <a:lnSpc>
                <a:spcPct val="123000"/>
              </a:lnSpc>
              <a:spcBef>
                <a:spcPts val="95"/>
              </a:spcBef>
            </a:pPr>
            <a:r>
              <a:rPr sz="2750" dirty="0">
                <a:latin typeface="Aptos (Body)"/>
                <a:cs typeface="Gill Sans MT"/>
              </a:rPr>
              <a:t>as</a:t>
            </a:r>
            <a:r>
              <a:rPr sz="2750" spc="-114" dirty="0">
                <a:latin typeface="Aptos (Body)"/>
                <a:cs typeface="Gill Sans MT"/>
              </a:rPr>
              <a:t> </a:t>
            </a:r>
            <a:r>
              <a:rPr sz="2750" dirty="0">
                <a:latin typeface="Aptos (Body)"/>
                <a:cs typeface="Gill Sans MT"/>
              </a:rPr>
              <a:t>the</a:t>
            </a:r>
            <a:r>
              <a:rPr sz="2750" spc="-125" dirty="0">
                <a:latin typeface="Aptos (Body)"/>
                <a:cs typeface="Gill Sans MT"/>
              </a:rPr>
              <a:t> </a:t>
            </a:r>
            <a:r>
              <a:rPr sz="2750" spc="-25" dirty="0">
                <a:latin typeface="Aptos (Body)"/>
                <a:cs typeface="Gill Sans MT"/>
              </a:rPr>
              <a:t>element</a:t>
            </a:r>
            <a:r>
              <a:rPr sz="2750" spc="-125" dirty="0">
                <a:latin typeface="Aptos (Body)"/>
                <a:cs typeface="Gill Sans MT"/>
              </a:rPr>
              <a:t> </a:t>
            </a:r>
            <a:r>
              <a:rPr sz="2750" spc="-20" dirty="0">
                <a:latin typeface="Aptos (Body)"/>
                <a:cs typeface="Gill Sans MT"/>
              </a:rPr>
              <a:t>never</a:t>
            </a:r>
            <a:r>
              <a:rPr sz="2750" spc="-135" dirty="0">
                <a:latin typeface="Aptos (Body)"/>
                <a:cs typeface="Gill Sans MT"/>
              </a:rPr>
              <a:t> </a:t>
            </a:r>
            <a:r>
              <a:rPr sz="2750" spc="-10" dirty="0">
                <a:latin typeface="Aptos (Body)"/>
                <a:cs typeface="Gill Sans MT"/>
              </a:rPr>
              <a:t>existed </a:t>
            </a:r>
            <a:r>
              <a:rPr sz="2750" spc="-45" dirty="0">
                <a:latin typeface="Aptos (Body)"/>
                <a:cs typeface="Gill Sans MT"/>
              </a:rPr>
              <a:t>disappears,</a:t>
            </a:r>
            <a:r>
              <a:rPr sz="2750" spc="-110" dirty="0">
                <a:latin typeface="Aptos (Body)"/>
                <a:cs typeface="Gill Sans MT"/>
              </a:rPr>
              <a:t> </a:t>
            </a:r>
            <a:r>
              <a:rPr sz="2750" dirty="0">
                <a:latin typeface="Aptos (Body)"/>
                <a:cs typeface="Gill Sans MT"/>
              </a:rPr>
              <a:t>but</a:t>
            </a:r>
            <a:r>
              <a:rPr sz="2750" spc="-75" dirty="0">
                <a:latin typeface="Aptos (Body)"/>
                <a:cs typeface="Gill Sans MT"/>
              </a:rPr>
              <a:t> </a:t>
            </a:r>
            <a:r>
              <a:rPr sz="2750" spc="-70" dirty="0">
                <a:latin typeface="Aptos (Body)"/>
                <a:cs typeface="Gill Sans MT"/>
              </a:rPr>
              <a:t>still</a:t>
            </a:r>
            <a:r>
              <a:rPr sz="2750" spc="-120" dirty="0">
                <a:latin typeface="Aptos (Body)"/>
                <a:cs typeface="Gill Sans MT"/>
              </a:rPr>
              <a:t> </a:t>
            </a:r>
            <a:r>
              <a:rPr sz="2750" spc="-45" dirty="0">
                <a:latin typeface="Aptos (Body)"/>
                <a:cs typeface="Gill Sans MT"/>
              </a:rPr>
              <a:t>takes</a:t>
            </a:r>
            <a:r>
              <a:rPr sz="2750" spc="-55" dirty="0">
                <a:latin typeface="Aptos (Body)"/>
                <a:cs typeface="Gill Sans MT"/>
              </a:rPr>
              <a:t> </a:t>
            </a:r>
            <a:r>
              <a:rPr sz="2750" spc="-10" dirty="0">
                <a:latin typeface="Aptos (Body)"/>
                <a:cs typeface="Gill Sans MT"/>
              </a:rPr>
              <a:t>space</a:t>
            </a:r>
            <a:endParaRPr sz="2750" dirty="0">
              <a:latin typeface="Aptos (Body)"/>
              <a:cs typeface="Gill Sans MT"/>
            </a:endParaRPr>
          </a:p>
        </p:txBody>
      </p:sp>
    </p:spTree>
    <p:extLst>
      <p:ext uri="{BB962C8B-B14F-4D97-AF65-F5344CB8AC3E}">
        <p14:creationId xmlns:p14="http://schemas.microsoft.com/office/powerpoint/2010/main" val="38863378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4A87B-1CDC-1183-EBFB-16A6CDF7B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EE74A-B143-5499-5425-6C8EAEBF5F94}"/>
              </a:ext>
            </a:extLst>
          </p:cNvPr>
          <p:cNvSpPr>
            <a:spLocks noGrp="1"/>
          </p:cNvSpPr>
          <p:nvPr>
            <p:ph type="title"/>
          </p:nvPr>
        </p:nvSpPr>
        <p:spPr/>
        <p:txBody>
          <a:bodyPr/>
          <a:lstStyle/>
          <a:p>
            <a:r>
              <a:rPr lang="da-DK" dirty="0"/>
              <a:t>Layout</a:t>
            </a:r>
          </a:p>
        </p:txBody>
      </p:sp>
      <p:sp>
        <p:nvSpPr>
          <p:cNvPr id="7" name="Content Placeholder 6">
            <a:extLst>
              <a:ext uri="{FF2B5EF4-FFF2-40B4-BE49-F238E27FC236}">
                <a16:creationId xmlns:a16="http://schemas.microsoft.com/office/drawing/2014/main" id="{590467CD-BD5A-FE52-1EE9-548A4955F772}"/>
              </a:ext>
            </a:extLst>
          </p:cNvPr>
          <p:cNvSpPr>
            <a:spLocks noGrp="1"/>
          </p:cNvSpPr>
          <p:nvPr>
            <p:ph idx="1"/>
          </p:nvPr>
        </p:nvSpPr>
        <p:spPr/>
        <p:txBody>
          <a:bodyPr/>
          <a:lstStyle/>
          <a:p>
            <a:pPr marL="0" indent="0">
              <a:buNone/>
            </a:pPr>
            <a:r>
              <a:rPr lang="da-DK" dirty="0"/>
              <a:t> </a:t>
            </a:r>
          </a:p>
        </p:txBody>
      </p:sp>
      <p:sp>
        <p:nvSpPr>
          <p:cNvPr id="5" name="TextBox 4">
            <a:extLst>
              <a:ext uri="{FF2B5EF4-FFF2-40B4-BE49-F238E27FC236}">
                <a16:creationId xmlns:a16="http://schemas.microsoft.com/office/drawing/2014/main" id="{125E27A8-5674-E458-85E0-5E5503B54D27}"/>
              </a:ext>
            </a:extLst>
          </p:cNvPr>
          <p:cNvSpPr txBox="1"/>
          <p:nvPr/>
        </p:nvSpPr>
        <p:spPr>
          <a:xfrm>
            <a:off x="838200" y="1690688"/>
            <a:ext cx="9598025" cy="954107"/>
          </a:xfrm>
          <a:prstGeom prst="rect">
            <a:avLst/>
          </a:prstGeom>
          <a:noFill/>
        </p:spPr>
        <p:txBody>
          <a:bodyPr wrap="square">
            <a:spAutoFit/>
          </a:bodyPr>
          <a:lstStyle/>
          <a:p>
            <a:pPr marL="12700">
              <a:spcBef>
                <a:spcPts val="125"/>
              </a:spcBef>
            </a:pPr>
            <a:r>
              <a:rPr lang="da-DK" sz="2750" spc="-50" dirty="0" err="1">
                <a:latin typeface="Aptos (Body)"/>
              </a:rPr>
              <a:t>Horizontal</a:t>
            </a:r>
            <a:r>
              <a:rPr lang="da-DK" sz="2750" spc="-50" dirty="0">
                <a:latin typeface="Aptos (Body)"/>
              </a:rPr>
              <a:t> Alignment: </a:t>
            </a:r>
            <a:r>
              <a:rPr lang="en-US" sz="2750" spc="-50" dirty="0">
                <a:latin typeface="Aptos (Body)"/>
              </a:rPr>
              <a:t>how elements are positioned from left to right within a container</a:t>
            </a:r>
          </a:p>
        </p:txBody>
      </p:sp>
      <p:sp>
        <p:nvSpPr>
          <p:cNvPr id="8" name="object 3">
            <a:extLst>
              <a:ext uri="{FF2B5EF4-FFF2-40B4-BE49-F238E27FC236}">
                <a16:creationId xmlns:a16="http://schemas.microsoft.com/office/drawing/2014/main" id="{27C1219B-1BB1-10EB-F597-62E8135CBF49}"/>
              </a:ext>
            </a:extLst>
          </p:cNvPr>
          <p:cNvSpPr txBox="1"/>
          <p:nvPr/>
        </p:nvSpPr>
        <p:spPr>
          <a:xfrm>
            <a:off x="762000" y="2917333"/>
            <a:ext cx="11125200" cy="1308692"/>
          </a:xfrm>
          <a:prstGeom prst="rect">
            <a:avLst/>
          </a:prstGeom>
        </p:spPr>
        <p:txBody>
          <a:bodyPr vert="horz" wrap="square" lIns="0" tIns="15875" rIns="0" bIns="0" rtlCol="0">
            <a:spAutoFit/>
          </a:bodyPr>
          <a:lstStyle/>
          <a:p>
            <a:pPr marL="12700" algn="just">
              <a:spcBef>
                <a:spcPts val="125"/>
              </a:spcBef>
            </a:pPr>
            <a:r>
              <a:rPr sz="2750" spc="-50" dirty="0">
                <a:latin typeface="Aptos (Body)"/>
                <a:cs typeface="Gill Sans MT"/>
              </a:rPr>
              <a:t>Vertical</a:t>
            </a:r>
            <a:r>
              <a:rPr sz="2750" spc="-125" dirty="0">
                <a:latin typeface="Aptos (Body)"/>
                <a:cs typeface="Gill Sans MT"/>
              </a:rPr>
              <a:t> </a:t>
            </a:r>
            <a:r>
              <a:rPr lang="da-DK" sz="2750" spc="-40" dirty="0">
                <a:latin typeface="Aptos (Body)"/>
                <a:cs typeface="Gill Sans MT"/>
              </a:rPr>
              <a:t>alignment: </a:t>
            </a:r>
            <a:r>
              <a:rPr lang="en-US" sz="2750" spc="-50" dirty="0">
                <a:latin typeface="Aptos (Body)"/>
              </a:rPr>
              <a:t>how elements are aligned from top to bottom within a container. This is typically more difficult than horizontal alignment, but there are several methods to achieve it</a:t>
            </a:r>
            <a:endParaRPr lang="da-DK" sz="2750" spc="-50" dirty="0">
              <a:latin typeface="Aptos (Body)"/>
            </a:endParaRPr>
          </a:p>
        </p:txBody>
      </p:sp>
      <p:sp>
        <p:nvSpPr>
          <p:cNvPr id="12" name="object 4">
            <a:extLst>
              <a:ext uri="{FF2B5EF4-FFF2-40B4-BE49-F238E27FC236}">
                <a16:creationId xmlns:a16="http://schemas.microsoft.com/office/drawing/2014/main" id="{1F9655CF-0358-3F1F-33CC-187D63FCCFF4}"/>
              </a:ext>
            </a:extLst>
          </p:cNvPr>
          <p:cNvSpPr txBox="1"/>
          <p:nvPr/>
        </p:nvSpPr>
        <p:spPr>
          <a:xfrm>
            <a:off x="581335" y="5807255"/>
            <a:ext cx="8951286" cy="504645"/>
          </a:xfrm>
          <a:prstGeom prst="rect">
            <a:avLst/>
          </a:prstGeom>
        </p:spPr>
        <p:txBody>
          <a:bodyPr vert="horz" lIns="91440" tIns="45720" rIns="91440" bIns="45720" rtlCol="0" anchor="t">
            <a:normAutofit/>
          </a:bodyPr>
          <a:lstStyle/>
          <a:p>
            <a:pPr algn="ctr" rtl="0">
              <a:lnSpc>
                <a:spcPct val="90000"/>
              </a:lnSpc>
              <a:spcBef>
                <a:spcPts val="1000"/>
              </a:spcBef>
            </a:pPr>
            <a:r>
              <a:rPr lang="en-US" kern="1200" spc="-10" dirty="0">
                <a:solidFill>
                  <a:srgbClr val="FFFFFF"/>
                </a:solidFill>
                <a:latin typeface="+mn-lt"/>
                <a:ea typeface="+mn-ea"/>
                <a:cs typeface="+mn-cs"/>
              </a:rPr>
              <a:t>https://</a:t>
            </a:r>
            <a:r>
              <a:rPr lang="en-US" kern="1200" spc="-10" dirty="0">
                <a:solidFill>
                  <a:srgbClr val="FFFFFF"/>
                </a:solidFill>
                <a:latin typeface="+mn-lt"/>
                <a:ea typeface="+mn-ea"/>
                <a:cs typeface="+mn-cs"/>
                <a:hlinkClick r:id="rId2"/>
              </a:rPr>
              <a:t>www.w3schools.com/css/css_align.asp</a:t>
            </a:r>
            <a:endParaRPr lang="en-US" kern="1200" dirty="0">
              <a:solidFill>
                <a:srgbClr val="FFFFFF"/>
              </a:solidFill>
              <a:latin typeface="+mn-lt"/>
              <a:ea typeface="+mn-ea"/>
              <a:cs typeface="+mn-cs"/>
            </a:endParaRPr>
          </a:p>
        </p:txBody>
      </p:sp>
    </p:spTree>
    <p:extLst>
      <p:ext uri="{BB962C8B-B14F-4D97-AF65-F5344CB8AC3E}">
        <p14:creationId xmlns:p14="http://schemas.microsoft.com/office/powerpoint/2010/main" val="29960660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9253-A3EE-000C-F30E-962B2DAF6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9119B-4D0D-2BDC-872B-9DBB40944983}"/>
              </a:ext>
            </a:extLst>
          </p:cNvPr>
          <p:cNvSpPr>
            <a:spLocks noGrp="1"/>
          </p:cNvSpPr>
          <p:nvPr>
            <p:ph type="title"/>
          </p:nvPr>
        </p:nvSpPr>
        <p:spPr/>
        <p:txBody>
          <a:bodyPr/>
          <a:lstStyle/>
          <a:p>
            <a:r>
              <a:rPr lang="da-DK" dirty="0"/>
              <a:t>Layout</a:t>
            </a:r>
          </a:p>
        </p:txBody>
      </p:sp>
      <p:sp>
        <p:nvSpPr>
          <p:cNvPr id="7" name="Content Placeholder 6">
            <a:extLst>
              <a:ext uri="{FF2B5EF4-FFF2-40B4-BE49-F238E27FC236}">
                <a16:creationId xmlns:a16="http://schemas.microsoft.com/office/drawing/2014/main" id="{80738B43-64F3-7CD9-DADC-A4741C402792}"/>
              </a:ext>
            </a:extLst>
          </p:cNvPr>
          <p:cNvSpPr>
            <a:spLocks noGrp="1"/>
          </p:cNvSpPr>
          <p:nvPr>
            <p:ph idx="1"/>
          </p:nvPr>
        </p:nvSpPr>
        <p:spPr/>
        <p:txBody>
          <a:bodyPr/>
          <a:lstStyle/>
          <a:p>
            <a:pPr marL="0" indent="0">
              <a:buNone/>
            </a:pPr>
            <a:r>
              <a:rPr lang="da-DK" dirty="0"/>
              <a:t> </a:t>
            </a:r>
          </a:p>
        </p:txBody>
      </p:sp>
      <p:sp>
        <p:nvSpPr>
          <p:cNvPr id="5" name="object 3">
            <a:extLst>
              <a:ext uri="{FF2B5EF4-FFF2-40B4-BE49-F238E27FC236}">
                <a16:creationId xmlns:a16="http://schemas.microsoft.com/office/drawing/2014/main" id="{8AE528E2-59FF-7129-00E8-889733A91F1A}"/>
              </a:ext>
            </a:extLst>
          </p:cNvPr>
          <p:cNvSpPr txBox="1"/>
          <p:nvPr/>
        </p:nvSpPr>
        <p:spPr>
          <a:xfrm>
            <a:off x="917575" y="1919922"/>
            <a:ext cx="1741805" cy="448945"/>
          </a:xfrm>
          <a:prstGeom prst="rect">
            <a:avLst/>
          </a:prstGeom>
        </p:spPr>
        <p:txBody>
          <a:bodyPr vert="horz" wrap="square" lIns="0" tIns="15875" rIns="0" bIns="0" rtlCol="0">
            <a:spAutoFit/>
          </a:bodyPr>
          <a:lstStyle/>
          <a:p>
            <a:pPr marL="12700">
              <a:lnSpc>
                <a:spcPct val="100000"/>
              </a:lnSpc>
              <a:spcBef>
                <a:spcPts val="125"/>
              </a:spcBef>
            </a:pPr>
            <a:r>
              <a:rPr sz="2750" spc="-50" dirty="0">
                <a:latin typeface="Gill Sans MT"/>
                <a:cs typeface="Gill Sans MT"/>
              </a:rPr>
              <a:t>Vertical</a:t>
            </a:r>
            <a:r>
              <a:rPr sz="2750" spc="-125" dirty="0">
                <a:latin typeface="Gill Sans MT"/>
                <a:cs typeface="Gill Sans MT"/>
              </a:rPr>
              <a:t> </a:t>
            </a:r>
            <a:r>
              <a:rPr sz="2750" spc="-40" dirty="0">
                <a:latin typeface="Gill Sans MT"/>
                <a:cs typeface="Gill Sans MT"/>
              </a:rPr>
              <a:t>align</a:t>
            </a:r>
            <a:endParaRPr sz="2750">
              <a:latin typeface="Gill Sans MT"/>
              <a:cs typeface="Gill Sans MT"/>
            </a:endParaRPr>
          </a:p>
        </p:txBody>
      </p:sp>
      <p:sp>
        <p:nvSpPr>
          <p:cNvPr id="8" name="object 4">
            <a:extLst>
              <a:ext uri="{FF2B5EF4-FFF2-40B4-BE49-F238E27FC236}">
                <a16:creationId xmlns:a16="http://schemas.microsoft.com/office/drawing/2014/main" id="{37DA7F56-BFF4-AFA8-D9C2-C30B1E80547D}"/>
              </a:ext>
            </a:extLst>
          </p:cNvPr>
          <p:cNvSpPr txBox="1"/>
          <p:nvPr/>
        </p:nvSpPr>
        <p:spPr>
          <a:xfrm>
            <a:off x="5783579" y="1986597"/>
            <a:ext cx="433387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https://</a:t>
            </a:r>
            <a:r>
              <a:rPr sz="1800" spc="-10" dirty="0">
                <a:latin typeface="Calibri"/>
                <a:cs typeface="Calibri"/>
                <a:hlinkClick r:id="rId2"/>
              </a:rPr>
              <a:t>www.w3schools.com/css/css_align.asp</a:t>
            </a:r>
            <a:endParaRPr sz="1800">
              <a:latin typeface="Calibri"/>
              <a:cs typeface="Calibri"/>
            </a:endParaRPr>
          </a:p>
        </p:txBody>
      </p:sp>
      <p:pic>
        <p:nvPicPr>
          <p:cNvPr id="12" name="object 5">
            <a:extLst>
              <a:ext uri="{FF2B5EF4-FFF2-40B4-BE49-F238E27FC236}">
                <a16:creationId xmlns:a16="http://schemas.microsoft.com/office/drawing/2014/main" id="{B7CEDE9E-5C16-EBF4-5781-7827F5BE59A1}"/>
              </a:ext>
            </a:extLst>
          </p:cNvPr>
          <p:cNvPicPr/>
          <p:nvPr/>
        </p:nvPicPr>
        <p:blipFill>
          <a:blip r:embed="rId3" cstate="print"/>
          <a:stretch>
            <a:fillRect/>
          </a:stretch>
        </p:blipFill>
        <p:spPr>
          <a:xfrm>
            <a:off x="2133600" y="3576549"/>
            <a:ext cx="6204534" cy="2169885"/>
          </a:xfrm>
          <a:prstGeom prst="rect">
            <a:avLst/>
          </a:prstGeom>
        </p:spPr>
      </p:pic>
    </p:spTree>
    <p:extLst>
      <p:ext uri="{BB962C8B-B14F-4D97-AF65-F5344CB8AC3E}">
        <p14:creationId xmlns:p14="http://schemas.microsoft.com/office/powerpoint/2010/main" val="2773330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B7954-E5E9-66C4-2584-41B1E645C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7F4E5-4168-9F9A-442C-3565764C2C6A}"/>
              </a:ext>
            </a:extLst>
          </p:cNvPr>
          <p:cNvSpPr>
            <a:spLocks noGrp="1"/>
          </p:cNvSpPr>
          <p:nvPr>
            <p:ph type="title"/>
          </p:nvPr>
        </p:nvSpPr>
        <p:spPr/>
        <p:txBody>
          <a:bodyPr/>
          <a:lstStyle/>
          <a:p>
            <a:r>
              <a:rPr lang="da-DK" dirty="0"/>
              <a:t>Layout</a:t>
            </a:r>
          </a:p>
        </p:txBody>
      </p:sp>
      <p:sp>
        <p:nvSpPr>
          <p:cNvPr id="9" name="object 3">
            <a:extLst>
              <a:ext uri="{FF2B5EF4-FFF2-40B4-BE49-F238E27FC236}">
                <a16:creationId xmlns:a16="http://schemas.microsoft.com/office/drawing/2014/main" id="{F52D2C26-4EFB-EFD8-92C4-270B4E6BC2D7}"/>
              </a:ext>
            </a:extLst>
          </p:cNvPr>
          <p:cNvSpPr txBox="1"/>
          <p:nvPr/>
        </p:nvSpPr>
        <p:spPr>
          <a:xfrm>
            <a:off x="917575" y="1519872"/>
            <a:ext cx="1741805" cy="448945"/>
          </a:xfrm>
          <a:prstGeom prst="rect">
            <a:avLst/>
          </a:prstGeom>
        </p:spPr>
        <p:txBody>
          <a:bodyPr vert="horz" wrap="square" lIns="0" tIns="15875" rIns="0" bIns="0" rtlCol="0">
            <a:spAutoFit/>
          </a:bodyPr>
          <a:lstStyle/>
          <a:p>
            <a:pPr marL="12700">
              <a:lnSpc>
                <a:spcPct val="100000"/>
              </a:lnSpc>
              <a:spcBef>
                <a:spcPts val="125"/>
              </a:spcBef>
            </a:pPr>
            <a:r>
              <a:rPr sz="2750" spc="-50" dirty="0">
                <a:latin typeface="Gill Sans MT"/>
                <a:cs typeface="Gill Sans MT"/>
              </a:rPr>
              <a:t>Vertical</a:t>
            </a:r>
            <a:r>
              <a:rPr sz="2750" spc="-125" dirty="0">
                <a:latin typeface="Gill Sans MT"/>
                <a:cs typeface="Gill Sans MT"/>
              </a:rPr>
              <a:t> </a:t>
            </a:r>
            <a:r>
              <a:rPr sz="2750" spc="-40" dirty="0">
                <a:latin typeface="Gill Sans MT"/>
                <a:cs typeface="Gill Sans MT"/>
              </a:rPr>
              <a:t>align</a:t>
            </a:r>
            <a:endParaRPr sz="2750">
              <a:latin typeface="Gill Sans MT"/>
              <a:cs typeface="Gill Sans MT"/>
            </a:endParaRPr>
          </a:p>
        </p:txBody>
      </p:sp>
      <p:pic>
        <p:nvPicPr>
          <p:cNvPr id="11" name="object 4">
            <a:extLst>
              <a:ext uri="{FF2B5EF4-FFF2-40B4-BE49-F238E27FC236}">
                <a16:creationId xmlns:a16="http://schemas.microsoft.com/office/drawing/2014/main" id="{874974B7-0D69-B22E-385B-2299985C0327}"/>
              </a:ext>
            </a:extLst>
          </p:cNvPr>
          <p:cNvPicPr/>
          <p:nvPr/>
        </p:nvPicPr>
        <p:blipFill>
          <a:blip r:embed="rId2" cstate="print"/>
          <a:stretch>
            <a:fillRect/>
          </a:stretch>
        </p:blipFill>
        <p:spPr>
          <a:xfrm>
            <a:off x="1533525" y="2409825"/>
            <a:ext cx="8715375" cy="2800350"/>
          </a:xfrm>
          <a:prstGeom prst="rect">
            <a:avLst/>
          </a:prstGeom>
        </p:spPr>
      </p:pic>
      <p:sp>
        <p:nvSpPr>
          <p:cNvPr id="14" name="object 5">
            <a:extLst>
              <a:ext uri="{FF2B5EF4-FFF2-40B4-BE49-F238E27FC236}">
                <a16:creationId xmlns:a16="http://schemas.microsoft.com/office/drawing/2014/main" id="{79EB3FA1-C26C-EF7A-415E-6C997348B1C9}"/>
              </a:ext>
            </a:extLst>
          </p:cNvPr>
          <p:cNvSpPr txBox="1"/>
          <p:nvPr/>
        </p:nvSpPr>
        <p:spPr>
          <a:xfrm>
            <a:off x="1528444" y="5578871"/>
            <a:ext cx="2211705" cy="229235"/>
          </a:xfrm>
          <a:prstGeom prst="rect">
            <a:avLst/>
          </a:prstGeom>
        </p:spPr>
        <p:txBody>
          <a:bodyPr vert="horz" wrap="square" lIns="0" tIns="0" rIns="0" bIns="0" rtlCol="0">
            <a:spAutoFit/>
          </a:bodyPr>
          <a:lstStyle/>
          <a:p>
            <a:pPr>
              <a:lnSpc>
                <a:spcPts val="1710"/>
              </a:lnSpc>
            </a:pPr>
            <a:r>
              <a:rPr sz="1800" spc="-20" dirty="0">
                <a:latin typeface="Calibri"/>
                <a:cs typeface="Calibri"/>
              </a:rPr>
              <a:t>https://xkcd.com/1168/</a:t>
            </a:r>
            <a:endParaRPr sz="1800">
              <a:latin typeface="Calibri"/>
              <a:cs typeface="Calibri"/>
            </a:endParaRPr>
          </a:p>
        </p:txBody>
      </p:sp>
      <p:pic>
        <p:nvPicPr>
          <p:cNvPr id="16" name="object 6">
            <a:extLst>
              <a:ext uri="{FF2B5EF4-FFF2-40B4-BE49-F238E27FC236}">
                <a16:creationId xmlns:a16="http://schemas.microsoft.com/office/drawing/2014/main" id="{B25B388E-973B-BF00-E6C6-6EB953E31807}"/>
              </a:ext>
            </a:extLst>
          </p:cNvPr>
          <p:cNvPicPr/>
          <p:nvPr/>
        </p:nvPicPr>
        <p:blipFill>
          <a:blip r:embed="rId3" cstate="print"/>
          <a:stretch>
            <a:fillRect/>
          </a:stretch>
        </p:blipFill>
        <p:spPr>
          <a:xfrm>
            <a:off x="1533525" y="2409825"/>
            <a:ext cx="8711565" cy="3971925"/>
          </a:xfrm>
          <a:prstGeom prst="rect">
            <a:avLst/>
          </a:prstGeom>
        </p:spPr>
      </p:pic>
      <p:sp>
        <p:nvSpPr>
          <p:cNvPr id="18" name="object 7">
            <a:extLst>
              <a:ext uri="{FF2B5EF4-FFF2-40B4-BE49-F238E27FC236}">
                <a16:creationId xmlns:a16="http://schemas.microsoft.com/office/drawing/2014/main" id="{01D9CBEB-537C-C3CE-2CE8-D00693596811}"/>
              </a:ext>
            </a:extLst>
          </p:cNvPr>
          <p:cNvSpPr txBox="1"/>
          <p:nvPr/>
        </p:nvSpPr>
        <p:spPr>
          <a:xfrm>
            <a:off x="5783579" y="1586547"/>
            <a:ext cx="433387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https://</a:t>
            </a:r>
            <a:r>
              <a:rPr sz="1800" spc="-10" dirty="0">
                <a:latin typeface="Calibri"/>
                <a:cs typeface="Calibri"/>
                <a:hlinkClick r:id="rId4"/>
              </a:rPr>
              <a:t>www.w3schools.com/css/css_align.asp</a:t>
            </a:r>
            <a:endParaRPr sz="1800" dirty="0">
              <a:latin typeface="Calibri"/>
              <a:cs typeface="Calibri"/>
            </a:endParaRPr>
          </a:p>
        </p:txBody>
      </p:sp>
    </p:spTree>
    <p:extLst>
      <p:ext uri="{BB962C8B-B14F-4D97-AF65-F5344CB8AC3E}">
        <p14:creationId xmlns:p14="http://schemas.microsoft.com/office/powerpoint/2010/main" val="3485993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4150-B21A-9E48-0A7D-02FE97F97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D97ED-1CF7-D642-F8C8-33E40A651DB1}"/>
              </a:ext>
            </a:extLst>
          </p:cNvPr>
          <p:cNvSpPr>
            <a:spLocks noGrp="1"/>
          </p:cNvSpPr>
          <p:nvPr>
            <p:ph type="title"/>
          </p:nvPr>
        </p:nvSpPr>
        <p:spPr/>
        <p:txBody>
          <a:bodyPr/>
          <a:lstStyle/>
          <a:p>
            <a:r>
              <a:rPr lang="da-DK" dirty="0"/>
              <a:t>Layout</a:t>
            </a:r>
          </a:p>
        </p:txBody>
      </p:sp>
      <p:pic>
        <p:nvPicPr>
          <p:cNvPr id="4" name="object 4">
            <a:extLst>
              <a:ext uri="{FF2B5EF4-FFF2-40B4-BE49-F238E27FC236}">
                <a16:creationId xmlns:a16="http://schemas.microsoft.com/office/drawing/2014/main" id="{12A23F48-6653-B628-F774-C97EB493DB25}"/>
              </a:ext>
            </a:extLst>
          </p:cNvPr>
          <p:cNvPicPr/>
          <p:nvPr/>
        </p:nvPicPr>
        <p:blipFill>
          <a:blip r:embed="rId2" cstate="print"/>
          <a:stretch>
            <a:fillRect/>
          </a:stretch>
        </p:blipFill>
        <p:spPr>
          <a:xfrm>
            <a:off x="1533525" y="2181225"/>
            <a:ext cx="8715375" cy="2800350"/>
          </a:xfrm>
          <a:prstGeom prst="rect">
            <a:avLst/>
          </a:prstGeom>
        </p:spPr>
      </p:pic>
      <p:sp>
        <p:nvSpPr>
          <p:cNvPr id="6" name="object 5">
            <a:extLst>
              <a:ext uri="{FF2B5EF4-FFF2-40B4-BE49-F238E27FC236}">
                <a16:creationId xmlns:a16="http://schemas.microsoft.com/office/drawing/2014/main" id="{C87A1035-40A7-7969-E4E8-AD1BFA990F1A}"/>
              </a:ext>
            </a:extLst>
          </p:cNvPr>
          <p:cNvSpPr txBox="1"/>
          <p:nvPr/>
        </p:nvSpPr>
        <p:spPr>
          <a:xfrm>
            <a:off x="1515744" y="5280342"/>
            <a:ext cx="223710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https://xkcd.com/1168/</a:t>
            </a:r>
            <a:endParaRPr sz="1800">
              <a:latin typeface="Calibri"/>
              <a:cs typeface="Calibri"/>
            </a:endParaRPr>
          </a:p>
        </p:txBody>
      </p:sp>
      <p:sp>
        <p:nvSpPr>
          <p:cNvPr id="8" name="object 3">
            <a:extLst>
              <a:ext uri="{FF2B5EF4-FFF2-40B4-BE49-F238E27FC236}">
                <a16:creationId xmlns:a16="http://schemas.microsoft.com/office/drawing/2014/main" id="{CF96B9E0-711A-1BB7-D3CE-AC70149A89E2}"/>
              </a:ext>
            </a:extLst>
          </p:cNvPr>
          <p:cNvSpPr txBox="1"/>
          <p:nvPr/>
        </p:nvSpPr>
        <p:spPr>
          <a:xfrm>
            <a:off x="1089025" y="1466215"/>
            <a:ext cx="2009775" cy="448945"/>
          </a:xfrm>
          <a:prstGeom prst="rect">
            <a:avLst/>
          </a:prstGeom>
        </p:spPr>
        <p:txBody>
          <a:bodyPr vert="horz" wrap="square" lIns="0" tIns="15875" rIns="0" bIns="0" rtlCol="0">
            <a:spAutoFit/>
          </a:bodyPr>
          <a:lstStyle/>
          <a:p>
            <a:pPr marL="12700">
              <a:lnSpc>
                <a:spcPct val="100000"/>
              </a:lnSpc>
              <a:spcBef>
                <a:spcPts val="125"/>
              </a:spcBef>
            </a:pPr>
            <a:r>
              <a:rPr sz="2750" spc="-45" dirty="0">
                <a:latin typeface="Gill Sans MT"/>
                <a:cs typeface="Gill Sans MT"/>
              </a:rPr>
              <a:t>Original</a:t>
            </a:r>
            <a:r>
              <a:rPr sz="2750" spc="-130" dirty="0">
                <a:latin typeface="Gill Sans MT"/>
                <a:cs typeface="Gill Sans MT"/>
              </a:rPr>
              <a:t> </a:t>
            </a:r>
            <a:r>
              <a:rPr sz="2750" spc="-30" dirty="0">
                <a:latin typeface="Gill Sans MT"/>
                <a:cs typeface="Gill Sans MT"/>
              </a:rPr>
              <a:t>comic</a:t>
            </a:r>
            <a:endParaRPr sz="2750" dirty="0">
              <a:latin typeface="Gill Sans MT"/>
              <a:cs typeface="Gill Sans MT"/>
            </a:endParaRPr>
          </a:p>
        </p:txBody>
      </p:sp>
    </p:spTree>
    <p:extLst>
      <p:ext uri="{BB962C8B-B14F-4D97-AF65-F5344CB8AC3E}">
        <p14:creationId xmlns:p14="http://schemas.microsoft.com/office/powerpoint/2010/main" val="24169734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EA35-E8E5-FB25-8FD3-E2957EC71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D8301-F406-77A7-5566-2CF512E71963}"/>
              </a:ext>
            </a:extLst>
          </p:cNvPr>
          <p:cNvSpPr>
            <a:spLocks noGrp="1"/>
          </p:cNvSpPr>
          <p:nvPr>
            <p:ph type="title"/>
          </p:nvPr>
        </p:nvSpPr>
        <p:spPr/>
        <p:txBody>
          <a:bodyPr/>
          <a:lstStyle/>
          <a:p>
            <a:r>
              <a:rPr lang="da-DK" dirty="0"/>
              <a:t>Layout</a:t>
            </a:r>
          </a:p>
        </p:txBody>
      </p:sp>
      <p:pic>
        <p:nvPicPr>
          <p:cNvPr id="3" name="object 2">
            <a:extLst>
              <a:ext uri="{FF2B5EF4-FFF2-40B4-BE49-F238E27FC236}">
                <a16:creationId xmlns:a16="http://schemas.microsoft.com/office/drawing/2014/main" id="{A9CFF4BE-D838-843D-04E6-4C768BAA20F1}"/>
              </a:ext>
            </a:extLst>
          </p:cNvPr>
          <p:cNvPicPr/>
          <p:nvPr/>
        </p:nvPicPr>
        <p:blipFill>
          <a:blip r:embed="rId2" cstate="print"/>
          <a:stretch>
            <a:fillRect/>
          </a:stretch>
        </p:blipFill>
        <p:spPr>
          <a:xfrm>
            <a:off x="936826" y="2333949"/>
            <a:ext cx="5367421" cy="3057525"/>
          </a:xfrm>
          <a:prstGeom prst="rect">
            <a:avLst/>
          </a:prstGeom>
        </p:spPr>
      </p:pic>
      <p:sp>
        <p:nvSpPr>
          <p:cNvPr id="5" name="object 3">
            <a:extLst>
              <a:ext uri="{FF2B5EF4-FFF2-40B4-BE49-F238E27FC236}">
                <a16:creationId xmlns:a16="http://schemas.microsoft.com/office/drawing/2014/main" id="{F6772B53-F626-9A20-58C8-B7C1EF4DA0BA}"/>
              </a:ext>
            </a:extLst>
          </p:cNvPr>
          <p:cNvSpPr txBox="1"/>
          <p:nvPr/>
        </p:nvSpPr>
        <p:spPr>
          <a:xfrm>
            <a:off x="318361" y="2018348"/>
            <a:ext cx="1096645" cy="448945"/>
          </a:xfrm>
          <a:prstGeom prst="rect">
            <a:avLst/>
          </a:prstGeom>
        </p:spPr>
        <p:txBody>
          <a:bodyPr vert="horz" wrap="square" lIns="0" tIns="15875" rIns="0" bIns="0" rtlCol="0">
            <a:spAutoFit/>
          </a:bodyPr>
          <a:lstStyle/>
          <a:p>
            <a:pPr marL="12700">
              <a:lnSpc>
                <a:spcPct val="100000"/>
              </a:lnSpc>
              <a:spcBef>
                <a:spcPts val="125"/>
              </a:spcBef>
            </a:pPr>
            <a:r>
              <a:rPr sz="2750" spc="-60" dirty="0">
                <a:latin typeface="Gill Sans MT"/>
                <a:cs typeface="Gill Sans MT"/>
              </a:rPr>
              <a:t>Flexbox</a:t>
            </a:r>
            <a:endParaRPr sz="2750" dirty="0">
              <a:latin typeface="Gill Sans MT"/>
              <a:cs typeface="Gill Sans MT"/>
            </a:endParaRPr>
          </a:p>
        </p:txBody>
      </p:sp>
      <p:sp>
        <p:nvSpPr>
          <p:cNvPr id="7" name="object 6">
            <a:extLst>
              <a:ext uri="{FF2B5EF4-FFF2-40B4-BE49-F238E27FC236}">
                <a16:creationId xmlns:a16="http://schemas.microsoft.com/office/drawing/2014/main" id="{AC791344-A448-21DC-ADEF-7B408FAFA0EA}"/>
              </a:ext>
            </a:extLst>
          </p:cNvPr>
          <p:cNvSpPr txBox="1"/>
          <p:nvPr/>
        </p:nvSpPr>
        <p:spPr>
          <a:xfrm>
            <a:off x="1141094" y="1566545"/>
            <a:ext cx="468630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https://</a:t>
            </a:r>
            <a:r>
              <a:rPr sz="1800" spc="-10" dirty="0">
                <a:latin typeface="Calibri"/>
                <a:cs typeface="Calibri"/>
                <a:hlinkClick r:id="rId3"/>
              </a:rPr>
              <a:t>www.w3schools.com/csS/css3_flexbox.asp</a:t>
            </a:r>
            <a:endParaRPr sz="1800" dirty="0">
              <a:latin typeface="Calibri"/>
              <a:cs typeface="Calibri"/>
            </a:endParaRPr>
          </a:p>
        </p:txBody>
      </p:sp>
      <p:sp>
        <p:nvSpPr>
          <p:cNvPr id="9" name="object 7">
            <a:extLst>
              <a:ext uri="{FF2B5EF4-FFF2-40B4-BE49-F238E27FC236}">
                <a16:creationId xmlns:a16="http://schemas.microsoft.com/office/drawing/2014/main" id="{8AD9C0CB-DA21-1AA8-46C6-4D040F27D7A6}"/>
              </a:ext>
            </a:extLst>
          </p:cNvPr>
          <p:cNvSpPr txBox="1"/>
          <p:nvPr/>
        </p:nvSpPr>
        <p:spPr>
          <a:xfrm>
            <a:off x="1141094" y="5373052"/>
            <a:ext cx="4238625" cy="300355"/>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https://</a:t>
            </a:r>
            <a:r>
              <a:rPr sz="1800" spc="-20" dirty="0">
                <a:latin typeface="Calibri"/>
                <a:cs typeface="Calibri"/>
                <a:hlinkClick r:id="rId4"/>
              </a:rPr>
              <a:t>www.w3schools.com/css/css_grid.asp</a:t>
            </a:r>
            <a:endParaRPr sz="1800">
              <a:latin typeface="Calibri"/>
              <a:cs typeface="Calibri"/>
            </a:endParaRPr>
          </a:p>
        </p:txBody>
      </p:sp>
      <p:sp>
        <p:nvSpPr>
          <p:cNvPr id="10" name="TextBox 9">
            <a:extLst>
              <a:ext uri="{FF2B5EF4-FFF2-40B4-BE49-F238E27FC236}">
                <a16:creationId xmlns:a16="http://schemas.microsoft.com/office/drawing/2014/main" id="{D185634A-0E03-6F05-9685-1BE51A223F50}"/>
              </a:ext>
            </a:extLst>
          </p:cNvPr>
          <p:cNvSpPr txBox="1"/>
          <p:nvPr/>
        </p:nvSpPr>
        <p:spPr>
          <a:xfrm>
            <a:off x="6705600" y="1435209"/>
            <a:ext cx="5235194" cy="1815882"/>
          </a:xfrm>
          <a:prstGeom prst="rect">
            <a:avLst/>
          </a:prstGeom>
          <a:noFill/>
        </p:spPr>
        <p:txBody>
          <a:bodyPr wrap="square" rtlCol="0">
            <a:spAutoFit/>
          </a:bodyPr>
          <a:lstStyle/>
          <a:p>
            <a:r>
              <a:rPr lang="en-US" sz="1600" dirty="0"/>
              <a:t>Flexbox allows to align and distribute space among items in a container horizontally and vertically. </a:t>
            </a:r>
          </a:p>
          <a:p>
            <a:r>
              <a:rPr lang="en-US" sz="1600" b="1" dirty="0"/>
              <a:t>display: flex: </a:t>
            </a:r>
            <a:r>
              <a:rPr lang="en-US" sz="1600" dirty="0"/>
              <a:t>for the container.</a:t>
            </a:r>
          </a:p>
          <a:p>
            <a:r>
              <a:rPr lang="en-US" sz="1600" b="1" dirty="0"/>
              <a:t>flex-direction: </a:t>
            </a:r>
            <a:r>
              <a:rPr lang="en-US" sz="1600" dirty="0"/>
              <a:t>to set item direction (row/column).</a:t>
            </a:r>
          </a:p>
          <a:p>
            <a:r>
              <a:rPr lang="en-US" sz="1600" b="1" dirty="0"/>
              <a:t>justify-content: </a:t>
            </a:r>
            <a:r>
              <a:rPr lang="en-US" sz="1600" dirty="0"/>
              <a:t>for horizontal alignment.</a:t>
            </a:r>
          </a:p>
          <a:p>
            <a:r>
              <a:rPr lang="en-US" sz="1600" b="1" dirty="0"/>
              <a:t>align-items: </a:t>
            </a:r>
            <a:r>
              <a:rPr lang="en-US" sz="1600" dirty="0"/>
              <a:t>for vertical alignment.</a:t>
            </a:r>
          </a:p>
          <a:p>
            <a:endParaRPr lang="en-US" sz="1600" dirty="0"/>
          </a:p>
        </p:txBody>
      </p:sp>
      <p:sp>
        <p:nvSpPr>
          <p:cNvPr id="11" name="TextBox 10">
            <a:extLst>
              <a:ext uri="{FF2B5EF4-FFF2-40B4-BE49-F238E27FC236}">
                <a16:creationId xmlns:a16="http://schemas.microsoft.com/office/drawing/2014/main" id="{31D00608-CA1B-DE8C-3091-CAA438E278F8}"/>
              </a:ext>
            </a:extLst>
          </p:cNvPr>
          <p:cNvSpPr txBox="1"/>
          <p:nvPr/>
        </p:nvSpPr>
        <p:spPr>
          <a:xfrm>
            <a:off x="6399064" y="4246513"/>
            <a:ext cx="5690510"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da-DK" altLang="da-DK" sz="1600" dirty="0"/>
              <a:t>Grid </a:t>
            </a:r>
            <a:r>
              <a:rPr lang="da-DK" altLang="da-DK" sz="1600" dirty="0" err="1"/>
              <a:t>allows</a:t>
            </a:r>
            <a:r>
              <a:rPr lang="da-DK" altLang="da-DK" sz="1600" dirty="0"/>
              <a:t> to </a:t>
            </a:r>
            <a:r>
              <a:rPr lang="da-DK" altLang="da-DK" sz="1600" dirty="0" err="1"/>
              <a:t>create</a:t>
            </a:r>
            <a:r>
              <a:rPr lang="da-DK" altLang="da-DK" sz="1600" dirty="0"/>
              <a:t> </a:t>
            </a:r>
            <a:r>
              <a:rPr lang="da-DK" altLang="da-DK" sz="1600" dirty="0" err="1"/>
              <a:t>two</a:t>
            </a:r>
            <a:r>
              <a:rPr lang="da-DK" altLang="da-DK" sz="1600" dirty="0"/>
              <a:t>-dimensional layouts with </a:t>
            </a:r>
            <a:r>
              <a:rPr lang="da-DK" altLang="da-DK" sz="1600" dirty="0" err="1"/>
              <a:t>rows</a:t>
            </a:r>
            <a:r>
              <a:rPr lang="da-DK" altLang="da-DK" sz="1600" dirty="0"/>
              <a:t> and columns. It provides </a:t>
            </a:r>
            <a:r>
              <a:rPr lang="da-DK" altLang="da-DK" sz="1600" dirty="0" err="1"/>
              <a:t>precise</a:t>
            </a:r>
            <a:r>
              <a:rPr lang="da-DK" altLang="da-DK" sz="1600" dirty="0"/>
              <a:t> </a:t>
            </a:r>
            <a:r>
              <a:rPr lang="da-DK" altLang="da-DK" sz="1600" dirty="0" err="1"/>
              <a:t>control</a:t>
            </a:r>
            <a:r>
              <a:rPr lang="da-DK" altLang="da-DK" sz="1600" dirty="0"/>
              <a:t> over </a:t>
            </a:r>
            <a:r>
              <a:rPr lang="da-DK" altLang="da-DK" sz="1600" dirty="0" err="1"/>
              <a:t>both</a:t>
            </a:r>
            <a:r>
              <a:rPr lang="da-DK" altLang="da-DK" sz="1600" dirty="0"/>
              <a:t> </a:t>
            </a:r>
            <a:r>
              <a:rPr lang="da-DK" altLang="da-DK" sz="1600" dirty="0" err="1"/>
              <a:t>horizontal</a:t>
            </a:r>
            <a:r>
              <a:rPr lang="da-DK" altLang="da-DK" sz="1600" dirty="0"/>
              <a:t> and </a:t>
            </a:r>
            <a:r>
              <a:rPr lang="da-DK" altLang="da-DK" sz="1600" dirty="0" err="1"/>
              <a:t>vertical</a:t>
            </a:r>
            <a:r>
              <a:rPr lang="da-DK" altLang="da-DK" sz="1600" dirty="0"/>
              <a:t> </a:t>
            </a:r>
            <a:r>
              <a:rPr lang="da-DK" altLang="da-DK" sz="1600" dirty="0" err="1"/>
              <a:t>spacing</a:t>
            </a:r>
            <a:r>
              <a:rPr lang="da-DK" altLang="da-DK" sz="1600" dirty="0"/>
              <a:t>. </a:t>
            </a:r>
          </a:p>
          <a:p>
            <a:pPr marL="0" marR="0" lvl="0" indent="0" algn="l" defTabSz="914400" rtl="0" eaLnBrk="0" fontAlgn="base" latinLnBrk="0" hangingPunct="0">
              <a:lnSpc>
                <a:spcPct val="100000"/>
              </a:lnSpc>
              <a:spcBef>
                <a:spcPct val="0"/>
              </a:spcBef>
              <a:spcAft>
                <a:spcPct val="0"/>
              </a:spcAft>
              <a:buClrTx/>
              <a:buSzTx/>
              <a:buFontTx/>
              <a:buNone/>
              <a:tabLst/>
            </a:pPr>
            <a:r>
              <a:rPr lang="da-DK" altLang="da-DK" sz="1600" b="1" dirty="0"/>
              <a:t>display: </a:t>
            </a:r>
            <a:r>
              <a:rPr lang="da-DK" altLang="da-DK" sz="1600" b="1" dirty="0" err="1"/>
              <a:t>grid</a:t>
            </a:r>
            <a:r>
              <a:rPr lang="da-DK" altLang="da-DK" sz="1600" b="1" dirty="0"/>
              <a:t>: </a:t>
            </a:r>
            <a:r>
              <a:rPr lang="da-DK" altLang="da-DK" sz="1600" dirty="0"/>
              <a:t>for the container.</a:t>
            </a:r>
          </a:p>
          <a:p>
            <a:pPr marL="0" marR="0" lvl="0" indent="0" algn="l" defTabSz="914400" rtl="0" eaLnBrk="0" fontAlgn="base" latinLnBrk="0" hangingPunct="0">
              <a:lnSpc>
                <a:spcPct val="100000"/>
              </a:lnSpc>
              <a:spcBef>
                <a:spcPct val="0"/>
              </a:spcBef>
              <a:spcAft>
                <a:spcPct val="0"/>
              </a:spcAft>
              <a:buClrTx/>
              <a:buSzTx/>
              <a:tabLst/>
            </a:pPr>
            <a:r>
              <a:rPr lang="da-DK" altLang="da-DK" sz="1600" b="1" dirty="0" err="1"/>
              <a:t>grid</a:t>
            </a:r>
            <a:r>
              <a:rPr lang="da-DK" altLang="da-DK" sz="1600" b="1" dirty="0"/>
              <a:t>-template-columns</a:t>
            </a:r>
            <a:r>
              <a:rPr lang="da-DK" altLang="da-DK" sz="1600" dirty="0"/>
              <a:t> and </a:t>
            </a:r>
            <a:r>
              <a:rPr lang="da-DK" altLang="da-DK" sz="1600" b="1" dirty="0" err="1"/>
              <a:t>grid</a:t>
            </a:r>
            <a:r>
              <a:rPr lang="da-DK" altLang="da-DK" sz="1600" b="1" dirty="0"/>
              <a:t>-template-</a:t>
            </a:r>
            <a:r>
              <a:rPr lang="da-DK" altLang="da-DK" sz="1600" b="1" dirty="0" err="1"/>
              <a:t>rows</a:t>
            </a:r>
            <a:r>
              <a:rPr lang="da-DK" altLang="da-DK" sz="1600" dirty="0"/>
              <a:t> to </a:t>
            </a:r>
            <a:r>
              <a:rPr lang="da-DK" altLang="da-DK" sz="1600" dirty="0" err="1"/>
              <a:t>define</a:t>
            </a:r>
            <a:r>
              <a:rPr lang="da-DK" altLang="da-DK" sz="1600" dirty="0"/>
              <a:t> column and </a:t>
            </a:r>
            <a:r>
              <a:rPr lang="da-DK" altLang="da-DK" sz="1600" dirty="0" err="1"/>
              <a:t>row</a:t>
            </a:r>
            <a:r>
              <a:rPr lang="da-DK" altLang="da-DK" sz="1600" dirty="0"/>
              <a:t> </a:t>
            </a:r>
            <a:r>
              <a:rPr lang="da-DK" altLang="da-DK" sz="1600" dirty="0" err="1"/>
              <a:t>sizes</a:t>
            </a:r>
            <a:r>
              <a:rPr lang="da-DK" altLang="da-DK" sz="1600" dirty="0"/>
              <a:t>.</a:t>
            </a:r>
          </a:p>
          <a:p>
            <a:pPr marL="0" marR="0" lvl="0" indent="0" algn="l" defTabSz="914400" rtl="0" eaLnBrk="0" fontAlgn="base" latinLnBrk="0" hangingPunct="0">
              <a:lnSpc>
                <a:spcPct val="100000"/>
              </a:lnSpc>
              <a:spcBef>
                <a:spcPct val="0"/>
              </a:spcBef>
              <a:spcAft>
                <a:spcPct val="0"/>
              </a:spcAft>
              <a:buClrTx/>
              <a:buSzTx/>
              <a:tabLst/>
            </a:pPr>
            <a:r>
              <a:rPr lang="da-DK" altLang="da-DK" sz="1600" b="1" dirty="0" err="1"/>
              <a:t>grid-area</a:t>
            </a:r>
            <a:r>
              <a:rPr lang="da-DK" altLang="da-DK" sz="1600" dirty="0"/>
              <a:t> to </a:t>
            </a:r>
            <a:r>
              <a:rPr lang="da-DK" altLang="da-DK" sz="1600" dirty="0" err="1"/>
              <a:t>place</a:t>
            </a:r>
            <a:r>
              <a:rPr lang="da-DK" altLang="da-DK" sz="1600" dirty="0"/>
              <a:t> items </a:t>
            </a:r>
            <a:r>
              <a:rPr lang="da-DK" altLang="da-DK" sz="1600" dirty="0" err="1"/>
              <a:t>into</a:t>
            </a:r>
            <a:r>
              <a:rPr lang="da-DK" altLang="da-DK" sz="1600" dirty="0"/>
              <a:t> </a:t>
            </a:r>
            <a:r>
              <a:rPr lang="da-DK" altLang="da-DK" sz="1600" dirty="0" err="1"/>
              <a:t>specific</a:t>
            </a:r>
            <a:r>
              <a:rPr lang="da-DK" altLang="da-DK" sz="1600" dirty="0"/>
              <a:t> </a:t>
            </a:r>
            <a:r>
              <a:rPr lang="da-DK" altLang="da-DK" sz="1600" dirty="0" err="1"/>
              <a:t>areas</a:t>
            </a:r>
            <a:r>
              <a:rPr lang="da-DK" altLang="da-DK" sz="1600" dirty="0"/>
              <a:t> of the </a:t>
            </a:r>
            <a:r>
              <a:rPr lang="da-DK" altLang="da-DK" sz="1600" dirty="0" err="1"/>
              <a:t>grid</a:t>
            </a:r>
            <a:r>
              <a:rPr lang="da-DK" altLang="da-DK" sz="1600" dirty="0"/>
              <a:t>.</a:t>
            </a:r>
          </a:p>
          <a:p>
            <a:pPr marL="0" marR="0" lvl="0" indent="0" algn="l" defTabSz="914400" rtl="0" eaLnBrk="0" fontAlgn="base" latinLnBrk="0" hangingPunct="0">
              <a:lnSpc>
                <a:spcPct val="100000"/>
              </a:lnSpc>
              <a:spcBef>
                <a:spcPct val="0"/>
              </a:spcBef>
              <a:spcAft>
                <a:spcPct val="0"/>
              </a:spcAft>
              <a:buClrTx/>
              <a:buSzTx/>
              <a:tabLst/>
            </a:pPr>
            <a:r>
              <a:rPr lang="da-DK" altLang="da-DK" sz="1600" b="1" dirty="0" err="1"/>
              <a:t>justify</a:t>
            </a:r>
            <a:r>
              <a:rPr lang="da-DK" altLang="da-DK" sz="1600" b="1" dirty="0"/>
              <a:t>-items</a:t>
            </a:r>
            <a:r>
              <a:rPr lang="da-DK" altLang="da-DK" sz="1600" dirty="0"/>
              <a:t> and </a:t>
            </a:r>
            <a:r>
              <a:rPr lang="da-DK" altLang="da-DK" sz="1600" b="1" dirty="0" err="1"/>
              <a:t>align</a:t>
            </a:r>
            <a:r>
              <a:rPr lang="da-DK" altLang="da-DK" sz="1600" b="1" dirty="0"/>
              <a:t>-items</a:t>
            </a:r>
            <a:r>
              <a:rPr lang="da-DK" altLang="da-DK" sz="1600" dirty="0"/>
              <a:t> for item alignment </a:t>
            </a:r>
            <a:r>
              <a:rPr lang="da-DK" altLang="da-DK" sz="1600" dirty="0" err="1"/>
              <a:t>within</a:t>
            </a:r>
            <a:r>
              <a:rPr lang="da-DK" altLang="da-DK" sz="1600" dirty="0"/>
              <a:t> the </a:t>
            </a:r>
            <a:r>
              <a:rPr lang="da-DK" altLang="da-DK" sz="1600" dirty="0" err="1"/>
              <a:t>grid</a:t>
            </a:r>
            <a:r>
              <a:rPr lang="da-DK" altLang="da-DK" sz="1600" dirty="0"/>
              <a:t> </a:t>
            </a:r>
            <a:r>
              <a:rPr lang="da-DK" altLang="da-DK" sz="1600" dirty="0" err="1"/>
              <a:t>cells</a:t>
            </a:r>
            <a:r>
              <a:rPr lang="da-DK" altLang="da-DK" sz="1600" dirty="0"/>
              <a:t>.</a:t>
            </a:r>
          </a:p>
        </p:txBody>
      </p:sp>
    </p:spTree>
    <p:extLst>
      <p:ext uri="{BB962C8B-B14F-4D97-AF65-F5344CB8AC3E}">
        <p14:creationId xmlns:p14="http://schemas.microsoft.com/office/powerpoint/2010/main" val="275038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2ECE4E-8AF7-2A52-90CF-E5A622616C18}"/>
            </a:ext>
          </a:extLst>
        </p:cNvPr>
        <p:cNvGrpSpPr/>
        <p:nvPr/>
      </p:nvGrpSpPr>
      <p:grpSpPr>
        <a:xfrm>
          <a:off x="0" y="0"/>
          <a:ext cx="0" cy="0"/>
          <a:chOff x="0" y="0"/>
          <a:chExt cx="0" cy="0"/>
        </a:xfrm>
      </p:grpSpPr>
      <p:sp>
        <p:nvSpPr>
          <p:cNvPr id="227" name="Rectangle 226">
            <a:extLst>
              <a:ext uri="{FF2B5EF4-FFF2-40B4-BE49-F238E27FC236}">
                <a16:creationId xmlns:a16="http://schemas.microsoft.com/office/drawing/2014/main" id="{A5927099-49C6-B8DC-4650-622F5A5178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49EB1510-972E-4673-FAED-FEE0CB1B0AA3}"/>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Summary</a:t>
            </a:r>
          </a:p>
        </p:txBody>
      </p:sp>
      <p:sp>
        <p:nvSpPr>
          <p:cNvPr id="228" name="Rectangle 227">
            <a:extLst>
              <a:ext uri="{FF2B5EF4-FFF2-40B4-BE49-F238E27FC236}">
                <a16:creationId xmlns:a16="http://schemas.microsoft.com/office/drawing/2014/main" id="{7FC57CDD-C71F-3CDD-4484-1790844CD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 name="Straight Connector 228">
            <a:extLst>
              <a:ext uri="{FF2B5EF4-FFF2-40B4-BE49-F238E27FC236}">
                <a16:creationId xmlns:a16="http://schemas.microsoft.com/office/drawing/2014/main" id="{A0EEBC4B-FD5D-CED4-76B4-C2C8D66E46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6AE19017-2851-1B67-F807-4C27601263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4036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29451-A8F6-AD0F-DCC6-3A3E5A63C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177BB-D893-CDCB-BC5D-3C3540AB4C71}"/>
              </a:ext>
            </a:extLst>
          </p:cNvPr>
          <p:cNvSpPr>
            <a:spLocks noGrp="1"/>
          </p:cNvSpPr>
          <p:nvPr>
            <p:ph type="title"/>
          </p:nvPr>
        </p:nvSpPr>
        <p:spPr/>
        <p:txBody>
          <a:bodyPr/>
          <a:lstStyle/>
          <a:p>
            <a:r>
              <a:rPr lang="da-DK" spc="35" dirty="0"/>
              <a:t>Summary</a:t>
            </a:r>
            <a:endParaRPr lang="da-DK" dirty="0"/>
          </a:p>
        </p:txBody>
      </p:sp>
      <p:sp>
        <p:nvSpPr>
          <p:cNvPr id="7" name="Content Placeholder 6">
            <a:extLst>
              <a:ext uri="{FF2B5EF4-FFF2-40B4-BE49-F238E27FC236}">
                <a16:creationId xmlns:a16="http://schemas.microsoft.com/office/drawing/2014/main" id="{FB9EA2FB-35C1-AFDF-A8D9-3C885732E6FB}"/>
              </a:ext>
            </a:extLst>
          </p:cNvPr>
          <p:cNvSpPr>
            <a:spLocks noGrp="1"/>
          </p:cNvSpPr>
          <p:nvPr>
            <p:ph idx="1"/>
          </p:nvPr>
        </p:nvSpPr>
        <p:spPr/>
        <p:txBody>
          <a:bodyPr/>
          <a:lstStyle/>
          <a:p>
            <a:pPr marL="0" indent="0">
              <a:buNone/>
            </a:pPr>
            <a:r>
              <a:rPr lang="da-DK" dirty="0"/>
              <a:t> </a:t>
            </a:r>
          </a:p>
        </p:txBody>
      </p:sp>
      <p:sp>
        <p:nvSpPr>
          <p:cNvPr id="4" name="object 3">
            <a:extLst>
              <a:ext uri="{FF2B5EF4-FFF2-40B4-BE49-F238E27FC236}">
                <a16:creationId xmlns:a16="http://schemas.microsoft.com/office/drawing/2014/main" id="{3E097FB3-F433-F548-11FD-28B6926B3642}"/>
              </a:ext>
            </a:extLst>
          </p:cNvPr>
          <p:cNvSpPr txBox="1"/>
          <p:nvPr/>
        </p:nvSpPr>
        <p:spPr>
          <a:xfrm>
            <a:off x="838200" y="1529161"/>
            <a:ext cx="908685" cy="1055370"/>
          </a:xfrm>
          <a:prstGeom prst="rect">
            <a:avLst/>
          </a:prstGeom>
        </p:spPr>
        <p:txBody>
          <a:bodyPr vert="horz" wrap="square" lIns="0" tIns="11430" rIns="0" bIns="0" rtlCol="0">
            <a:spAutoFit/>
          </a:bodyPr>
          <a:lstStyle/>
          <a:p>
            <a:pPr marL="12700" marR="5080">
              <a:lnSpc>
                <a:spcPct val="122900"/>
              </a:lnSpc>
              <a:spcBef>
                <a:spcPts val="90"/>
              </a:spcBef>
            </a:pPr>
            <a:r>
              <a:rPr sz="2750" spc="-70" dirty="0">
                <a:latin typeface="Gill Sans MT"/>
                <a:cs typeface="Gill Sans MT"/>
              </a:rPr>
              <a:t>HTML </a:t>
            </a:r>
            <a:r>
              <a:rPr sz="2750" spc="-25" dirty="0">
                <a:latin typeface="Gill Sans MT"/>
                <a:cs typeface="Gill Sans MT"/>
              </a:rPr>
              <a:t>CSS</a:t>
            </a:r>
            <a:endParaRPr sz="2750" dirty="0">
              <a:latin typeface="Gill Sans MT"/>
              <a:cs typeface="Gill Sans MT"/>
            </a:endParaRPr>
          </a:p>
        </p:txBody>
      </p:sp>
      <p:pic>
        <p:nvPicPr>
          <p:cNvPr id="9" name="object 4">
            <a:extLst>
              <a:ext uri="{FF2B5EF4-FFF2-40B4-BE49-F238E27FC236}">
                <a16:creationId xmlns:a16="http://schemas.microsoft.com/office/drawing/2014/main" id="{A2A48731-ABB6-4CF1-8D01-A9F7F1EA35A5}"/>
              </a:ext>
            </a:extLst>
          </p:cNvPr>
          <p:cNvPicPr/>
          <p:nvPr/>
        </p:nvPicPr>
        <p:blipFill>
          <a:blip r:embed="rId2" cstate="print"/>
          <a:stretch>
            <a:fillRect/>
          </a:stretch>
        </p:blipFill>
        <p:spPr>
          <a:xfrm>
            <a:off x="8177362" y="3664077"/>
            <a:ext cx="3114376" cy="2441448"/>
          </a:xfrm>
          <a:prstGeom prst="rect">
            <a:avLst/>
          </a:prstGeom>
        </p:spPr>
      </p:pic>
      <p:pic>
        <p:nvPicPr>
          <p:cNvPr id="11" name="object 5">
            <a:extLst>
              <a:ext uri="{FF2B5EF4-FFF2-40B4-BE49-F238E27FC236}">
                <a16:creationId xmlns:a16="http://schemas.microsoft.com/office/drawing/2014/main" id="{F2C206CF-494A-6286-4216-F3980224B74D}"/>
              </a:ext>
            </a:extLst>
          </p:cNvPr>
          <p:cNvPicPr/>
          <p:nvPr/>
        </p:nvPicPr>
        <p:blipFill>
          <a:blip r:embed="rId3" cstate="print"/>
          <a:stretch>
            <a:fillRect/>
          </a:stretch>
        </p:blipFill>
        <p:spPr>
          <a:xfrm>
            <a:off x="4951880" y="1011384"/>
            <a:ext cx="2853523" cy="2880778"/>
          </a:xfrm>
          <a:prstGeom prst="rect">
            <a:avLst/>
          </a:prstGeom>
        </p:spPr>
      </p:pic>
      <p:pic>
        <p:nvPicPr>
          <p:cNvPr id="14" name="object 6">
            <a:extLst>
              <a:ext uri="{FF2B5EF4-FFF2-40B4-BE49-F238E27FC236}">
                <a16:creationId xmlns:a16="http://schemas.microsoft.com/office/drawing/2014/main" id="{93922CC1-1ABF-4026-8C1D-A9D8FAF498FA}"/>
              </a:ext>
            </a:extLst>
          </p:cNvPr>
          <p:cNvPicPr/>
          <p:nvPr/>
        </p:nvPicPr>
        <p:blipFill>
          <a:blip r:embed="rId4" cstate="print"/>
          <a:stretch>
            <a:fillRect/>
          </a:stretch>
        </p:blipFill>
        <p:spPr>
          <a:xfrm>
            <a:off x="2190750" y="3124200"/>
            <a:ext cx="2438400" cy="3238500"/>
          </a:xfrm>
          <a:prstGeom prst="rect">
            <a:avLst/>
          </a:prstGeom>
        </p:spPr>
      </p:pic>
    </p:spTree>
    <p:extLst>
      <p:ext uri="{BB962C8B-B14F-4D97-AF65-F5344CB8AC3E}">
        <p14:creationId xmlns:p14="http://schemas.microsoft.com/office/powerpoint/2010/main" val="3078431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8FEC6-1FAB-8F4E-6454-40C15D0C9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D3389-53D3-8AE9-6F56-A39607F4CA31}"/>
              </a:ext>
            </a:extLst>
          </p:cNvPr>
          <p:cNvSpPr>
            <a:spLocks noGrp="1"/>
          </p:cNvSpPr>
          <p:nvPr>
            <p:ph type="title"/>
          </p:nvPr>
        </p:nvSpPr>
        <p:spPr/>
        <p:txBody>
          <a:bodyPr/>
          <a:lstStyle/>
          <a:p>
            <a:r>
              <a:rPr lang="da-DK" spc="35" dirty="0"/>
              <a:t>Summary</a:t>
            </a:r>
            <a:endParaRPr lang="da-DK" dirty="0"/>
          </a:p>
        </p:txBody>
      </p:sp>
      <p:sp>
        <p:nvSpPr>
          <p:cNvPr id="7" name="Content Placeholder 6">
            <a:extLst>
              <a:ext uri="{FF2B5EF4-FFF2-40B4-BE49-F238E27FC236}">
                <a16:creationId xmlns:a16="http://schemas.microsoft.com/office/drawing/2014/main" id="{22D5EBD2-684E-C5E9-FF56-C129641808D0}"/>
              </a:ext>
            </a:extLst>
          </p:cNvPr>
          <p:cNvSpPr>
            <a:spLocks noGrp="1"/>
          </p:cNvSpPr>
          <p:nvPr>
            <p:ph idx="1"/>
          </p:nvPr>
        </p:nvSpPr>
        <p:spPr/>
        <p:txBody>
          <a:bodyPr/>
          <a:lstStyle/>
          <a:p>
            <a:pPr marL="0" indent="0">
              <a:buNone/>
            </a:pPr>
            <a:r>
              <a:rPr lang="da-DK" dirty="0"/>
              <a:t> </a:t>
            </a:r>
          </a:p>
        </p:txBody>
      </p:sp>
      <p:grpSp>
        <p:nvGrpSpPr>
          <p:cNvPr id="3" name="object 2">
            <a:extLst>
              <a:ext uri="{FF2B5EF4-FFF2-40B4-BE49-F238E27FC236}">
                <a16:creationId xmlns:a16="http://schemas.microsoft.com/office/drawing/2014/main" id="{A9722A33-F16F-A4C8-EF5B-E0A32F5CCB28}"/>
              </a:ext>
            </a:extLst>
          </p:cNvPr>
          <p:cNvGrpSpPr/>
          <p:nvPr/>
        </p:nvGrpSpPr>
        <p:grpSpPr>
          <a:xfrm>
            <a:off x="6362700" y="447675"/>
            <a:ext cx="5448300" cy="6276975"/>
            <a:chOff x="6362700" y="447675"/>
            <a:chExt cx="5448300" cy="6276975"/>
          </a:xfrm>
        </p:grpSpPr>
        <p:pic>
          <p:nvPicPr>
            <p:cNvPr id="5" name="object 3">
              <a:extLst>
                <a:ext uri="{FF2B5EF4-FFF2-40B4-BE49-F238E27FC236}">
                  <a16:creationId xmlns:a16="http://schemas.microsoft.com/office/drawing/2014/main" id="{7585162E-4656-11E3-D3EF-40B4B3607F72}"/>
                </a:ext>
              </a:extLst>
            </p:cNvPr>
            <p:cNvPicPr/>
            <p:nvPr/>
          </p:nvPicPr>
          <p:blipFill>
            <a:blip r:embed="rId2" cstate="print"/>
            <a:stretch>
              <a:fillRect/>
            </a:stretch>
          </p:blipFill>
          <p:spPr>
            <a:xfrm>
              <a:off x="9067800" y="3067050"/>
              <a:ext cx="2743200" cy="3657600"/>
            </a:xfrm>
            <a:prstGeom prst="rect">
              <a:avLst/>
            </a:prstGeom>
          </p:spPr>
        </p:pic>
        <p:pic>
          <p:nvPicPr>
            <p:cNvPr id="6" name="object 4">
              <a:extLst>
                <a:ext uri="{FF2B5EF4-FFF2-40B4-BE49-F238E27FC236}">
                  <a16:creationId xmlns:a16="http://schemas.microsoft.com/office/drawing/2014/main" id="{440BDF1E-4D2C-C767-0694-0A2C3CC0D339}"/>
                </a:ext>
              </a:extLst>
            </p:cNvPr>
            <p:cNvPicPr/>
            <p:nvPr/>
          </p:nvPicPr>
          <p:blipFill>
            <a:blip r:embed="rId3" cstate="print"/>
            <a:stretch>
              <a:fillRect/>
            </a:stretch>
          </p:blipFill>
          <p:spPr>
            <a:xfrm>
              <a:off x="6362700" y="447675"/>
              <a:ext cx="4610100" cy="2971800"/>
            </a:xfrm>
            <a:prstGeom prst="rect">
              <a:avLst/>
            </a:prstGeom>
          </p:spPr>
        </p:pic>
      </p:grpSp>
      <p:pic>
        <p:nvPicPr>
          <p:cNvPr id="10" name="object 6">
            <a:extLst>
              <a:ext uri="{FF2B5EF4-FFF2-40B4-BE49-F238E27FC236}">
                <a16:creationId xmlns:a16="http://schemas.microsoft.com/office/drawing/2014/main" id="{361A7AAC-1E15-E46E-D983-3CC2E2266F01}"/>
              </a:ext>
            </a:extLst>
          </p:cNvPr>
          <p:cNvPicPr/>
          <p:nvPr/>
        </p:nvPicPr>
        <p:blipFill>
          <a:blip r:embed="rId4" cstate="print"/>
          <a:stretch>
            <a:fillRect/>
          </a:stretch>
        </p:blipFill>
        <p:spPr>
          <a:xfrm>
            <a:off x="994274" y="4395560"/>
            <a:ext cx="5480973" cy="1930400"/>
          </a:xfrm>
          <a:prstGeom prst="rect">
            <a:avLst/>
          </a:prstGeom>
        </p:spPr>
      </p:pic>
      <p:pic>
        <p:nvPicPr>
          <p:cNvPr id="13" name="object 7">
            <a:extLst>
              <a:ext uri="{FF2B5EF4-FFF2-40B4-BE49-F238E27FC236}">
                <a16:creationId xmlns:a16="http://schemas.microsoft.com/office/drawing/2014/main" id="{7D04B086-B3F5-07B7-0E21-67074C05549F}"/>
              </a:ext>
            </a:extLst>
          </p:cNvPr>
          <p:cNvPicPr/>
          <p:nvPr/>
        </p:nvPicPr>
        <p:blipFill>
          <a:blip r:embed="rId5" cstate="print"/>
          <a:stretch>
            <a:fillRect/>
          </a:stretch>
        </p:blipFill>
        <p:spPr>
          <a:xfrm>
            <a:off x="2345828" y="1402875"/>
            <a:ext cx="3223996" cy="2799899"/>
          </a:xfrm>
          <a:prstGeom prst="rect">
            <a:avLst/>
          </a:prstGeom>
        </p:spPr>
      </p:pic>
    </p:spTree>
    <p:extLst>
      <p:ext uri="{BB962C8B-B14F-4D97-AF65-F5344CB8AC3E}">
        <p14:creationId xmlns:p14="http://schemas.microsoft.com/office/powerpoint/2010/main" val="2543796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974</TotalTime>
  <Words>2615</Words>
  <Application>Microsoft Office PowerPoint</Application>
  <PresentationFormat>Widescreen</PresentationFormat>
  <Paragraphs>509</Paragraphs>
  <Slides>68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68</vt:i4>
      </vt:variant>
    </vt:vector>
  </HeadingPairs>
  <TitlesOfParts>
    <vt:vector size="80" baseType="lpstr">
      <vt:lpstr>Aptos</vt:lpstr>
      <vt:lpstr>Aptos (Body)</vt:lpstr>
      <vt:lpstr>Aptos Display</vt:lpstr>
      <vt:lpstr>Arial</vt:lpstr>
      <vt:lpstr>Calibri</vt:lpstr>
      <vt:lpstr>Consolas</vt:lpstr>
      <vt:lpstr>Courier New</vt:lpstr>
      <vt:lpstr>Gill Sans MT</vt:lpstr>
      <vt:lpstr>Gill Sans MT Condensed</vt:lpstr>
      <vt:lpstr>Verdana</vt:lpstr>
      <vt:lpstr>Wingdings</vt:lpstr>
      <vt:lpstr>Office Theme</vt:lpstr>
      <vt:lpstr>Web Development</vt:lpstr>
      <vt:lpstr>Before we start</vt:lpstr>
      <vt:lpstr>Portfolio</vt:lpstr>
      <vt:lpstr>Portfolio weekly task: UI Design</vt:lpstr>
      <vt:lpstr>Portfolio weekly task: UI Design</vt:lpstr>
      <vt:lpstr>Previous Class</vt:lpstr>
      <vt:lpstr>Summary</vt:lpstr>
      <vt:lpstr>Why Front-End Matters</vt:lpstr>
      <vt:lpstr>UX problems</vt:lpstr>
      <vt:lpstr>PowerPoint Presentation</vt:lpstr>
      <vt:lpstr>HTML</vt:lpstr>
      <vt:lpstr>HTML</vt:lpstr>
      <vt:lpstr>HTML</vt:lpstr>
      <vt:lpstr>HTML</vt:lpstr>
      <vt:lpstr>HTML</vt:lpstr>
      <vt:lpstr>HTML elements</vt:lpstr>
      <vt:lpstr>HTML more elements</vt:lpstr>
      <vt:lpstr>HTML element attributes</vt:lpstr>
      <vt:lpstr>HTML Forms</vt:lpstr>
      <vt:lpstr>HTML Forms</vt:lpstr>
      <vt:lpstr>HTML Forms</vt:lpstr>
      <vt:lpstr>HTML Forms</vt:lpstr>
      <vt:lpstr>HTML Forms</vt:lpstr>
      <vt:lpstr>HTML History</vt:lpstr>
      <vt:lpstr>HTML History</vt:lpstr>
      <vt:lpstr>HTML History</vt:lpstr>
      <vt:lpstr>HTML History</vt:lpstr>
      <vt:lpstr>HTML History</vt:lpstr>
      <vt:lpstr>HTML History</vt:lpstr>
      <vt:lpstr>HTML 5 more elements</vt:lpstr>
      <vt:lpstr>HTML Semantic Element vs Non-Semantic</vt:lpstr>
      <vt:lpstr>HTML Semantic Element vs Non-Semantic</vt:lpstr>
      <vt:lpstr>HTML Semantic Element vs Non-Semantic</vt:lpstr>
      <vt:lpstr>HTML 5 Semantic model</vt:lpstr>
      <vt:lpstr>HTML History</vt:lpstr>
      <vt:lpstr>CSS</vt:lpstr>
      <vt:lpstr>CSS</vt:lpstr>
      <vt:lpstr>CSS</vt:lpstr>
      <vt:lpstr>CSS</vt:lpstr>
      <vt:lpstr>CSS</vt:lpstr>
      <vt:lpstr>CSS properties</vt:lpstr>
      <vt:lpstr>CSS selectors</vt:lpstr>
      <vt:lpstr>CSS selectors</vt:lpstr>
      <vt:lpstr>CSS selectors</vt:lpstr>
      <vt:lpstr>CSS selectors</vt:lpstr>
      <vt:lpstr>CSS order of rules</vt:lpstr>
      <vt:lpstr>Add CSS</vt:lpstr>
      <vt:lpstr>External CSS</vt:lpstr>
      <vt:lpstr>Internal CSS</vt:lpstr>
      <vt:lpstr>Inline CSS</vt:lpstr>
      <vt:lpstr>CSS order of rules</vt:lpstr>
      <vt:lpstr>CSS advanced selectors</vt:lpstr>
      <vt:lpstr>CSS advanced selectors</vt:lpstr>
      <vt:lpstr>CSS pseudo-classes</vt:lpstr>
      <vt:lpstr>CSS pseudo-elements</vt:lpstr>
      <vt:lpstr>Layout</vt:lpstr>
      <vt:lpstr>Box Model</vt:lpstr>
      <vt:lpstr>Box Model</vt:lpstr>
      <vt:lpstr>Layout</vt:lpstr>
      <vt:lpstr>Layout</vt:lpstr>
      <vt:lpstr>Layout</vt:lpstr>
      <vt:lpstr>Layout</vt:lpstr>
      <vt:lpstr>Layout</vt:lpstr>
      <vt:lpstr>Layout</vt:lpstr>
      <vt:lpstr>Layout</vt:lpstr>
      <vt:lpstr>Summary</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Esmot Ara Tuli</dc:creator>
  <cp:lastModifiedBy>Esmot Ara Tuli</cp:lastModifiedBy>
  <cp:revision>1</cp:revision>
  <dcterms:created xsi:type="dcterms:W3CDTF">2026-08-31T09:08:39Z</dcterms:created>
  <dcterms:modified xsi:type="dcterms:W3CDTF">2026-09-10T10:51:58Z</dcterms:modified>
</cp:coreProperties>
</file>